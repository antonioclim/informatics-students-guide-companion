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F52308-D9E0-47A3-8178-33BB226E55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1B6154-1DF6-47C4-B953-5E36B64B7F3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3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32_CONN_COLLECT_ORGANISE"/>
          <p:cNvCxnSpPr>
            <a:stCxn id="9" idx="3"/>
            <a:endCxn id="10" idx="1"/>
          </p:cNvCxnSpPr>
          <p:nvPr/>
        </p:nvCxnSpPr>
        <p:spPr>
          <a:xfrm>
            <a:off x="1332000" y="686160"/>
            <a:ext cx="306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32_CONN_ORGANISE_READ"/>
          <p:cNvCxnSpPr>
            <a:stCxn id="10" idx="3"/>
            <a:endCxn id="12" idx="1"/>
          </p:cNvCxnSpPr>
          <p:nvPr/>
        </p:nvCxnSpPr>
        <p:spPr>
          <a:xfrm>
            <a:off x="2736000" y="686160"/>
            <a:ext cx="306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32_CONN_READ_PROBE"/>
          <p:cNvCxnSpPr>
            <a:stCxn id="12" idx="2"/>
            <a:endCxn id="14" idx="0"/>
          </p:cNvCxnSpPr>
          <p:nvPr/>
        </p:nvCxnSpPr>
        <p:spPr>
          <a:xfrm>
            <a:off x="3591000" y="947160"/>
            <a:ext cx="360" cy="414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32_CONN_PROBE_USE"/>
          <p:cNvCxnSpPr>
            <a:stCxn id="14" idx="1"/>
            <a:endCxn id="16" idx="3"/>
          </p:cNvCxnSpPr>
          <p:nvPr/>
        </p:nvCxnSpPr>
        <p:spPr>
          <a:xfrm flipH="1">
            <a:off x="2736000" y="1622160"/>
            <a:ext cx="306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32_CONN_USE_SYNTHESISE"/>
          <p:cNvCxnSpPr>
            <a:stCxn id="16" idx="1"/>
            <a:endCxn id="18" idx="3"/>
          </p:cNvCxnSpPr>
          <p:nvPr/>
        </p:nvCxnSpPr>
        <p:spPr>
          <a:xfrm flipH="1">
            <a:off x="1332000" y="1622160"/>
            <a:ext cx="306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9" name="F32_CONN_SYNTHESISE_COLLECT"/>
          <p:cNvCxnSpPr>
            <a:stCxn id="18" idx="0"/>
            <a:endCxn id="9" idx="2"/>
          </p:cNvCxnSpPr>
          <p:nvPr/>
        </p:nvCxnSpPr>
        <p:spPr>
          <a:xfrm flipV="1">
            <a:off x="783000" y="947160"/>
            <a:ext cx="360" cy="414360"/>
          </a:xfrm>
          <a:prstGeom prst="straightConnector1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0" name="F32_CONN_SYNTHESISE_PACK"/>
          <p:cNvCxnSpPr>
            <a:stCxn id="18" idx="2"/>
            <a:endCxn id="21" idx="1"/>
          </p:cNvCxnSpPr>
          <p:nvPr/>
        </p:nvCxnSpPr>
        <p:spPr>
          <a:xfrm>
            <a:off x="783000" y="1883160"/>
            <a:ext cx="711360" cy="493560"/>
          </a:xfrm>
          <a:prstGeom prst="straightConnector1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22" name="F32_NODE_COLLECT"/>
          <p:cNvSpPr/>
          <p:nvPr/>
        </p:nvSpPr>
        <p:spPr>
          <a:xfrm>
            <a:off x="234000" y="425160"/>
            <a:ext cx="109800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32_NODE_ORGANISE"/>
          <p:cNvSpPr/>
          <p:nvPr/>
        </p:nvSpPr>
        <p:spPr>
          <a:xfrm>
            <a:off x="1638000" y="425160"/>
            <a:ext cx="109800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32_NODE_READ"/>
          <p:cNvSpPr/>
          <p:nvPr/>
        </p:nvSpPr>
        <p:spPr>
          <a:xfrm>
            <a:off x="3042000" y="425160"/>
            <a:ext cx="109800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32_NODE_PROBE"/>
          <p:cNvSpPr/>
          <p:nvPr/>
        </p:nvSpPr>
        <p:spPr>
          <a:xfrm>
            <a:off x="3042000" y="1361160"/>
            <a:ext cx="1098000" cy="522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32_NODE_USE"/>
          <p:cNvSpPr/>
          <p:nvPr/>
        </p:nvSpPr>
        <p:spPr>
          <a:xfrm>
            <a:off x="1638000" y="1361160"/>
            <a:ext cx="1098000" cy="522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32_NODE_SYNTHESISE"/>
          <p:cNvSpPr/>
          <p:nvPr/>
        </p:nvSpPr>
        <p:spPr>
          <a:xfrm>
            <a:off x="234000" y="1361160"/>
            <a:ext cx="1098000" cy="522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32_NODE_PACK"/>
          <p:cNvSpPr/>
          <p:nvPr/>
        </p:nvSpPr>
        <p:spPr>
          <a:xfrm>
            <a:off x="1494000" y="2214360"/>
            <a:ext cx="1620000" cy="3240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F3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3.2 CORPUS records cycle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32_LABEL_COLLECT"/>
          <p:cNvSpPr txBox="1"/>
          <p:nvPr/>
        </p:nvSpPr>
        <p:spPr>
          <a:xfrm>
            <a:off x="284400" y="479160"/>
            <a:ext cx="9972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 — Collect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Search Strategy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32_LABEL_ORGANISE"/>
          <p:cNvSpPr txBox="1"/>
          <p:nvPr/>
        </p:nvSpPr>
        <p:spPr>
          <a:xfrm>
            <a:off x="1688400" y="479160"/>
            <a:ext cx="9972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 — Organise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Source Ledger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32_LABEL_READ"/>
          <p:cNvSpPr txBox="1"/>
          <p:nvPr/>
        </p:nvSpPr>
        <p:spPr>
          <a:xfrm>
            <a:off x="3092400" y="440280"/>
            <a:ext cx="99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 — Read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Core Source Note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32_LABEL_PROBE"/>
          <p:cNvSpPr txBox="1"/>
          <p:nvPr/>
        </p:nvSpPr>
        <p:spPr>
          <a:xfrm>
            <a:off x="3092400" y="1376280"/>
            <a:ext cx="99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 — Probe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Appraisal Record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32_LABEL_USE"/>
          <p:cNvSpPr txBox="1"/>
          <p:nvPr/>
        </p:nvSpPr>
        <p:spPr>
          <a:xfrm>
            <a:off x="1688400" y="1376280"/>
            <a:ext cx="99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U — Use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Claim–Evidence Map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32_LABEL_SYNTHESISE"/>
          <p:cNvSpPr txBox="1"/>
          <p:nvPr/>
        </p:nvSpPr>
        <p:spPr>
          <a:xfrm>
            <a:off x="284400" y="1305000"/>
            <a:ext cx="997200" cy="6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 — Synthesise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Synthesis Memo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32_LABEL_PACK"/>
          <p:cNvSpPr txBox="1"/>
          <p:nvPr/>
        </p:nvSpPr>
        <p:spPr>
          <a:xfrm>
            <a:off x="1576800" y="2254680"/>
            <a:ext cx="1454400" cy="23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Evidence Base Pack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32_NOTE_ITERATE"/>
          <p:cNvSpPr txBox="1"/>
          <p:nvPr/>
        </p:nvSpPr>
        <p:spPr>
          <a:xfrm>
            <a:off x="123120" y="2057760"/>
            <a:ext cx="1134000" cy="47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Return to Collect only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when gaps remain.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32_NOTE_OUTPUT"/>
          <p:cNvSpPr txBox="1"/>
          <p:nvPr/>
        </p:nvSpPr>
        <p:spPr>
          <a:xfrm>
            <a:off x="3222000" y="2032200"/>
            <a:ext cx="1188000" cy="60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The pack is the output of synthesis,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not the hub of every step.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2026-08-23T19:49:23Z</dcterms:created>
  <dc:creator/>
  <dc:description/>
  <dc:language>en-US</dc:language>
  <cp:lastModifiedBy/>
  <dcterms:modified xsi:type="dcterms:W3CDTF">2026-08-23T19:49:24Z</dcterms:modified>
  <cp:revision>1</cp:revision>
  <dc:subject/>
  <dc:title/>
</cp:coreProperties>
</file>