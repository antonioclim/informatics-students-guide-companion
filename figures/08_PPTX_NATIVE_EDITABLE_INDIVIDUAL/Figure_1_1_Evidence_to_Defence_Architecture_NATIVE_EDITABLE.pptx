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1430000" cy="7429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B232707-E689-45D5-8F92-51D4A563A202}"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DB0CD119-3A78-4D0D-9D01-DB3D3B10DE0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1420280" cy="7419960"/>
          </a:xfrm>
          <a:custGeom>
            <a:avLst/>
            <a:gdLst/>
            <a:ahLst/>
            <a:rect l="0" t="0" r="r" b="b"/>
            <a:pathLst>
              <a:path w="31723" h="20611">
                <a:moveTo>
                  <a:pt x="0" y="0"/>
                </a:moveTo>
                <a:lnTo>
                  <a:pt x="31723" y="0"/>
                </a:lnTo>
                <a:lnTo>
                  <a:pt x="31723" y="20611"/>
                </a:lnTo>
                <a:lnTo>
                  <a:pt x="0" y="20611"/>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p:nvPr/>
        </p:nvSpPr>
        <p:spPr>
          <a:xfrm>
            <a:off x="290160" y="176040"/>
            <a:ext cx="10849320" cy="1522080"/>
          </a:xfrm>
          <a:custGeom>
            <a:avLst/>
            <a:gdLst/>
            <a:ahLst/>
            <a:rect l="0" t="0" r="r" b="b"/>
            <a:pathLst>
              <a:path w="30137" h="4228">
                <a:moveTo>
                  <a:pt x="15069" y="4228"/>
                </a:moveTo>
                <a:lnTo>
                  <a:pt x="29767" y="4228"/>
                </a:lnTo>
                <a:cubicBezTo>
                  <a:pt x="29971" y="4228"/>
                  <a:pt x="30137" y="4062"/>
                  <a:pt x="30137" y="3858"/>
                </a:cubicBezTo>
                <a:lnTo>
                  <a:pt x="30137" y="370"/>
                </a:lnTo>
                <a:cubicBezTo>
                  <a:pt x="30137" y="165"/>
                  <a:pt x="29971" y="0"/>
                  <a:pt x="29767" y="0"/>
                </a:cubicBezTo>
                <a:lnTo>
                  <a:pt x="370" y="0"/>
                </a:lnTo>
                <a:cubicBezTo>
                  <a:pt x="166" y="0"/>
                  <a:pt x="0" y="165"/>
                  <a:pt x="0" y="370"/>
                </a:cubicBezTo>
                <a:lnTo>
                  <a:pt x="0" y="3858"/>
                </a:lnTo>
                <a:cubicBezTo>
                  <a:pt x="0" y="4062"/>
                  <a:pt x="166" y="4228"/>
                  <a:pt x="370" y="4228"/>
                </a:cubicBezTo>
                <a:lnTo>
                  <a:pt x="15069" y="4228"/>
                </a:lnTo>
                <a:close/>
              </a:path>
            </a:pathLst>
          </a:custGeom>
          <a:solidFill>
            <a:srgbClr val="f5f5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 name=""/>
          <p:cNvSpPr/>
          <p:nvPr/>
        </p:nvSpPr>
        <p:spPr>
          <a:xfrm>
            <a:off x="290160" y="176040"/>
            <a:ext cx="10849320" cy="1522080"/>
          </a:xfrm>
          <a:custGeom>
            <a:avLst/>
            <a:gdLst/>
            <a:ahLst/>
            <a:rect l="0" t="0" r="r" b="b"/>
            <a:pathLst>
              <a:path w="30137" h="4228">
                <a:moveTo>
                  <a:pt x="15069" y="4228"/>
                </a:moveTo>
                <a:lnTo>
                  <a:pt x="29767" y="4228"/>
                </a:lnTo>
                <a:cubicBezTo>
                  <a:pt x="29971" y="4228"/>
                  <a:pt x="30137" y="4062"/>
                  <a:pt x="30137" y="3858"/>
                </a:cubicBezTo>
                <a:lnTo>
                  <a:pt x="30137" y="370"/>
                </a:lnTo>
                <a:cubicBezTo>
                  <a:pt x="30137" y="165"/>
                  <a:pt x="29971" y="0"/>
                  <a:pt x="29767" y="0"/>
                </a:cubicBezTo>
                <a:lnTo>
                  <a:pt x="370" y="0"/>
                </a:lnTo>
                <a:cubicBezTo>
                  <a:pt x="166" y="0"/>
                  <a:pt x="0" y="165"/>
                  <a:pt x="0" y="370"/>
                </a:cubicBezTo>
                <a:lnTo>
                  <a:pt x="0" y="3858"/>
                </a:lnTo>
                <a:cubicBezTo>
                  <a:pt x="0" y="4062"/>
                  <a:pt x="166" y="4228"/>
                  <a:pt x="370" y="4228"/>
                </a:cubicBezTo>
                <a:lnTo>
                  <a:pt x="15069" y="4228"/>
                </a:lnTo>
                <a:close/>
              </a:path>
            </a:pathLst>
          </a:custGeom>
          <a:noFill/>
          <a:ln w="28440">
            <a:solidFill>
              <a:srgbClr val="555555"/>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0" name=""/>
          <p:cNvSpPr txBox="1"/>
          <p:nvPr/>
        </p:nvSpPr>
        <p:spPr>
          <a:xfrm>
            <a:off x="3863880" y="228600"/>
            <a:ext cx="3733200" cy="341640"/>
          </a:xfrm>
          <a:prstGeom prst="rect">
            <a:avLst/>
          </a:prstGeom>
          <a:noFill/>
          <a:ln w="0">
            <a:noFill/>
          </a:ln>
        </p:spPr>
        <p:txBody>
          <a:bodyPr wrap="none" lIns="0" rIns="0" tIns="0" bIns="0" anchor="t">
            <a:spAutoFit/>
          </a:bodyPr>
          <a:p>
            <a:r>
              <a:rPr b="1" lang="en-US" sz="2400" strike="noStrike" u="none">
                <a:solidFill>
                  <a:srgbClr val="000000"/>
                </a:solidFill>
                <a:effectLst/>
                <a:uFillTx/>
                <a:latin typeface="Times New Roman"/>
              </a:rPr>
              <a:t>EIGHT INQUIRY ROUTES</a:t>
            </a:r>
            <a:endParaRPr b="1" lang="en-US" sz="2400" strike="noStrike" u="none">
              <a:solidFill>
                <a:srgbClr val="000000"/>
              </a:solidFill>
              <a:effectLst/>
              <a:uFillTx/>
              <a:latin typeface="Times New Roman"/>
              <a:ea typeface="Times New Roman"/>
            </a:endParaRPr>
          </a:p>
        </p:txBody>
      </p:sp>
      <p:sp>
        <p:nvSpPr>
          <p:cNvPr id="11" name=""/>
          <p:cNvSpPr txBox="1"/>
          <p:nvPr/>
        </p:nvSpPr>
        <p:spPr>
          <a:xfrm>
            <a:off x="3664080" y="599040"/>
            <a:ext cx="4106520" cy="242640"/>
          </a:xfrm>
          <a:prstGeom prst="rect">
            <a:avLst/>
          </a:prstGeom>
          <a:noFill/>
          <a:ln w="0">
            <a:noFill/>
          </a:ln>
        </p:spPr>
        <p:txBody>
          <a:bodyPr wrap="none" lIns="0" rIns="0" tIns="0" bIns="0" anchor="t">
            <a:spAutoFit/>
          </a:bodyPr>
          <a:p>
            <a:r>
              <a:rPr b="0" i="1" lang="en-US" sz="1720" strike="noStrike" u="none">
                <a:solidFill>
                  <a:srgbClr val="000000"/>
                </a:solidFill>
                <a:effectLst/>
                <a:uFillTx/>
                <a:latin typeface="Times New Roman"/>
              </a:rPr>
              <a:t>one evidential spine, route-specific obligations</a:t>
            </a:r>
            <a:endParaRPr b="0" i="1" lang="en-US" sz="1720" strike="noStrike" u="none">
              <a:solidFill>
                <a:srgbClr val="000000"/>
              </a:solidFill>
              <a:effectLst/>
              <a:uFillTx/>
              <a:latin typeface="Times New Roman"/>
              <a:ea typeface="Times New Roman"/>
            </a:endParaRPr>
          </a:p>
        </p:txBody>
      </p:sp>
      <p:sp>
        <p:nvSpPr>
          <p:cNvPr id="12" name=""/>
          <p:cNvSpPr txBox="1"/>
          <p:nvPr/>
        </p:nvSpPr>
        <p:spPr>
          <a:xfrm>
            <a:off x="742320" y="951120"/>
            <a:ext cx="175248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Build-and-evaluate</a:t>
            </a:r>
            <a:endParaRPr b="0" lang="en-US" sz="1800" strike="noStrike" u="none">
              <a:solidFill>
                <a:srgbClr val="000000"/>
              </a:solidFill>
              <a:effectLst/>
              <a:uFillTx/>
              <a:latin typeface="Times New Roman"/>
              <a:ea typeface="Times New Roman"/>
            </a:endParaRPr>
          </a:p>
        </p:txBody>
      </p:sp>
      <p:sp>
        <p:nvSpPr>
          <p:cNvPr id="13" name=""/>
          <p:cNvSpPr txBox="1"/>
          <p:nvPr/>
        </p:nvSpPr>
        <p:spPr>
          <a:xfrm>
            <a:off x="3131280" y="951120"/>
            <a:ext cx="238824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Algorithmic or simulation</a:t>
            </a:r>
            <a:endParaRPr b="0" lang="en-US" sz="1800" strike="noStrike" u="none">
              <a:solidFill>
                <a:srgbClr val="000000"/>
              </a:solidFill>
              <a:effectLst/>
              <a:uFillTx/>
              <a:latin typeface="Times New Roman"/>
              <a:ea typeface="Times New Roman"/>
            </a:endParaRPr>
          </a:p>
        </p:txBody>
      </p:sp>
      <p:sp>
        <p:nvSpPr>
          <p:cNvPr id="14" name=""/>
          <p:cNvSpPr txBox="1"/>
          <p:nvPr/>
        </p:nvSpPr>
        <p:spPr>
          <a:xfrm>
            <a:off x="5662800" y="951120"/>
            <a:ext cx="283176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Predictive or machine-learning</a:t>
            </a:r>
            <a:endParaRPr b="0" lang="en-US" sz="1800" strike="noStrike" u="none">
              <a:solidFill>
                <a:srgbClr val="000000"/>
              </a:solidFill>
              <a:effectLst/>
              <a:uFillTx/>
              <a:latin typeface="Times New Roman"/>
              <a:ea typeface="Times New Roman"/>
            </a:endParaRPr>
          </a:p>
        </p:txBody>
      </p:sp>
      <p:sp>
        <p:nvSpPr>
          <p:cNvPr id="15" name=""/>
          <p:cNvSpPr txBox="1"/>
          <p:nvPr/>
        </p:nvSpPr>
        <p:spPr>
          <a:xfrm>
            <a:off x="8764920" y="951120"/>
            <a:ext cx="205092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Quantitative empirical</a:t>
            </a:r>
            <a:endParaRPr b="0" lang="en-US" sz="1800" strike="noStrike" u="none">
              <a:solidFill>
                <a:srgbClr val="000000"/>
              </a:solidFill>
              <a:effectLst/>
              <a:uFillTx/>
              <a:latin typeface="Times New Roman"/>
              <a:ea typeface="Times New Roman"/>
            </a:endParaRPr>
          </a:p>
        </p:txBody>
      </p:sp>
      <p:sp>
        <p:nvSpPr>
          <p:cNvPr id="16" name=""/>
          <p:cNvSpPr txBox="1"/>
          <p:nvPr/>
        </p:nvSpPr>
        <p:spPr>
          <a:xfrm>
            <a:off x="751680" y="1246320"/>
            <a:ext cx="173376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Qualitative inquiry</a:t>
            </a:r>
            <a:endParaRPr b="0" lang="en-US" sz="1800" strike="noStrike" u="none">
              <a:solidFill>
                <a:srgbClr val="000000"/>
              </a:solidFill>
              <a:effectLst/>
              <a:uFillTx/>
              <a:latin typeface="Times New Roman"/>
              <a:ea typeface="Times New Roman"/>
            </a:endParaRPr>
          </a:p>
        </p:txBody>
      </p:sp>
      <p:sp>
        <p:nvSpPr>
          <p:cNvPr id="17" name=""/>
          <p:cNvSpPr txBox="1"/>
          <p:nvPr/>
        </p:nvSpPr>
        <p:spPr>
          <a:xfrm>
            <a:off x="3844800" y="1246320"/>
            <a:ext cx="99864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Case study</a:t>
            </a:r>
            <a:endParaRPr b="0" lang="en-US" sz="1800" strike="noStrike" u="none">
              <a:solidFill>
                <a:srgbClr val="000000"/>
              </a:solidFill>
              <a:effectLst/>
              <a:uFillTx/>
              <a:latin typeface="Times New Roman"/>
              <a:ea typeface="Times New Roman"/>
            </a:endParaRPr>
          </a:p>
        </p:txBody>
      </p:sp>
      <p:sp>
        <p:nvSpPr>
          <p:cNvPr id="18" name=""/>
          <p:cNvSpPr txBox="1"/>
          <p:nvPr/>
        </p:nvSpPr>
        <p:spPr>
          <a:xfrm>
            <a:off x="5881320" y="1246320"/>
            <a:ext cx="242604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Formal evidence synthesis</a:t>
            </a:r>
            <a:endParaRPr b="0" lang="en-US" sz="1800" strike="noStrike" u="none">
              <a:solidFill>
                <a:srgbClr val="000000"/>
              </a:solidFill>
              <a:effectLst/>
              <a:uFillTx/>
              <a:latin typeface="Times New Roman"/>
              <a:ea typeface="Times New Roman"/>
            </a:endParaRPr>
          </a:p>
        </p:txBody>
      </p:sp>
      <p:sp>
        <p:nvSpPr>
          <p:cNvPr id="19" name=""/>
          <p:cNvSpPr txBox="1"/>
          <p:nvPr/>
        </p:nvSpPr>
        <p:spPr>
          <a:xfrm>
            <a:off x="9221760" y="1246320"/>
            <a:ext cx="1175040" cy="253440"/>
          </a:xfrm>
          <a:prstGeom prst="rect">
            <a:avLst/>
          </a:prstGeom>
          <a:noFill/>
          <a:ln w="0">
            <a:noFill/>
          </a:ln>
        </p:spPr>
        <p:txBody>
          <a:bodyPr wrap="none" lIns="0" rIns="0" tIns="0" bIns="0" anchor="t">
            <a:spAutoFit/>
          </a:bodyPr>
          <a:p>
            <a:r>
              <a:rPr b="0" lang="en-US" sz="1800" strike="noStrike" u="none">
                <a:solidFill>
                  <a:srgbClr val="000000"/>
                </a:solidFill>
                <a:effectLst/>
                <a:uFillTx/>
                <a:latin typeface="Times New Roman"/>
              </a:rPr>
              <a:t>Hybrid route</a:t>
            </a:r>
            <a:endParaRPr b="0" lang="en-US" sz="1800" strike="noStrike" u="none">
              <a:solidFill>
                <a:srgbClr val="000000"/>
              </a:solidFill>
              <a:effectLst/>
              <a:uFillTx/>
              <a:latin typeface="Times New Roman"/>
              <a:ea typeface="Times New Roman"/>
            </a:endParaRPr>
          </a:p>
        </p:txBody>
      </p:sp>
      <p:sp>
        <p:nvSpPr>
          <p:cNvPr id="20" name=""/>
          <p:cNvSpPr/>
          <p:nvPr/>
        </p:nvSpPr>
        <p:spPr>
          <a:xfrm>
            <a:off x="323640" y="1888200"/>
            <a:ext cx="10901520" cy="5326920"/>
          </a:xfrm>
          <a:custGeom>
            <a:avLst/>
            <a:gdLst/>
            <a:ahLst/>
            <a:rect l="0" t="0" r="r" b="b"/>
            <a:pathLst>
              <a:path fill="none" w="30282" h="14797">
                <a:moveTo>
                  <a:pt x="29779" y="10569"/>
                </a:moveTo>
                <a:cubicBezTo>
                  <a:pt x="30572" y="10569"/>
                  <a:pt x="30572" y="14797"/>
                  <a:pt x="28722" y="14797"/>
                </a:cubicBezTo>
                <a:lnTo>
                  <a:pt x="1229" y="14797"/>
                </a:lnTo>
                <a:cubicBezTo>
                  <a:pt x="-410" y="14797"/>
                  <a:pt x="-410" y="0"/>
                  <a:pt x="1229" y="0"/>
                </a:cubicBezTo>
                <a:lnTo>
                  <a:pt x="14976" y="0"/>
                </a:lnTo>
                <a:lnTo>
                  <a:pt x="14976" y="423"/>
                </a:lnTo>
              </a:path>
            </a:pathLst>
          </a:custGeom>
          <a:ln w="28440">
            <a:solidFill>
              <a:srgbClr val="777777"/>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1" name=""/>
          <p:cNvSpPr/>
          <p:nvPr/>
        </p:nvSpPr>
        <p:spPr>
          <a:xfrm>
            <a:off x="5558040" y="1783800"/>
            <a:ext cx="313560" cy="313920"/>
          </a:xfrm>
          <a:custGeom>
            <a:avLst/>
            <a:gdLst/>
            <a:ahLst/>
            <a:rect l="0" t="0" r="r" b="b"/>
            <a:pathLst>
              <a:path w="871" h="872">
                <a:moveTo>
                  <a:pt x="871" y="0"/>
                </a:moveTo>
                <a:lnTo>
                  <a:pt x="436" y="872"/>
                </a:lnTo>
                <a:lnTo>
                  <a:pt x="0" y="0"/>
                </a:lnTo>
                <a:lnTo>
                  <a:pt x="871"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2" name=""/>
          <p:cNvSpPr txBox="1"/>
          <p:nvPr/>
        </p:nvSpPr>
        <p:spPr>
          <a:xfrm>
            <a:off x="7051680" y="7210440"/>
            <a:ext cx="3026520" cy="210600"/>
          </a:xfrm>
          <a:prstGeom prst="rect">
            <a:avLst/>
          </a:prstGeom>
          <a:noFill/>
          <a:ln w="0">
            <a:noFill/>
          </a:ln>
        </p:spPr>
        <p:txBody>
          <a:bodyPr wrap="none" lIns="0" rIns="0" tIns="0" bIns="0" anchor="t">
            <a:spAutoFit/>
          </a:bodyPr>
          <a:p>
            <a:r>
              <a:rPr b="0" i="1" lang="en-US" sz="1500" strike="noStrike" u="none">
                <a:solidFill>
                  <a:srgbClr val="000000"/>
                </a:solidFill>
                <a:effectLst/>
                <a:uFillTx/>
                <a:latin typeface="Times New Roman"/>
              </a:rPr>
              <a:t>recorded return when evidence changes</a:t>
            </a:r>
            <a:endParaRPr b="0" i="1" lang="en-US" sz="1500" strike="noStrike" u="none">
              <a:solidFill>
                <a:srgbClr val="000000"/>
              </a:solidFill>
              <a:effectLst/>
              <a:uFillTx/>
              <a:latin typeface="Times New Roman"/>
              <a:ea typeface="Times New Roman"/>
            </a:endParaRPr>
          </a:p>
        </p:txBody>
      </p:sp>
      <p:sp>
        <p:nvSpPr>
          <p:cNvPr id="23" name=""/>
          <p:cNvSpPr/>
          <p:nvPr/>
        </p:nvSpPr>
        <p:spPr>
          <a:xfrm>
            <a:off x="3335760" y="2649240"/>
            <a:ext cx="83736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24" name=""/>
          <p:cNvSpPr/>
          <p:nvPr/>
        </p:nvSpPr>
        <p:spPr>
          <a:xfrm>
            <a:off x="3745080" y="23878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5" name=""/>
          <p:cNvSpPr/>
          <p:nvPr/>
        </p:nvSpPr>
        <p:spPr>
          <a:xfrm>
            <a:off x="3745080" y="23878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6" name=""/>
          <p:cNvSpPr/>
          <p:nvPr/>
        </p:nvSpPr>
        <p:spPr>
          <a:xfrm>
            <a:off x="7189920" y="2649240"/>
            <a:ext cx="83736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27" name=""/>
          <p:cNvSpPr/>
          <p:nvPr/>
        </p:nvSpPr>
        <p:spPr>
          <a:xfrm>
            <a:off x="7598880" y="23878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8" name=""/>
          <p:cNvSpPr/>
          <p:nvPr/>
        </p:nvSpPr>
        <p:spPr>
          <a:xfrm>
            <a:off x="7598880" y="23878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29" name=""/>
          <p:cNvSpPr/>
          <p:nvPr/>
        </p:nvSpPr>
        <p:spPr>
          <a:xfrm>
            <a:off x="7598880" y="23878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0" name=""/>
          <p:cNvSpPr/>
          <p:nvPr/>
        </p:nvSpPr>
        <p:spPr>
          <a:xfrm>
            <a:off x="9569160" y="3220200"/>
            <a:ext cx="0" cy="33300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31" name=""/>
          <p:cNvSpPr/>
          <p:nvPr/>
        </p:nvSpPr>
        <p:spPr>
          <a:xfrm>
            <a:off x="9307440" y="312516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2" name=""/>
          <p:cNvSpPr/>
          <p:nvPr/>
        </p:nvSpPr>
        <p:spPr>
          <a:xfrm>
            <a:off x="9307440" y="312516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3" name=""/>
          <p:cNvSpPr/>
          <p:nvPr/>
        </p:nvSpPr>
        <p:spPr>
          <a:xfrm>
            <a:off x="9307440" y="312516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4" name=""/>
          <p:cNvSpPr/>
          <p:nvPr/>
        </p:nvSpPr>
        <p:spPr>
          <a:xfrm>
            <a:off x="9307440" y="312516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5" name=""/>
          <p:cNvSpPr/>
          <p:nvPr/>
        </p:nvSpPr>
        <p:spPr>
          <a:xfrm flipH="1">
            <a:off x="7256520" y="4170960"/>
            <a:ext cx="78984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36" name=""/>
          <p:cNvSpPr/>
          <p:nvPr/>
        </p:nvSpPr>
        <p:spPr>
          <a:xfrm>
            <a:off x="71611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7" name=""/>
          <p:cNvSpPr/>
          <p:nvPr/>
        </p:nvSpPr>
        <p:spPr>
          <a:xfrm>
            <a:off x="71611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8" name=""/>
          <p:cNvSpPr/>
          <p:nvPr/>
        </p:nvSpPr>
        <p:spPr>
          <a:xfrm>
            <a:off x="71611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9" name=""/>
          <p:cNvSpPr/>
          <p:nvPr/>
        </p:nvSpPr>
        <p:spPr>
          <a:xfrm>
            <a:off x="71611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0" name=""/>
          <p:cNvSpPr/>
          <p:nvPr/>
        </p:nvSpPr>
        <p:spPr>
          <a:xfrm>
            <a:off x="71611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1" name=""/>
          <p:cNvSpPr/>
          <p:nvPr/>
        </p:nvSpPr>
        <p:spPr>
          <a:xfrm flipH="1">
            <a:off x="3402360" y="4170960"/>
            <a:ext cx="78984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42"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3"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4"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5"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6"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7" name=""/>
          <p:cNvSpPr/>
          <p:nvPr/>
        </p:nvSpPr>
        <p:spPr>
          <a:xfrm>
            <a:off x="3307320" y="3909600"/>
            <a:ext cx="523440" cy="523080"/>
          </a:xfrm>
          <a:custGeom>
            <a:avLst/>
            <a:gdLst/>
            <a:ahLst/>
            <a:rect l="0" t="0" r="r" b="b"/>
            <a:pathLst>
              <a:path w="1454" h="1453">
                <a:moveTo>
                  <a:pt x="1454" y="1453"/>
                </a:moveTo>
                <a:lnTo>
                  <a:pt x="0" y="726"/>
                </a:lnTo>
                <a:lnTo>
                  <a:pt x="1454" y="0"/>
                </a:lnTo>
                <a:lnTo>
                  <a:pt x="1454" y="1453"/>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a:off x="1860480" y="4741920"/>
            <a:ext cx="0" cy="33300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49"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0"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1"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2"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3"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4"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5" name=""/>
          <p:cNvSpPr/>
          <p:nvPr/>
        </p:nvSpPr>
        <p:spPr>
          <a:xfrm>
            <a:off x="1598760" y="4646880"/>
            <a:ext cx="523440" cy="523080"/>
          </a:xfrm>
          <a:custGeom>
            <a:avLst/>
            <a:gdLst/>
            <a:ahLst/>
            <a:rect l="0" t="0" r="r" b="b"/>
            <a:pathLst>
              <a:path w="1454" h="1453">
                <a:moveTo>
                  <a:pt x="1454" y="0"/>
                </a:moveTo>
                <a:lnTo>
                  <a:pt x="727" y="1453"/>
                </a:lnTo>
                <a:lnTo>
                  <a:pt x="0" y="0"/>
                </a:lnTo>
                <a:lnTo>
                  <a:pt x="1454"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6" name=""/>
          <p:cNvSpPr/>
          <p:nvPr/>
        </p:nvSpPr>
        <p:spPr>
          <a:xfrm>
            <a:off x="3335760" y="5693040"/>
            <a:ext cx="83736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57"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8"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9"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0"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1"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2"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3"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4" name=""/>
          <p:cNvSpPr/>
          <p:nvPr/>
        </p:nvSpPr>
        <p:spPr>
          <a:xfrm>
            <a:off x="37450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5" name=""/>
          <p:cNvSpPr/>
          <p:nvPr/>
        </p:nvSpPr>
        <p:spPr>
          <a:xfrm>
            <a:off x="7189920" y="5693040"/>
            <a:ext cx="837360" cy="0"/>
          </a:xfrm>
          <a:prstGeom prst="line">
            <a:avLst/>
          </a:prstGeom>
          <a:ln w="47520">
            <a:solidFill>
              <a:srgbClr val="444444"/>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66"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7"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8"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69"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0"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1"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2"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3"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4" name=""/>
          <p:cNvSpPr/>
          <p:nvPr/>
        </p:nvSpPr>
        <p:spPr>
          <a:xfrm>
            <a:off x="7598880" y="5431680"/>
            <a:ext cx="523440" cy="523080"/>
          </a:xfrm>
          <a:custGeom>
            <a:avLst/>
            <a:gdLst/>
            <a:ahLst/>
            <a:rect l="0" t="0" r="r" b="b"/>
            <a:pathLst>
              <a:path w="1454" h="1453">
                <a:moveTo>
                  <a:pt x="0" y="0"/>
                </a:moveTo>
                <a:lnTo>
                  <a:pt x="1454" y="726"/>
                </a:lnTo>
                <a:lnTo>
                  <a:pt x="0" y="1453"/>
                </a:lnTo>
                <a:lnTo>
                  <a:pt x="0" y="0"/>
                </a:lnTo>
                <a:close/>
              </a:path>
            </a:pathLst>
          </a:custGeom>
          <a:solidFill>
            <a:srgbClr val="444444"/>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5" name=""/>
          <p:cNvSpPr/>
          <p:nvPr/>
        </p:nvSpPr>
        <p:spPr>
          <a:xfrm>
            <a:off x="385560" y="2097720"/>
            <a:ext cx="2950200" cy="1094040"/>
          </a:xfrm>
          <a:custGeom>
            <a:avLst/>
            <a:gdLst/>
            <a:ahLst/>
            <a:rect l="0" t="0" r="r" b="b"/>
            <a:pathLst>
              <a:path w="8195" h="3039">
                <a:moveTo>
                  <a:pt x="4097" y="3039"/>
                </a:moveTo>
                <a:lnTo>
                  <a:pt x="7825" y="3039"/>
                </a:lnTo>
                <a:cubicBezTo>
                  <a:pt x="8029" y="3039"/>
                  <a:pt x="8195" y="2873"/>
                  <a:pt x="8195" y="2669"/>
                </a:cubicBezTo>
                <a:lnTo>
                  <a:pt x="8195" y="370"/>
                </a:lnTo>
                <a:cubicBezTo>
                  <a:pt x="8195" y="165"/>
                  <a:pt x="8029" y="0"/>
                  <a:pt x="7825" y="0"/>
                </a:cubicBezTo>
                <a:lnTo>
                  <a:pt x="370" y="0"/>
                </a:lnTo>
                <a:cubicBezTo>
                  <a:pt x="165" y="0"/>
                  <a:pt x="0" y="165"/>
                  <a:pt x="0" y="370"/>
                </a:cubicBezTo>
                <a:lnTo>
                  <a:pt x="0" y="2669"/>
                </a:lnTo>
                <a:cubicBezTo>
                  <a:pt x="0" y="2873"/>
                  <a:pt x="165" y="3039"/>
                  <a:pt x="370" y="3039"/>
                </a:cubicBezTo>
                <a:lnTo>
                  <a:pt x="4097"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6" name=""/>
          <p:cNvSpPr/>
          <p:nvPr/>
        </p:nvSpPr>
        <p:spPr>
          <a:xfrm>
            <a:off x="385560" y="2097720"/>
            <a:ext cx="2950200" cy="1094040"/>
          </a:xfrm>
          <a:custGeom>
            <a:avLst/>
            <a:gdLst/>
            <a:ahLst/>
            <a:rect l="0" t="0" r="r" b="b"/>
            <a:pathLst>
              <a:path w="8195" h="3039">
                <a:moveTo>
                  <a:pt x="4097" y="3039"/>
                </a:moveTo>
                <a:lnTo>
                  <a:pt x="7825" y="3039"/>
                </a:lnTo>
                <a:cubicBezTo>
                  <a:pt x="8029" y="3039"/>
                  <a:pt x="8195" y="2873"/>
                  <a:pt x="8195" y="2669"/>
                </a:cubicBezTo>
                <a:lnTo>
                  <a:pt x="8195" y="370"/>
                </a:lnTo>
                <a:cubicBezTo>
                  <a:pt x="8195" y="165"/>
                  <a:pt x="8029" y="0"/>
                  <a:pt x="7825" y="0"/>
                </a:cubicBezTo>
                <a:lnTo>
                  <a:pt x="370" y="0"/>
                </a:lnTo>
                <a:cubicBezTo>
                  <a:pt x="165" y="0"/>
                  <a:pt x="0" y="165"/>
                  <a:pt x="0" y="370"/>
                </a:cubicBezTo>
                <a:lnTo>
                  <a:pt x="0" y="2669"/>
                </a:lnTo>
                <a:cubicBezTo>
                  <a:pt x="0" y="2873"/>
                  <a:pt x="165" y="3039"/>
                  <a:pt x="370" y="3039"/>
                </a:cubicBezTo>
                <a:lnTo>
                  <a:pt x="4097"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77" name=""/>
          <p:cNvSpPr/>
          <p:nvPr/>
        </p:nvSpPr>
        <p:spPr>
          <a:xfrm>
            <a:off x="471240" y="2183400"/>
            <a:ext cx="342360" cy="342360"/>
          </a:xfrm>
          <a:custGeom>
            <a:avLst/>
            <a:gdLst/>
            <a:ahLst/>
            <a:rect l="0" t="0" r="r" b="b"/>
            <a:pathLst>
              <a:path w="951" h="951">
                <a:moveTo>
                  <a:pt x="951" y="475"/>
                </a:moveTo>
                <a:cubicBezTo>
                  <a:pt x="951" y="559"/>
                  <a:pt x="929" y="641"/>
                  <a:pt x="888" y="713"/>
                </a:cubicBezTo>
                <a:cubicBezTo>
                  <a:pt x="846" y="785"/>
                  <a:pt x="785" y="845"/>
                  <a:pt x="713" y="887"/>
                </a:cubicBezTo>
                <a:cubicBezTo>
                  <a:pt x="640" y="929"/>
                  <a:pt x="558" y="951"/>
                  <a:pt x="475" y="951"/>
                </a:cubicBezTo>
                <a:cubicBezTo>
                  <a:pt x="391" y="951"/>
                  <a:pt x="310" y="929"/>
                  <a:pt x="238" y="887"/>
                </a:cubicBezTo>
                <a:cubicBezTo>
                  <a:pt x="165" y="845"/>
                  <a:pt x="104" y="785"/>
                  <a:pt x="63" y="713"/>
                </a:cubicBezTo>
                <a:cubicBezTo>
                  <a:pt x="21" y="641"/>
                  <a:pt x="0" y="559"/>
                  <a:pt x="0" y="475"/>
                </a:cubicBezTo>
                <a:cubicBezTo>
                  <a:pt x="0" y="392"/>
                  <a:pt x="22" y="310"/>
                  <a:pt x="63" y="237"/>
                </a:cubicBezTo>
                <a:cubicBezTo>
                  <a:pt x="105" y="165"/>
                  <a:pt x="165" y="104"/>
                  <a:pt x="238" y="63"/>
                </a:cubicBezTo>
                <a:cubicBezTo>
                  <a:pt x="310" y="21"/>
                  <a:pt x="392" y="0"/>
                  <a:pt x="475" y="0"/>
                </a:cubicBezTo>
                <a:cubicBezTo>
                  <a:pt x="559" y="0"/>
                  <a:pt x="640" y="21"/>
                  <a:pt x="713" y="63"/>
                </a:cubicBezTo>
                <a:cubicBezTo>
                  <a:pt x="785" y="104"/>
                  <a:pt x="846" y="165"/>
                  <a:pt x="888" y="237"/>
                </a:cubicBezTo>
                <a:cubicBezTo>
                  <a:pt x="929" y="310"/>
                  <a:pt x="951" y="392"/>
                  <a:pt x="951"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8" name=""/>
          <p:cNvSpPr/>
          <p:nvPr/>
        </p:nvSpPr>
        <p:spPr>
          <a:xfrm>
            <a:off x="471240" y="2183400"/>
            <a:ext cx="342360" cy="342360"/>
          </a:xfrm>
          <a:custGeom>
            <a:avLst/>
            <a:gdLst/>
            <a:ahLst/>
            <a:rect l="0" t="0" r="r" b="b"/>
            <a:pathLst>
              <a:path w="951" h="951">
                <a:moveTo>
                  <a:pt x="951" y="475"/>
                </a:moveTo>
                <a:cubicBezTo>
                  <a:pt x="951" y="559"/>
                  <a:pt x="929" y="641"/>
                  <a:pt x="888" y="713"/>
                </a:cubicBezTo>
                <a:cubicBezTo>
                  <a:pt x="846" y="785"/>
                  <a:pt x="785" y="845"/>
                  <a:pt x="713" y="887"/>
                </a:cubicBezTo>
                <a:cubicBezTo>
                  <a:pt x="640" y="929"/>
                  <a:pt x="558" y="951"/>
                  <a:pt x="475" y="951"/>
                </a:cubicBezTo>
                <a:cubicBezTo>
                  <a:pt x="391" y="951"/>
                  <a:pt x="310" y="929"/>
                  <a:pt x="238" y="887"/>
                </a:cubicBezTo>
                <a:cubicBezTo>
                  <a:pt x="165" y="845"/>
                  <a:pt x="104" y="785"/>
                  <a:pt x="63" y="713"/>
                </a:cubicBezTo>
                <a:cubicBezTo>
                  <a:pt x="21" y="641"/>
                  <a:pt x="0" y="559"/>
                  <a:pt x="0" y="475"/>
                </a:cubicBezTo>
                <a:cubicBezTo>
                  <a:pt x="0" y="392"/>
                  <a:pt x="22" y="310"/>
                  <a:pt x="63" y="237"/>
                </a:cubicBezTo>
                <a:cubicBezTo>
                  <a:pt x="105" y="165"/>
                  <a:pt x="165" y="104"/>
                  <a:pt x="238" y="63"/>
                </a:cubicBezTo>
                <a:cubicBezTo>
                  <a:pt x="310" y="21"/>
                  <a:pt x="391" y="0"/>
                  <a:pt x="475" y="0"/>
                </a:cubicBezTo>
                <a:cubicBezTo>
                  <a:pt x="558" y="0"/>
                  <a:pt x="640" y="21"/>
                  <a:pt x="713" y="63"/>
                </a:cubicBezTo>
                <a:cubicBezTo>
                  <a:pt x="785" y="104"/>
                  <a:pt x="846" y="164"/>
                  <a:pt x="888" y="237"/>
                </a:cubicBezTo>
                <a:cubicBezTo>
                  <a:pt x="929" y="309"/>
                  <a:pt x="951" y="392"/>
                  <a:pt x="951"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9" name=""/>
          <p:cNvSpPr txBox="1"/>
          <p:nvPr/>
        </p:nvSpPr>
        <p:spPr>
          <a:xfrm>
            <a:off x="599400" y="22449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1</a:t>
            </a:r>
            <a:endParaRPr b="1" lang="en-US" sz="1650" strike="noStrike" u="none">
              <a:solidFill>
                <a:srgbClr val="000000"/>
              </a:solidFill>
              <a:effectLst/>
              <a:uFillTx/>
              <a:latin typeface="Times New Roman"/>
              <a:ea typeface="Times New Roman"/>
            </a:endParaRPr>
          </a:p>
        </p:txBody>
      </p:sp>
      <p:sp>
        <p:nvSpPr>
          <p:cNvPr id="80" name=""/>
          <p:cNvSpPr txBox="1"/>
          <p:nvPr/>
        </p:nvSpPr>
        <p:spPr>
          <a:xfrm>
            <a:off x="1199160" y="2302200"/>
            <a:ext cx="133164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PROJECT</a:t>
            </a:r>
            <a:endParaRPr b="1" lang="en-US" sz="2250" strike="noStrike" u="none">
              <a:solidFill>
                <a:srgbClr val="000000"/>
              </a:solidFill>
              <a:effectLst/>
              <a:uFillTx/>
              <a:latin typeface="Times New Roman"/>
              <a:ea typeface="Times New Roman"/>
            </a:endParaRPr>
          </a:p>
        </p:txBody>
      </p:sp>
      <p:sp>
        <p:nvSpPr>
          <p:cNvPr id="81" name=""/>
          <p:cNvSpPr txBox="1"/>
          <p:nvPr/>
        </p:nvSpPr>
        <p:spPr>
          <a:xfrm>
            <a:off x="1008720" y="2635200"/>
            <a:ext cx="171540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START PACK</a:t>
            </a:r>
            <a:endParaRPr b="1" lang="en-US" sz="2170" strike="noStrike" u="none">
              <a:solidFill>
                <a:srgbClr val="000000"/>
              </a:solidFill>
              <a:effectLst/>
              <a:uFillTx/>
              <a:latin typeface="Times New Roman"/>
              <a:ea typeface="Times New Roman"/>
            </a:endParaRPr>
          </a:p>
        </p:txBody>
      </p:sp>
      <p:sp>
        <p:nvSpPr>
          <p:cNvPr id="82" name=""/>
          <p:cNvSpPr/>
          <p:nvPr/>
        </p:nvSpPr>
        <p:spPr>
          <a:xfrm>
            <a:off x="4239720" y="2097720"/>
            <a:ext cx="2950200" cy="1094040"/>
          </a:xfrm>
          <a:custGeom>
            <a:avLst/>
            <a:gdLst/>
            <a:ahLst/>
            <a:rect l="0" t="0" r="r" b="b"/>
            <a:pathLst>
              <a:path w="8195" h="3039">
                <a:moveTo>
                  <a:pt x="4098" y="3039"/>
                </a:moveTo>
                <a:lnTo>
                  <a:pt x="7825" y="3039"/>
                </a:lnTo>
                <a:cubicBezTo>
                  <a:pt x="8029" y="3039"/>
                  <a:pt x="8195" y="2873"/>
                  <a:pt x="8195" y="2669"/>
                </a:cubicBezTo>
                <a:lnTo>
                  <a:pt x="8195" y="370"/>
                </a:lnTo>
                <a:cubicBezTo>
                  <a:pt x="8195" y="165"/>
                  <a:pt x="8029" y="0"/>
                  <a:pt x="7825" y="0"/>
                </a:cubicBezTo>
                <a:lnTo>
                  <a:pt x="370" y="0"/>
                </a:lnTo>
                <a:cubicBezTo>
                  <a:pt x="166" y="0"/>
                  <a:pt x="0" y="165"/>
                  <a:pt x="0" y="370"/>
                </a:cubicBezTo>
                <a:lnTo>
                  <a:pt x="0" y="2669"/>
                </a:lnTo>
                <a:cubicBezTo>
                  <a:pt x="0" y="2873"/>
                  <a:pt x="166" y="3039"/>
                  <a:pt x="370" y="3039"/>
                </a:cubicBezTo>
                <a:lnTo>
                  <a:pt x="4098"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3" name=""/>
          <p:cNvSpPr/>
          <p:nvPr/>
        </p:nvSpPr>
        <p:spPr>
          <a:xfrm>
            <a:off x="4239720" y="2097720"/>
            <a:ext cx="2950200" cy="1094040"/>
          </a:xfrm>
          <a:custGeom>
            <a:avLst/>
            <a:gdLst/>
            <a:ahLst/>
            <a:rect l="0" t="0" r="r" b="b"/>
            <a:pathLst>
              <a:path w="8195" h="3039">
                <a:moveTo>
                  <a:pt x="4098" y="3039"/>
                </a:moveTo>
                <a:lnTo>
                  <a:pt x="7825" y="3039"/>
                </a:lnTo>
                <a:cubicBezTo>
                  <a:pt x="8029" y="3039"/>
                  <a:pt x="8195" y="2873"/>
                  <a:pt x="8195" y="2669"/>
                </a:cubicBezTo>
                <a:lnTo>
                  <a:pt x="8195" y="370"/>
                </a:lnTo>
                <a:cubicBezTo>
                  <a:pt x="8195" y="165"/>
                  <a:pt x="8029" y="0"/>
                  <a:pt x="7825" y="0"/>
                </a:cubicBezTo>
                <a:lnTo>
                  <a:pt x="370" y="0"/>
                </a:lnTo>
                <a:cubicBezTo>
                  <a:pt x="166" y="0"/>
                  <a:pt x="0" y="165"/>
                  <a:pt x="0" y="370"/>
                </a:cubicBezTo>
                <a:lnTo>
                  <a:pt x="0" y="2669"/>
                </a:lnTo>
                <a:cubicBezTo>
                  <a:pt x="0" y="2873"/>
                  <a:pt x="166" y="3039"/>
                  <a:pt x="370" y="3039"/>
                </a:cubicBezTo>
                <a:lnTo>
                  <a:pt x="4098"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84" name=""/>
          <p:cNvSpPr/>
          <p:nvPr/>
        </p:nvSpPr>
        <p:spPr>
          <a:xfrm>
            <a:off x="4325400" y="2183400"/>
            <a:ext cx="342720" cy="342360"/>
          </a:xfrm>
          <a:custGeom>
            <a:avLst/>
            <a:gdLst/>
            <a:ahLst/>
            <a:rect l="0" t="0" r="r" b="b"/>
            <a:pathLst>
              <a:path w="952" h="951">
                <a:moveTo>
                  <a:pt x="952" y="475"/>
                </a:moveTo>
                <a:cubicBezTo>
                  <a:pt x="952" y="559"/>
                  <a:pt x="930" y="641"/>
                  <a:pt x="888" y="713"/>
                </a:cubicBezTo>
                <a:cubicBezTo>
                  <a:pt x="846" y="785"/>
                  <a:pt x="786" y="845"/>
                  <a:pt x="714" y="887"/>
                </a:cubicBezTo>
                <a:cubicBezTo>
                  <a:pt x="642" y="929"/>
                  <a:pt x="559" y="951"/>
                  <a:pt x="476" y="951"/>
                </a:cubicBezTo>
                <a:cubicBezTo>
                  <a:pt x="392" y="951"/>
                  <a:pt x="310" y="929"/>
                  <a:pt x="238" y="887"/>
                </a:cubicBezTo>
                <a:cubicBezTo>
                  <a:pt x="165" y="845"/>
                  <a:pt x="106" y="785"/>
                  <a:pt x="64" y="713"/>
                </a:cubicBezTo>
                <a:cubicBezTo>
                  <a:pt x="22" y="641"/>
                  <a:pt x="0" y="559"/>
                  <a:pt x="0" y="475"/>
                </a:cubicBezTo>
                <a:cubicBezTo>
                  <a:pt x="0" y="392"/>
                  <a:pt x="22" y="310"/>
                  <a:pt x="64" y="237"/>
                </a:cubicBezTo>
                <a:cubicBezTo>
                  <a:pt x="106" y="165"/>
                  <a:pt x="165" y="104"/>
                  <a:pt x="238" y="63"/>
                </a:cubicBezTo>
                <a:cubicBezTo>
                  <a:pt x="310" y="21"/>
                  <a:pt x="393" y="0"/>
                  <a:pt x="476" y="0"/>
                </a:cubicBezTo>
                <a:cubicBezTo>
                  <a:pt x="560" y="0"/>
                  <a:pt x="642" y="21"/>
                  <a:pt x="714" y="63"/>
                </a:cubicBezTo>
                <a:cubicBezTo>
                  <a:pt x="786" y="104"/>
                  <a:pt x="846" y="165"/>
                  <a:pt x="888" y="237"/>
                </a:cubicBezTo>
                <a:cubicBezTo>
                  <a:pt x="930" y="310"/>
                  <a:pt x="952" y="392"/>
                  <a:pt x="952"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5" name=""/>
          <p:cNvSpPr/>
          <p:nvPr/>
        </p:nvSpPr>
        <p:spPr>
          <a:xfrm>
            <a:off x="4325400" y="2183400"/>
            <a:ext cx="342720" cy="342360"/>
          </a:xfrm>
          <a:custGeom>
            <a:avLst/>
            <a:gdLst/>
            <a:ahLst/>
            <a:rect l="0" t="0" r="r" b="b"/>
            <a:pathLst>
              <a:path w="952" h="951">
                <a:moveTo>
                  <a:pt x="952" y="475"/>
                </a:moveTo>
                <a:cubicBezTo>
                  <a:pt x="952" y="559"/>
                  <a:pt x="930" y="641"/>
                  <a:pt x="888" y="713"/>
                </a:cubicBezTo>
                <a:cubicBezTo>
                  <a:pt x="846" y="785"/>
                  <a:pt x="786" y="845"/>
                  <a:pt x="714" y="887"/>
                </a:cubicBezTo>
                <a:cubicBezTo>
                  <a:pt x="642" y="929"/>
                  <a:pt x="559" y="951"/>
                  <a:pt x="476" y="951"/>
                </a:cubicBezTo>
                <a:cubicBezTo>
                  <a:pt x="392" y="951"/>
                  <a:pt x="310" y="929"/>
                  <a:pt x="238" y="887"/>
                </a:cubicBezTo>
                <a:cubicBezTo>
                  <a:pt x="165" y="845"/>
                  <a:pt x="106" y="785"/>
                  <a:pt x="64" y="713"/>
                </a:cubicBezTo>
                <a:cubicBezTo>
                  <a:pt x="22" y="641"/>
                  <a:pt x="0" y="558"/>
                  <a:pt x="0" y="475"/>
                </a:cubicBezTo>
                <a:cubicBezTo>
                  <a:pt x="0" y="391"/>
                  <a:pt x="22" y="309"/>
                  <a:pt x="64" y="237"/>
                </a:cubicBezTo>
                <a:cubicBezTo>
                  <a:pt x="106" y="164"/>
                  <a:pt x="165" y="104"/>
                  <a:pt x="238" y="63"/>
                </a:cubicBezTo>
                <a:cubicBezTo>
                  <a:pt x="310" y="21"/>
                  <a:pt x="392" y="0"/>
                  <a:pt x="476" y="0"/>
                </a:cubicBezTo>
                <a:cubicBezTo>
                  <a:pt x="559" y="0"/>
                  <a:pt x="642" y="21"/>
                  <a:pt x="714" y="63"/>
                </a:cubicBezTo>
                <a:cubicBezTo>
                  <a:pt x="786" y="104"/>
                  <a:pt x="846" y="164"/>
                  <a:pt x="888" y="237"/>
                </a:cubicBezTo>
                <a:cubicBezTo>
                  <a:pt x="930" y="309"/>
                  <a:pt x="952" y="392"/>
                  <a:pt x="952"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86" name=""/>
          <p:cNvSpPr txBox="1"/>
          <p:nvPr/>
        </p:nvSpPr>
        <p:spPr>
          <a:xfrm>
            <a:off x="4453920" y="22449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2</a:t>
            </a:r>
            <a:endParaRPr b="1" lang="en-US" sz="1650" strike="noStrike" u="none">
              <a:solidFill>
                <a:srgbClr val="000000"/>
              </a:solidFill>
              <a:effectLst/>
              <a:uFillTx/>
              <a:latin typeface="Times New Roman"/>
              <a:ea typeface="Times New Roman"/>
            </a:endParaRPr>
          </a:p>
        </p:txBody>
      </p:sp>
      <p:sp>
        <p:nvSpPr>
          <p:cNvPr id="87" name=""/>
          <p:cNvSpPr txBox="1"/>
          <p:nvPr/>
        </p:nvSpPr>
        <p:spPr>
          <a:xfrm>
            <a:off x="5005800" y="2302200"/>
            <a:ext cx="144576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PROBLEM</a:t>
            </a:r>
            <a:endParaRPr b="1" lang="en-US" sz="2250" strike="noStrike" u="none">
              <a:solidFill>
                <a:srgbClr val="000000"/>
              </a:solidFill>
              <a:effectLst/>
              <a:uFillTx/>
              <a:latin typeface="Times New Roman"/>
              <a:ea typeface="Times New Roman"/>
            </a:endParaRPr>
          </a:p>
        </p:txBody>
      </p:sp>
      <p:sp>
        <p:nvSpPr>
          <p:cNvPr id="88" name=""/>
          <p:cNvSpPr txBox="1"/>
          <p:nvPr/>
        </p:nvSpPr>
        <p:spPr>
          <a:xfrm>
            <a:off x="5339160" y="263520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89" name=""/>
          <p:cNvSpPr txBox="1"/>
          <p:nvPr/>
        </p:nvSpPr>
        <p:spPr>
          <a:xfrm>
            <a:off x="4796640" y="2920320"/>
            <a:ext cx="1845720" cy="237240"/>
          </a:xfrm>
          <a:prstGeom prst="rect">
            <a:avLst/>
          </a:prstGeom>
          <a:noFill/>
          <a:ln w="0">
            <a:noFill/>
          </a:ln>
        </p:spPr>
        <p:txBody>
          <a:bodyPr wrap="none" lIns="0" rIns="0" tIns="0" bIns="0" anchor="t">
            <a:spAutoFit/>
          </a:bodyPr>
          <a:p>
            <a:r>
              <a:rPr b="0" i="1" lang="en-US" sz="1650" strike="noStrike" u="none">
                <a:solidFill>
                  <a:srgbClr val="000000"/>
                </a:solidFill>
                <a:effectLst/>
                <a:uFillTx/>
                <a:latin typeface="Times New Roman"/>
              </a:rPr>
              <a:t>local control: SCOPE</a:t>
            </a:r>
            <a:endParaRPr b="0" i="1" lang="en-US" sz="1650" strike="noStrike" u="none">
              <a:solidFill>
                <a:srgbClr val="000000"/>
              </a:solidFill>
              <a:effectLst/>
              <a:uFillTx/>
              <a:latin typeface="Times New Roman"/>
              <a:ea typeface="Times New Roman"/>
            </a:endParaRPr>
          </a:p>
        </p:txBody>
      </p:sp>
      <p:sp>
        <p:nvSpPr>
          <p:cNvPr id="90" name=""/>
          <p:cNvSpPr/>
          <p:nvPr/>
        </p:nvSpPr>
        <p:spPr>
          <a:xfrm>
            <a:off x="8093880" y="2097720"/>
            <a:ext cx="2950200" cy="1094040"/>
          </a:xfrm>
          <a:custGeom>
            <a:avLst/>
            <a:gdLst/>
            <a:ahLst/>
            <a:rect l="0" t="0" r="r" b="b"/>
            <a:pathLst>
              <a:path w="8195" h="3039">
                <a:moveTo>
                  <a:pt x="4098" y="3039"/>
                </a:moveTo>
                <a:lnTo>
                  <a:pt x="7825" y="3039"/>
                </a:lnTo>
                <a:cubicBezTo>
                  <a:pt x="8030" y="3039"/>
                  <a:pt x="8195" y="2873"/>
                  <a:pt x="8195" y="2669"/>
                </a:cubicBezTo>
                <a:lnTo>
                  <a:pt x="8195" y="370"/>
                </a:lnTo>
                <a:cubicBezTo>
                  <a:pt x="8195" y="165"/>
                  <a:pt x="8030" y="0"/>
                  <a:pt x="7825" y="0"/>
                </a:cubicBezTo>
                <a:lnTo>
                  <a:pt x="370" y="0"/>
                </a:lnTo>
                <a:cubicBezTo>
                  <a:pt x="166" y="0"/>
                  <a:pt x="0" y="165"/>
                  <a:pt x="0" y="370"/>
                </a:cubicBezTo>
                <a:lnTo>
                  <a:pt x="0" y="2669"/>
                </a:lnTo>
                <a:cubicBezTo>
                  <a:pt x="0" y="2873"/>
                  <a:pt x="166" y="3039"/>
                  <a:pt x="370" y="3039"/>
                </a:cubicBezTo>
                <a:lnTo>
                  <a:pt x="4098"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1" name=""/>
          <p:cNvSpPr/>
          <p:nvPr/>
        </p:nvSpPr>
        <p:spPr>
          <a:xfrm>
            <a:off x="8093880" y="2097720"/>
            <a:ext cx="2950200" cy="1094040"/>
          </a:xfrm>
          <a:custGeom>
            <a:avLst/>
            <a:gdLst/>
            <a:ahLst/>
            <a:rect l="0" t="0" r="r" b="b"/>
            <a:pathLst>
              <a:path w="8195" h="3039">
                <a:moveTo>
                  <a:pt x="4098" y="3039"/>
                </a:moveTo>
                <a:lnTo>
                  <a:pt x="7825" y="3039"/>
                </a:lnTo>
                <a:cubicBezTo>
                  <a:pt x="8030" y="3039"/>
                  <a:pt x="8195" y="2873"/>
                  <a:pt x="8195" y="2669"/>
                </a:cubicBezTo>
                <a:lnTo>
                  <a:pt x="8195" y="370"/>
                </a:lnTo>
                <a:cubicBezTo>
                  <a:pt x="8195" y="165"/>
                  <a:pt x="8030" y="0"/>
                  <a:pt x="7825" y="0"/>
                </a:cubicBezTo>
                <a:lnTo>
                  <a:pt x="370" y="0"/>
                </a:lnTo>
                <a:cubicBezTo>
                  <a:pt x="166" y="0"/>
                  <a:pt x="0" y="165"/>
                  <a:pt x="0" y="370"/>
                </a:cubicBezTo>
                <a:lnTo>
                  <a:pt x="0" y="2669"/>
                </a:lnTo>
                <a:cubicBezTo>
                  <a:pt x="0" y="2873"/>
                  <a:pt x="166" y="3039"/>
                  <a:pt x="370" y="3039"/>
                </a:cubicBezTo>
                <a:lnTo>
                  <a:pt x="4098"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92" name=""/>
          <p:cNvSpPr/>
          <p:nvPr/>
        </p:nvSpPr>
        <p:spPr>
          <a:xfrm>
            <a:off x="8179560" y="2183400"/>
            <a:ext cx="342720" cy="342360"/>
          </a:xfrm>
          <a:custGeom>
            <a:avLst/>
            <a:gdLst/>
            <a:ahLst/>
            <a:rect l="0" t="0" r="r" b="b"/>
            <a:pathLst>
              <a:path w="952" h="951">
                <a:moveTo>
                  <a:pt x="952" y="475"/>
                </a:moveTo>
                <a:cubicBezTo>
                  <a:pt x="952" y="559"/>
                  <a:pt x="930" y="641"/>
                  <a:pt x="888" y="713"/>
                </a:cubicBezTo>
                <a:cubicBezTo>
                  <a:pt x="846" y="785"/>
                  <a:pt x="787" y="845"/>
                  <a:pt x="714" y="887"/>
                </a:cubicBezTo>
                <a:cubicBezTo>
                  <a:pt x="642" y="929"/>
                  <a:pt x="560" y="951"/>
                  <a:pt x="476" y="951"/>
                </a:cubicBezTo>
                <a:cubicBezTo>
                  <a:pt x="393" y="951"/>
                  <a:pt x="310" y="929"/>
                  <a:pt x="238" y="887"/>
                </a:cubicBezTo>
                <a:cubicBezTo>
                  <a:pt x="166" y="845"/>
                  <a:pt x="106" y="785"/>
                  <a:pt x="64" y="713"/>
                </a:cubicBezTo>
                <a:cubicBezTo>
                  <a:pt x="22" y="641"/>
                  <a:pt x="0" y="559"/>
                  <a:pt x="0" y="475"/>
                </a:cubicBezTo>
                <a:cubicBezTo>
                  <a:pt x="0" y="392"/>
                  <a:pt x="22" y="310"/>
                  <a:pt x="64" y="237"/>
                </a:cubicBezTo>
                <a:cubicBezTo>
                  <a:pt x="106" y="165"/>
                  <a:pt x="166" y="104"/>
                  <a:pt x="238" y="63"/>
                </a:cubicBezTo>
                <a:cubicBezTo>
                  <a:pt x="310" y="21"/>
                  <a:pt x="392" y="0"/>
                  <a:pt x="476" y="0"/>
                </a:cubicBezTo>
                <a:cubicBezTo>
                  <a:pt x="559" y="0"/>
                  <a:pt x="642" y="21"/>
                  <a:pt x="714" y="63"/>
                </a:cubicBezTo>
                <a:cubicBezTo>
                  <a:pt x="787" y="104"/>
                  <a:pt x="846" y="165"/>
                  <a:pt x="888" y="237"/>
                </a:cubicBezTo>
                <a:cubicBezTo>
                  <a:pt x="930" y="310"/>
                  <a:pt x="952" y="392"/>
                  <a:pt x="952"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3" name=""/>
          <p:cNvSpPr/>
          <p:nvPr/>
        </p:nvSpPr>
        <p:spPr>
          <a:xfrm>
            <a:off x="8179560" y="2183400"/>
            <a:ext cx="342720" cy="342360"/>
          </a:xfrm>
          <a:custGeom>
            <a:avLst/>
            <a:gdLst/>
            <a:ahLst/>
            <a:rect l="0" t="0" r="r" b="b"/>
            <a:pathLst>
              <a:path w="952" h="951">
                <a:moveTo>
                  <a:pt x="952" y="475"/>
                </a:moveTo>
                <a:cubicBezTo>
                  <a:pt x="952" y="559"/>
                  <a:pt x="930" y="641"/>
                  <a:pt x="888" y="713"/>
                </a:cubicBezTo>
                <a:cubicBezTo>
                  <a:pt x="846" y="785"/>
                  <a:pt x="787" y="845"/>
                  <a:pt x="714" y="887"/>
                </a:cubicBezTo>
                <a:cubicBezTo>
                  <a:pt x="642" y="929"/>
                  <a:pt x="560" y="951"/>
                  <a:pt x="476" y="951"/>
                </a:cubicBezTo>
                <a:cubicBezTo>
                  <a:pt x="393" y="951"/>
                  <a:pt x="310" y="929"/>
                  <a:pt x="238" y="887"/>
                </a:cubicBezTo>
                <a:cubicBezTo>
                  <a:pt x="166" y="845"/>
                  <a:pt x="106" y="785"/>
                  <a:pt x="64" y="713"/>
                </a:cubicBezTo>
                <a:cubicBezTo>
                  <a:pt x="22" y="641"/>
                  <a:pt x="0" y="558"/>
                  <a:pt x="0" y="475"/>
                </a:cubicBezTo>
                <a:cubicBezTo>
                  <a:pt x="0" y="391"/>
                  <a:pt x="22" y="309"/>
                  <a:pt x="64" y="237"/>
                </a:cubicBezTo>
                <a:cubicBezTo>
                  <a:pt x="106" y="164"/>
                  <a:pt x="166" y="104"/>
                  <a:pt x="238" y="63"/>
                </a:cubicBezTo>
                <a:cubicBezTo>
                  <a:pt x="310" y="21"/>
                  <a:pt x="393" y="0"/>
                  <a:pt x="476" y="0"/>
                </a:cubicBezTo>
                <a:cubicBezTo>
                  <a:pt x="560" y="0"/>
                  <a:pt x="642" y="21"/>
                  <a:pt x="714" y="63"/>
                </a:cubicBezTo>
                <a:cubicBezTo>
                  <a:pt x="787" y="104"/>
                  <a:pt x="846" y="164"/>
                  <a:pt x="888" y="237"/>
                </a:cubicBezTo>
                <a:cubicBezTo>
                  <a:pt x="930" y="309"/>
                  <a:pt x="952" y="392"/>
                  <a:pt x="952"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94" name=""/>
          <p:cNvSpPr txBox="1"/>
          <p:nvPr/>
        </p:nvSpPr>
        <p:spPr>
          <a:xfrm>
            <a:off x="8308080" y="22449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3</a:t>
            </a:r>
            <a:endParaRPr b="1" lang="en-US" sz="1650" strike="noStrike" u="none">
              <a:solidFill>
                <a:srgbClr val="000000"/>
              </a:solidFill>
              <a:effectLst/>
              <a:uFillTx/>
              <a:latin typeface="Times New Roman"/>
              <a:ea typeface="Times New Roman"/>
            </a:endParaRPr>
          </a:p>
        </p:txBody>
      </p:sp>
      <p:sp>
        <p:nvSpPr>
          <p:cNvPr id="95" name=""/>
          <p:cNvSpPr txBox="1"/>
          <p:nvPr/>
        </p:nvSpPr>
        <p:spPr>
          <a:xfrm>
            <a:off x="8812440" y="2302200"/>
            <a:ext cx="150516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EVIDENCE</a:t>
            </a:r>
            <a:endParaRPr b="1" lang="en-US" sz="2250" strike="noStrike" u="none">
              <a:solidFill>
                <a:srgbClr val="000000"/>
              </a:solidFill>
              <a:effectLst/>
              <a:uFillTx/>
              <a:latin typeface="Times New Roman"/>
              <a:ea typeface="Times New Roman"/>
            </a:endParaRPr>
          </a:p>
        </p:txBody>
      </p:sp>
      <p:sp>
        <p:nvSpPr>
          <p:cNvPr id="96" name=""/>
          <p:cNvSpPr txBox="1"/>
          <p:nvPr/>
        </p:nvSpPr>
        <p:spPr>
          <a:xfrm>
            <a:off x="9192960" y="263520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97" name=""/>
          <p:cNvSpPr txBox="1"/>
          <p:nvPr/>
        </p:nvSpPr>
        <p:spPr>
          <a:xfrm>
            <a:off x="8574480" y="2920320"/>
            <a:ext cx="1998000" cy="237240"/>
          </a:xfrm>
          <a:prstGeom prst="rect">
            <a:avLst/>
          </a:prstGeom>
          <a:noFill/>
          <a:ln w="0">
            <a:noFill/>
          </a:ln>
        </p:spPr>
        <p:txBody>
          <a:bodyPr wrap="none" lIns="0" rIns="0" tIns="0" bIns="0" anchor="t">
            <a:spAutoFit/>
          </a:bodyPr>
          <a:p>
            <a:r>
              <a:rPr b="0" i="1" lang="en-US" sz="1650" strike="noStrike" u="none">
                <a:solidFill>
                  <a:srgbClr val="000000"/>
                </a:solidFill>
                <a:effectLst/>
                <a:uFillTx/>
                <a:latin typeface="Times New Roman"/>
              </a:rPr>
              <a:t>local control: CORPUS</a:t>
            </a:r>
            <a:endParaRPr b="0" i="1" lang="en-US" sz="1650" strike="noStrike" u="none">
              <a:solidFill>
                <a:srgbClr val="000000"/>
              </a:solidFill>
              <a:effectLst/>
              <a:uFillTx/>
              <a:latin typeface="Times New Roman"/>
              <a:ea typeface="Times New Roman"/>
            </a:endParaRPr>
          </a:p>
        </p:txBody>
      </p:sp>
      <p:sp>
        <p:nvSpPr>
          <p:cNvPr id="98" name=""/>
          <p:cNvSpPr/>
          <p:nvPr/>
        </p:nvSpPr>
        <p:spPr>
          <a:xfrm>
            <a:off x="8093880" y="3619800"/>
            <a:ext cx="2950200" cy="1093680"/>
          </a:xfrm>
          <a:custGeom>
            <a:avLst/>
            <a:gdLst/>
            <a:ahLst/>
            <a:rect l="0" t="0" r="r" b="b"/>
            <a:pathLst>
              <a:path w="8195" h="3038">
                <a:moveTo>
                  <a:pt x="4098" y="3038"/>
                </a:moveTo>
                <a:lnTo>
                  <a:pt x="7825" y="3038"/>
                </a:lnTo>
                <a:cubicBezTo>
                  <a:pt x="8030" y="3038"/>
                  <a:pt x="8195" y="2872"/>
                  <a:pt x="8195" y="2668"/>
                </a:cubicBezTo>
                <a:lnTo>
                  <a:pt x="8195" y="369"/>
                </a:lnTo>
                <a:cubicBezTo>
                  <a:pt x="8195" y="165"/>
                  <a:pt x="8030" y="0"/>
                  <a:pt x="7825" y="0"/>
                </a:cubicBezTo>
                <a:lnTo>
                  <a:pt x="370" y="0"/>
                </a:lnTo>
                <a:cubicBezTo>
                  <a:pt x="166" y="0"/>
                  <a:pt x="0" y="165"/>
                  <a:pt x="0" y="369"/>
                </a:cubicBezTo>
                <a:lnTo>
                  <a:pt x="0" y="2668"/>
                </a:lnTo>
                <a:cubicBezTo>
                  <a:pt x="0" y="2872"/>
                  <a:pt x="166" y="3038"/>
                  <a:pt x="370" y="3038"/>
                </a:cubicBezTo>
                <a:lnTo>
                  <a:pt x="4098" y="3038"/>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99" name=""/>
          <p:cNvSpPr/>
          <p:nvPr/>
        </p:nvSpPr>
        <p:spPr>
          <a:xfrm>
            <a:off x="8093880" y="3619800"/>
            <a:ext cx="2950200" cy="1093680"/>
          </a:xfrm>
          <a:custGeom>
            <a:avLst/>
            <a:gdLst/>
            <a:ahLst/>
            <a:rect l="0" t="0" r="r" b="b"/>
            <a:pathLst>
              <a:path w="8195" h="3038">
                <a:moveTo>
                  <a:pt x="4098" y="3038"/>
                </a:moveTo>
                <a:lnTo>
                  <a:pt x="7825" y="3038"/>
                </a:lnTo>
                <a:cubicBezTo>
                  <a:pt x="8030" y="3038"/>
                  <a:pt x="8195" y="2872"/>
                  <a:pt x="8195" y="2668"/>
                </a:cubicBezTo>
                <a:lnTo>
                  <a:pt x="8195" y="369"/>
                </a:lnTo>
                <a:cubicBezTo>
                  <a:pt x="8195" y="165"/>
                  <a:pt x="8030" y="0"/>
                  <a:pt x="7825" y="0"/>
                </a:cubicBezTo>
                <a:lnTo>
                  <a:pt x="370" y="0"/>
                </a:lnTo>
                <a:cubicBezTo>
                  <a:pt x="166" y="0"/>
                  <a:pt x="0" y="165"/>
                  <a:pt x="0" y="369"/>
                </a:cubicBezTo>
                <a:lnTo>
                  <a:pt x="0" y="2668"/>
                </a:lnTo>
                <a:cubicBezTo>
                  <a:pt x="0" y="2872"/>
                  <a:pt x="166" y="3038"/>
                  <a:pt x="370" y="3038"/>
                </a:cubicBezTo>
                <a:lnTo>
                  <a:pt x="4098" y="3038"/>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00" name=""/>
          <p:cNvSpPr/>
          <p:nvPr/>
        </p:nvSpPr>
        <p:spPr>
          <a:xfrm>
            <a:off x="8179560" y="3705480"/>
            <a:ext cx="342720" cy="342000"/>
          </a:xfrm>
          <a:custGeom>
            <a:avLst/>
            <a:gdLst/>
            <a:ahLst/>
            <a:rect l="0" t="0" r="r" b="b"/>
            <a:pathLst>
              <a:path w="952" h="950">
                <a:moveTo>
                  <a:pt x="952" y="474"/>
                </a:moveTo>
                <a:cubicBezTo>
                  <a:pt x="952" y="558"/>
                  <a:pt x="930" y="640"/>
                  <a:pt x="888" y="712"/>
                </a:cubicBezTo>
                <a:cubicBezTo>
                  <a:pt x="846" y="784"/>
                  <a:pt x="787" y="844"/>
                  <a:pt x="714" y="886"/>
                </a:cubicBezTo>
                <a:cubicBezTo>
                  <a:pt x="642" y="928"/>
                  <a:pt x="560" y="950"/>
                  <a:pt x="476" y="950"/>
                </a:cubicBezTo>
                <a:cubicBezTo>
                  <a:pt x="393" y="950"/>
                  <a:pt x="310" y="928"/>
                  <a:pt x="238" y="886"/>
                </a:cubicBezTo>
                <a:cubicBezTo>
                  <a:pt x="166" y="844"/>
                  <a:pt x="106" y="784"/>
                  <a:pt x="64" y="712"/>
                </a:cubicBezTo>
                <a:cubicBezTo>
                  <a:pt x="22" y="640"/>
                  <a:pt x="0" y="558"/>
                  <a:pt x="0" y="474"/>
                </a:cubicBezTo>
                <a:cubicBezTo>
                  <a:pt x="0" y="391"/>
                  <a:pt x="22" y="309"/>
                  <a:pt x="64" y="236"/>
                </a:cubicBezTo>
                <a:cubicBezTo>
                  <a:pt x="106" y="164"/>
                  <a:pt x="166" y="104"/>
                  <a:pt x="238" y="62"/>
                </a:cubicBezTo>
                <a:cubicBezTo>
                  <a:pt x="310" y="21"/>
                  <a:pt x="392" y="0"/>
                  <a:pt x="476" y="0"/>
                </a:cubicBezTo>
                <a:cubicBezTo>
                  <a:pt x="559" y="0"/>
                  <a:pt x="642" y="21"/>
                  <a:pt x="714" y="62"/>
                </a:cubicBezTo>
                <a:cubicBezTo>
                  <a:pt x="787" y="104"/>
                  <a:pt x="846" y="164"/>
                  <a:pt x="888" y="236"/>
                </a:cubicBezTo>
                <a:cubicBezTo>
                  <a:pt x="930" y="309"/>
                  <a:pt x="952" y="391"/>
                  <a:pt x="952" y="474"/>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1" name=""/>
          <p:cNvSpPr/>
          <p:nvPr/>
        </p:nvSpPr>
        <p:spPr>
          <a:xfrm>
            <a:off x="8179560" y="3705480"/>
            <a:ext cx="342720" cy="342000"/>
          </a:xfrm>
          <a:custGeom>
            <a:avLst/>
            <a:gdLst/>
            <a:ahLst/>
            <a:rect l="0" t="0" r="r" b="b"/>
            <a:pathLst>
              <a:path w="952" h="950">
                <a:moveTo>
                  <a:pt x="952" y="474"/>
                </a:moveTo>
                <a:cubicBezTo>
                  <a:pt x="952" y="558"/>
                  <a:pt x="930" y="640"/>
                  <a:pt x="888" y="712"/>
                </a:cubicBezTo>
                <a:cubicBezTo>
                  <a:pt x="846" y="784"/>
                  <a:pt x="787" y="844"/>
                  <a:pt x="714" y="886"/>
                </a:cubicBezTo>
                <a:cubicBezTo>
                  <a:pt x="642" y="928"/>
                  <a:pt x="560" y="950"/>
                  <a:pt x="476" y="950"/>
                </a:cubicBezTo>
                <a:cubicBezTo>
                  <a:pt x="393" y="950"/>
                  <a:pt x="310" y="928"/>
                  <a:pt x="238" y="886"/>
                </a:cubicBezTo>
                <a:cubicBezTo>
                  <a:pt x="166" y="844"/>
                  <a:pt x="106" y="784"/>
                  <a:pt x="64" y="712"/>
                </a:cubicBezTo>
                <a:cubicBezTo>
                  <a:pt x="22" y="640"/>
                  <a:pt x="0" y="558"/>
                  <a:pt x="0" y="474"/>
                </a:cubicBezTo>
                <a:cubicBezTo>
                  <a:pt x="0" y="391"/>
                  <a:pt x="22" y="309"/>
                  <a:pt x="64" y="236"/>
                </a:cubicBezTo>
                <a:cubicBezTo>
                  <a:pt x="106" y="164"/>
                  <a:pt x="166" y="104"/>
                  <a:pt x="238" y="62"/>
                </a:cubicBezTo>
                <a:cubicBezTo>
                  <a:pt x="310" y="21"/>
                  <a:pt x="393" y="0"/>
                  <a:pt x="476" y="0"/>
                </a:cubicBezTo>
                <a:cubicBezTo>
                  <a:pt x="560" y="0"/>
                  <a:pt x="642" y="21"/>
                  <a:pt x="714" y="62"/>
                </a:cubicBezTo>
                <a:cubicBezTo>
                  <a:pt x="787" y="104"/>
                  <a:pt x="846" y="164"/>
                  <a:pt x="888" y="236"/>
                </a:cubicBezTo>
                <a:cubicBezTo>
                  <a:pt x="930" y="309"/>
                  <a:pt x="952" y="391"/>
                  <a:pt x="952" y="474"/>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02" name=""/>
          <p:cNvSpPr txBox="1"/>
          <p:nvPr/>
        </p:nvSpPr>
        <p:spPr>
          <a:xfrm>
            <a:off x="8308080" y="376668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4</a:t>
            </a:r>
            <a:endParaRPr b="1" lang="en-US" sz="1650" strike="noStrike" u="none">
              <a:solidFill>
                <a:srgbClr val="000000"/>
              </a:solidFill>
              <a:effectLst/>
              <a:uFillTx/>
              <a:latin typeface="Times New Roman"/>
              <a:ea typeface="Times New Roman"/>
            </a:endParaRPr>
          </a:p>
        </p:txBody>
      </p:sp>
      <p:sp>
        <p:nvSpPr>
          <p:cNvPr id="103" name=""/>
          <p:cNvSpPr txBox="1"/>
          <p:nvPr/>
        </p:nvSpPr>
        <p:spPr>
          <a:xfrm>
            <a:off x="9021960" y="3823920"/>
            <a:ext cx="109368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DESIGN</a:t>
            </a:r>
            <a:endParaRPr b="1" lang="en-US" sz="2250" strike="noStrike" u="none">
              <a:solidFill>
                <a:srgbClr val="000000"/>
              </a:solidFill>
              <a:effectLst/>
              <a:uFillTx/>
              <a:latin typeface="Times New Roman"/>
              <a:ea typeface="Times New Roman"/>
            </a:endParaRPr>
          </a:p>
        </p:txBody>
      </p:sp>
      <p:sp>
        <p:nvSpPr>
          <p:cNvPr id="104" name=""/>
          <p:cNvSpPr txBox="1"/>
          <p:nvPr/>
        </p:nvSpPr>
        <p:spPr>
          <a:xfrm>
            <a:off x="9192960" y="415692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105" name=""/>
          <p:cNvSpPr txBox="1"/>
          <p:nvPr/>
        </p:nvSpPr>
        <p:spPr>
          <a:xfrm>
            <a:off x="8593560" y="4442040"/>
            <a:ext cx="1959840" cy="237240"/>
          </a:xfrm>
          <a:prstGeom prst="rect">
            <a:avLst/>
          </a:prstGeom>
          <a:noFill/>
          <a:ln w="0">
            <a:noFill/>
          </a:ln>
        </p:spPr>
        <p:txBody>
          <a:bodyPr wrap="none" lIns="0" rIns="0" tIns="0" bIns="0" anchor="t">
            <a:spAutoFit/>
          </a:bodyPr>
          <a:p>
            <a:r>
              <a:rPr b="0" i="1" lang="en-US" sz="1650" strike="noStrike" u="none">
                <a:solidFill>
                  <a:srgbClr val="000000"/>
                </a:solidFill>
                <a:effectLst/>
                <a:uFillTx/>
                <a:latin typeface="Times New Roman"/>
              </a:rPr>
              <a:t>local control: DECIDE</a:t>
            </a:r>
            <a:endParaRPr b="0" i="1" lang="en-US" sz="1650" strike="noStrike" u="none">
              <a:solidFill>
                <a:srgbClr val="000000"/>
              </a:solidFill>
              <a:effectLst/>
              <a:uFillTx/>
              <a:latin typeface="Times New Roman"/>
              <a:ea typeface="Times New Roman"/>
            </a:endParaRPr>
          </a:p>
        </p:txBody>
      </p:sp>
      <p:sp>
        <p:nvSpPr>
          <p:cNvPr id="106" name=""/>
          <p:cNvSpPr/>
          <p:nvPr/>
        </p:nvSpPr>
        <p:spPr>
          <a:xfrm>
            <a:off x="4239720" y="3619800"/>
            <a:ext cx="2950200" cy="1093680"/>
          </a:xfrm>
          <a:custGeom>
            <a:avLst/>
            <a:gdLst/>
            <a:ahLst/>
            <a:rect l="0" t="0" r="r" b="b"/>
            <a:pathLst>
              <a:path w="8195" h="3038">
                <a:moveTo>
                  <a:pt x="4098" y="3038"/>
                </a:moveTo>
                <a:lnTo>
                  <a:pt x="7825" y="3038"/>
                </a:lnTo>
                <a:cubicBezTo>
                  <a:pt x="8029" y="3038"/>
                  <a:pt x="8195" y="2872"/>
                  <a:pt x="8195" y="2668"/>
                </a:cubicBezTo>
                <a:lnTo>
                  <a:pt x="8195" y="369"/>
                </a:lnTo>
                <a:cubicBezTo>
                  <a:pt x="8195" y="165"/>
                  <a:pt x="8029" y="0"/>
                  <a:pt x="7825" y="0"/>
                </a:cubicBezTo>
                <a:lnTo>
                  <a:pt x="370" y="0"/>
                </a:lnTo>
                <a:cubicBezTo>
                  <a:pt x="166" y="0"/>
                  <a:pt x="0" y="165"/>
                  <a:pt x="0" y="369"/>
                </a:cubicBezTo>
                <a:lnTo>
                  <a:pt x="0" y="2668"/>
                </a:lnTo>
                <a:cubicBezTo>
                  <a:pt x="0" y="2872"/>
                  <a:pt x="166" y="3038"/>
                  <a:pt x="370" y="3038"/>
                </a:cubicBezTo>
                <a:lnTo>
                  <a:pt x="4098" y="3038"/>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7" name=""/>
          <p:cNvSpPr/>
          <p:nvPr/>
        </p:nvSpPr>
        <p:spPr>
          <a:xfrm>
            <a:off x="4239720" y="3619800"/>
            <a:ext cx="2950200" cy="1093680"/>
          </a:xfrm>
          <a:custGeom>
            <a:avLst/>
            <a:gdLst/>
            <a:ahLst/>
            <a:rect l="0" t="0" r="r" b="b"/>
            <a:pathLst>
              <a:path w="8195" h="3038">
                <a:moveTo>
                  <a:pt x="4098" y="3038"/>
                </a:moveTo>
                <a:lnTo>
                  <a:pt x="7825" y="3038"/>
                </a:lnTo>
                <a:cubicBezTo>
                  <a:pt x="8029" y="3038"/>
                  <a:pt x="8195" y="2872"/>
                  <a:pt x="8195" y="2668"/>
                </a:cubicBezTo>
                <a:lnTo>
                  <a:pt x="8195" y="369"/>
                </a:lnTo>
                <a:cubicBezTo>
                  <a:pt x="8195" y="165"/>
                  <a:pt x="8029" y="0"/>
                  <a:pt x="7825" y="0"/>
                </a:cubicBezTo>
                <a:lnTo>
                  <a:pt x="370" y="0"/>
                </a:lnTo>
                <a:cubicBezTo>
                  <a:pt x="166" y="0"/>
                  <a:pt x="0" y="165"/>
                  <a:pt x="0" y="369"/>
                </a:cubicBezTo>
                <a:lnTo>
                  <a:pt x="0" y="2668"/>
                </a:lnTo>
                <a:cubicBezTo>
                  <a:pt x="0" y="2872"/>
                  <a:pt x="166" y="3038"/>
                  <a:pt x="370" y="3038"/>
                </a:cubicBezTo>
                <a:lnTo>
                  <a:pt x="4098" y="3038"/>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08" name=""/>
          <p:cNvSpPr/>
          <p:nvPr/>
        </p:nvSpPr>
        <p:spPr>
          <a:xfrm>
            <a:off x="4325400" y="3705480"/>
            <a:ext cx="342720" cy="342000"/>
          </a:xfrm>
          <a:custGeom>
            <a:avLst/>
            <a:gdLst/>
            <a:ahLst/>
            <a:rect l="0" t="0" r="r" b="b"/>
            <a:pathLst>
              <a:path w="952" h="950">
                <a:moveTo>
                  <a:pt x="952" y="474"/>
                </a:moveTo>
                <a:cubicBezTo>
                  <a:pt x="952" y="558"/>
                  <a:pt x="930" y="640"/>
                  <a:pt x="888" y="712"/>
                </a:cubicBezTo>
                <a:cubicBezTo>
                  <a:pt x="846" y="784"/>
                  <a:pt x="786" y="844"/>
                  <a:pt x="714" y="886"/>
                </a:cubicBezTo>
                <a:cubicBezTo>
                  <a:pt x="642" y="928"/>
                  <a:pt x="559" y="950"/>
                  <a:pt x="476" y="950"/>
                </a:cubicBezTo>
                <a:cubicBezTo>
                  <a:pt x="392" y="950"/>
                  <a:pt x="310" y="928"/>
                  <a:pt x="238" y="886"/>
                </a:cubicBezTo>
                <a:cubicBezTo>
                  <a:pt x="165" y="844"/>
                  <a:pt x="106" y="784"/>
                  <a:pt x="64" y="712"/>
                </a:cubicBezTo>
                <a:cubicBezTo>
                  <a:pt x="22" y="640"/>
                  <a:pt x="0" y="558"/>
                  <a:pt x="0" y="474"/>
                </a:cubicBezTo>
                <a:cubicBezTo>
                  <a:pt x="0" y="391"/>
                  <a:pt x="22" y="309"/>
                  <a:pt x="64" y="236"/>
                </a:cubicBezTo>
                <a:cubicBezTo>
                  <a:pt x="106" y="164"/>
                  <a:pt x="165" y="104"/>
                  <a:pt x="238" y="62"/>
                </a:cubicBezTo>
                <a:cubicBezTo>
                  <a:pt x="310" y="21"/>
                  <a:pt x="393" y="0"/>
                  <a:pt x="476" y="0"/>
                </a:cubicBezTo>
                <a:cubicBezTo>
                  <a:pt x="560" y="0"/>
                  <a:pt x="642" y="21"/>
                  <a:pt x="714" y="62"/>
                </a:cubicBezTo>
                <a:cubicBezTo>
                  <a:pt x="786" y="104"/>
                  <a:pt x="846" y="164"/>
                  <a:pt x="888" y="236"/>
                </a:cubicBezTo>
                <a:cubicBezTo>
                  <a:pt x="930" y="309"/>
                  <a:pt x="952" y="391"/>
                  <a:pt x="952" y="474"/>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9" name=""/>
          <p:cNvSpPr/>
          <p:nvPr/>
        </p:nvSpPr>
        <p:spPr>
          <a:xfrm>
            <a:off x="4325400" y="3705480"/>
            <a:ext cx="342720" cy="342000"/>
          </a:xfrm>
          <a:custGeom>
            <a:avLst/>
            <a:gdLst/>
            <a:ahLst/>
            <a:rect l="0" t="0" r="r" b="b"/>
            <a:pathLst>
              <a:path w="952" h="950">
                <a:moveTo>
                  <a:pt x="952" y="474"/>
                </a:moveTo>
                <a:cubicBezTo>
                  <a:pt x="952" y="558"/>
                  <a:pt x="930" y="640"/>
                  <a:pt x="888" y="712"/>
                </a:cubicBezTo>
                <a:cubicBezTo>
                  <a:pt x="846" y="784"/>
                  <a:pt x="786" y="844"/>
                  <a:pt x="714" y="886"/>
                </a:cubicBezTo>
                <a:cubicBezTo>
                  <a:pt x="642" y="928"/>
                  <a:pt x="559" y="950"/>
                  <a:pt x="476" y="950"/>
                </a:cubicBezTo>
                <a:cubicBezTo>
                  <a:pt x="392" y="950"/>
                  <a:pt x="310" y="928"/>
                  <a:pt x="238" y="886"/>
                </a:cubicBezTo>
                <a:cubicBezTo>
                  <a:pt x="165" y="844"/>
                  <a:pt x="106" y="784"/>
                  <a:pt x="64" y="712"/>
                </a:cubicBezTo>
                <a:cubicBezTo>
                  <a:pt x="22" y="640"/>
                  <a:pt x="0" y="558"/>
                  <a:pt x="0" y="474"/>
                </a:cubicBezTo>
                <a:cubicBezTo>
                  <a:pt x="0" y="391"/>
                  <a:pt x="22" y="309"/>
                  <a:pt x="64" y="236"/>
                </a:cubicBezTo>
                <a:cubicBezTo>
                  <a:pt x="106" y="164"/>
                  <a:pt x="165" y="104"/>
                  <a:pt x="238" y="62"/>
                </a:cubicBezTo>
                <a:cubicBezTo>
                  <a:pt x="310" y="21"/>
                  <a:pt x="392" y="0"/>
                  <a:pt x="476" y="0"/>
                </a:cubicBezTo>
                <a:cubicBezTo>
                  <a:pt x="559" y="0"/>
                  <a:pt x="642" y="21"/>
                  <a:pt x="714" y="62"/>
                </a:cubicBezTo>
                <a:cubicBezTo>
                  <a:pt x="786" y="104"/>
                  <a:pt x="846" y="164"/>
                  <a:pt x="888" y="236"/>
                </a:cubicBezTo>
                <a:cubicBezTo>
                  <a:pt x="930" y="309"/>
                  <a:pt x="952" y="391"/>
                  <a:pt x="952" y="474"/>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10" name=""/>
          <p:cNvSpPr txBox="1"/>
          <p:nvPr/>
        </p:nvSpPr>
        <p:spPr>
          <a:xfrm>
            <a:off x="4453920" y="376668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5</a:t>
            </a:r>
            <a:endParaRPr b="1" lang="en-US" sz="1650" strike="noStrike" u="none">
              <a:solidFill>
                <a:srgbClr val="000000"/>
              </a:solidFill>
              <a:effectLst/>
              <a:uFillTx/>
              <a:latin typeface="Times New Roman"/>
              <a:ea typeface="Times New Roman"/>
            </a:endParaRPr>
          </a:p>
        </p:txBody>
      </p:sp>
      <p:sp>
        <p:nvSpPr>
          <p:cNvPr id="111" name=""/>
          <p:cNvSpPr txBox="1"/>
          <p:nvPr/>
        </p:nvSpPr>
        <p:spPr>
          <a:xfrm>
            <a:off x="4853880" y="3823920"/>
            <a:ext cx="173124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EXECUTION</a:t>
            </a:r>
            <a:endParaRPr b="1" lang="en-US" sz="2250" strike="noStrike" u="none">
              <a:solidFill>
                <a:srgbClr val="000000"/>
              </a:solidFill>
              <a:effectLst/>
              <a:uFillTx/>
              <a:latin typeface="Times New Roman"/>
              <a:ea typeface="Times New Roman"/>
            </a:endParaRPr>
          </a:p>
        </p:txBody>
      </p:sp>
      <p:sp>
        <p:nvSpPr>
          <p:cNvPr id="112" name=""/>
          <p:cNvSpPr txBox="1"/>
          <p:nvPr/>
        </p:nvSpPr>
        <p:spPr>
          <a:xfrm>
            <a:off x="5339160" y="415692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113" name=""/>
          <p:cNvSpPr/>
          <p:nvPr/>
        </p:nvSpPr>
        <p:spPr>
          <a:xfrm>
            <a:off x="385560" y="3619800"/>
            <a:ext cx="2950200" cy="1093680"/>
          </a:xfrm>
          <a:custGeom>
            <a:avLst/>
            <a:gdLst/>
            <a:ahLst/>
            <a:rect l="0" t="0" r="r" b="b"/>
            <a:pathLst>
              <a:path w="8195" h="3038">
                <a:moveTo>
                  <a:pt x="4097" y="3038"/>
                </a:moveTo>
                <a:lnTo>
                  <a:pt x="7825" y="3038"/>
                </a:lnTo>
                <a:cubicBezTo>
                  <a:pt x="8029" y="3038"/>
                  <a:pt x="8195" y="2872"/>
                  <a:pt x="8195" y="2668"/>
                </a:cubicBezTo>
                <a:lnTo>
                  <a:pt x="8195" y="369"/>
                </a:lnTo>
                <a:cubicBezTo>
                  <a:pt x="8195" y="165"/>
                  <a:pt x="8029" y="0"/>
                  <a:pt x="7825" y="0"/>
                </a:cubicBezTo>
                <a:lnTo>
                  <a:pt x="370" y="0"/>
                </a:lnTo>
                <a:cubicBezTo>
                  <a:pt x="165" y="0"/>
                  <a:pt x="0" y="165"/>
                  <a:pt x="0" y="369"/>
                </a:cubicBezTo>
                <a:lnTo>
                  <a:pt x="0" y="2668"/>
                </a:lnTo>
                <a:cubicBezTo>
                  <a:pt x="0" y="2872"/>
                  <a:pt x="165" y="3038"/>
                  <a:pt x="370" y="3038"/>
                </a:cubicBezTo>
                <a:lnTo>
                  <a:pt x="4097" y="3038"/>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14" name=""/>
          <p:cNvSpPr/>
          <p:nvPr/>
        </p:nvSpPr>
        <p:spPr>
          <a:xfrm>
            <a:off x="385560" y="3619800"/>
            <a:ext cx="2950200" cy="1093680"/>
          </a:xfrm>
          <a:custGeom>
            <a:avLst/>
            <a:gdLst/>
            <a:ahLst/>
            <a:rect l="0" t="0" r="r" b="b"/>
            <a:pathLst>
              <a:path w="8195" h="3038">
                <a:moveTo>
                  <a:pt x="4097" y="3038"/>
                </a:moveTo>
                <a:lnTo>
                  <a:pt x="7825" y="3038"/>
                </a:lnTo>
                <a:cubicBezTo>
                  <a:pt x="8029" y="3038"/>
                  <a:pt x="8195" y="2872"/>
                  <a:pt x="8195" y="2668"/>
                </a:cubicBezTo>
                <a:lnTo>
                  <a:pt x="8195" y="369"/>
                </a:lnTo>
                <a:cubicBezTo>
                  <a:pt x="8195" y="165"/>
                  <a:pt x="8029" y="0"/>
                  <a:pt x="7825" y="0"/>
                </a:cubicBezTo>
                <a:lnTo>
                  <a:pt x="370" y="0"/>
                </a:lnTo>
                <a:cubicBezTo>
                  <a:pt x="165" y="0"/>
                  <a:pt x="0" y="165"/>
                  <a:pt x="0" y="369"/>
                </a:cubicBezTo>
                <a:lnTo>
                  <a:pt x="0" y="2668"/>
                </a:lnTo>
                <a:cubicBezTo>
                  <a:pt x="0" y="2872"/>
                  <a:pt x="165" y="3038"/>
                  <a:pt x="370" y="3038"/>
                </a:cubicBezTo>
                <a:lnTo>
                  <a:pt x="4097" y="3038"/>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15" name=""/>
          <p:cNvSpPr/>
          <p:nvPr/>
        </p:nvSpPr>
        <p:spPr>
          <a:xfrm>
            <a:off x="471240" y="3705480"/>
            <a:ext cx="342360" cy="342000"/>
          </a:xfrm>
          <a:custGeom>
            <a:avLst/>
            <a:gdLst/>
            <a:ahLst/>
            <a:rect l="0" t="0" r="r" b="b"/>
            <a:pathLst>
              <a:path w="951" h="950">
                <a:moveTo>
                  <a:pt x="951" y="474"/>
                </a:moveTo>
                <a:cubicBezTo>
                  <a:pt x="951" y="558"/>
                  <a:pt x="929" y="640"/>
                  <a:pt x="888" y="712"/>
                </a:cubicBezTo>
                <a:cubicBezTo>
                  <a:pt x="846" y="784"/>
                  <a:pt x="785" y="844"/>
                  <a:pt x="713" y="886"/>
                </a:cubicBezTo>
                <a:cubicBezTo>
                  <a:pt x="640" y="928"/>
                  <a:pt x="558" y="950"/>
                  <a:pt x="475" y="950"/>
                </a:cubicBezTo>
                <a:cubicBezTo>
                  <a:pt x="391" y="950"/>
                  <a:pt x="310" y="928"/>
                  <a:pt x="238" y="886"/>
                </a:cubicBezTo>
                <a:cubicBezTo>
                  <a:pt x="165" y="844"/>
                  <a:pt x="104" y="784"/>
                  <a:pt x="63" y="712"/>
                </a:cubicBezTo>
                <a:cubicBezTo>
                  <a:pt x="21" y="640"/>
                  <a:pt x="0" y="558"/>
                  <a:pt x="0" y="474"/>
                </a:cubicBezTo>
                <a:cubicBezTo>
                  <a:pt x="0" y="391"/>
                  <a:pt x="22" y="309"/>
                  <a:pt x="63" y="236"/>
                </a:cubicBezTo>
                <a:cubicBezTo>
                  <a:pt x="105" y="164"/>
                  <a:pt x="165" y="104"/>
                  <a:pt x="238" y="62"/>
                </a:cubicBezTo>
                <a:cubicBezTo>
                  <a:pt x="310" y="21"/>
                  <a:pt x="392" y="0"/>
                  <a:pt x="475" y="0"/>
                </a:cubicBezTo>
                <a:cubicBezTo>
                  <a:pt x="559" y="0"/>
                  <a:pt x="640" y="21"/>
                  <a:pt x="713" y="62"/>
                </a:cubicBezTo>
                <a:cubicBezTo>
                  <a:pt x="785" y="104"/>
                  <a:pt x="846" y="164"/>
                  <a:pt x="888" y="236"/>
                </a:cubicBezTo>
                <a:cubicBezTo>
                  <a:pt x="929" y="309"/>
                  <a:pt x="951" y="391"/>
                  <a:pt x="951" y="474"/>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16" name=""/>
          <p:cNvSpPr/>
          <p:nvPr/>
        </p:nvSpPr>
        <p:spPr>
          <a:xfrm>
            <a:off x="471240" y="3705480"/>
            <a:ext cx="342360" cy="342000"/>
          </a:xfrm>
          <a:custGeom>
            <a:avLst/>
            <a:gdLst/>
            <a:ahLst/>
            <a:rect l="0" t="0" r="r" b="b"/>
            <a:pathLst>
              <a:path w="951" h="950">
                <a:moveTo>
                  <a:pt x="951" y="474"/>
                </a:moveTo>
                <a:cubicBezTo>
                  <a:pt x="951" y="558"/>
                  <a:pt x="929" y="640"/>
                  <a:pt x="888" y="712"/>
                </a:cubicBezTo>
                <a:cubicBezTo>
                  <a:pt x="846" y="784"/>
                  <a:pt x="785" y="844"/>
                  <a:pt x="713" y="886"/>
                </a:cubicBezTo>
                <a:cubicBezTo>
                  <a:pt x="640" y="928"/>
                  <a:pt x="558" y="950"/>
                  <a:pt x="475" y="950"/>
                </a:cubicBezTo>
                <a:cubicBezTo>
                  <a:pt x="391" y="950"/>
                  <a:pt x="310" y="928"/>
                  <a:pt x="238" y="886"/>
                </a:cubicBezTo>
                <a:cubicBezTo>
                  <a:pt x="165" y="844"/>
                  <a:pt x="104" y="784"/>
                  <a:pt x="63" y="712"/>
                </a:cubicBezTo>
                <a:cubicBezTo>
                  <a:pt x="21" y="640"/>
                  <a:pt x="0" y="558"/>
                  <a:pt x="0" y="474"/>
                </a:cubicBezTo>
                <a:cubicBezTo>
                  <a:pt x="0" y="391"/>
                  <a:pt x="22" y="309"/>
                  <a:pt x="63" y="236"/>
                </a:cubicBezTo>
                <a:cubicBezTo>
                  <a:pt x="105" y="164"/>
                  <a:pt x="165" y="104"/>
                  <a:pt x="238" y="62"/>
                </a:cubicBezTo>
                <a:cubicBezTo>
                  <a:pt x="310" y="21"/>
                  <a:pt x="391" y="0"/>
                  <a:pt x="475" y="0"/>
                </a:cubicBezTo>
                <a:cubicBezTo>
                  <a:pt x="558" y="0"/>
                  <a:pt x="640" y="21"/>
                  <a:pt x="713" y="62"/>
                </a:cubicBezTo>
                <a:cubicBezTo>
                  <a:pt x="785" y="104"/>
                  <a:pt x="846" y="164"/>
                  <a:pt x="888" y="236"/>
                </a:cubicBezTo>
                <a:cubicBezTo>
                  <a:pt x="929" y="309"/>
                  <a:pt x="951" y="391"/>
                  <a:pt x="951" y="474"/>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17" name=""/>
          <p:cNvSpPr txBox="1"/>
          <p:nvPr/>
        </p:nvSpPr>
        <p:spPr>
          <a:xfrm>
            <a:off x="599400" y="376668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6</a:t>
            </a:r>
            <a:endParaRPr b="1" lang="en-US" sz="1650" strike="noStrike" u="none">
              <a:solidFill>
                <a:srgbClr val="000000"/>
              </a:solidFill>
              <a:effectLst/>
              <a:uFillTx/>
              <a:latin typeface="Times New Roman"/>
              <a:ea typeface="Times New Roman"/>
            </a:endParaRPr>
          </a:p>
        </p:txBody>
      </p:sp>
      <p:sp>
        <p:nvSpPr>
          <p:cNvPr id="118" name=""/>
          <p:cNvSpPr txBox="1"/>
          <p:nvPr/>
        </p:nvSpPr>
        <p:spPr>
          <a:xfrm>
            <a:off x="1370520" y="3823920"/>
            <a:ext cx="98244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CLAIM</a:t>
            </a:r>
            <a:endParaRPr b="1" lang="en-US" sz="2250" strike="noStrike" u="none">
              <a:solidFill>
                <a:srgbClr val="000000"/>
              </a:solidFill>
              <a:effectLst/>
              <a:uFillTx/>
              <a:latin typeface="Times New Roman"/>
              <a:ea typeface="Times New Roman"/>
            </a:endParaRPr>
          </a:p>
        </p:txBody>
      </p:sp>
      <p:sp>
        <p:nvSpPr>
          <p:cNvPr id="119" name=""/>
          <p:cNvSpPr txBox="1"/>
          <p:nvPr/>
        </p:nvSpPr>
        <p:spPr>
          <a:xfrm>
            <a:off x="1484640" y="415692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120" name=""/>
          <p:cNvSpPr/>
          <p:nvPr/>
        </p:nvSpPr>
        <p:spPr>
          <a:xfrm>
            <a:off x="385560" y="5141520"/>
            <a:ext cx="2950200" cy="1094040"/>
          </a:xfrm>
          <a:custGeom>
            <a:avLst/>
            <a:gdLst/>
            <a:ahLst/>
            <a:rect l="0" t="0" r="r" b="b"/>
            <a:pathLst>
              <a:path w="8195" h="3039">
                <a:moveTo>
                  <a:pt x="4097" y="3039"/>
                </a:moveTo>
                <a:lnTo>
                  <a:pt x="7825" y="3039"/>
                </a:lnTo>
                <a:cubicBezTo>
                  <a:pt x="8029" y="3039"/>
                  <a:pt x="8195" y="2873"/>
                  <a:pt x="8195" y="2669"/>
                </a:cubicBezTo>
                <a:lnTo>
                  <a:pt x="8195" y="370"/>
                </a:lnTo>
                <a:cubicBezTo>
                  <a:pt x="8195" y="165"/>
                  <a:pt x="8029" y="0"/>
                  <a:pt x="7825" y="0"/>
                </a:cubicBezTo>
                <a:lnTo>
                  <a:pt x="370" y="0"/>
                </a:lnTo>
                <a:cubicBezTo>
                  <a:pt x="165" y="0"/>
                  <a:pt x="0" y="165"/>
                  <a:pt x="0" y="370"/>
                </a:cubicBezTo>
                <a:lnTo>
                  <a:pt x="0" y="2669"/>
                </a:lnTo>
                <a:cubicBezTo>
                  <a:pt x="0" y="2873"/>
                  <a:pt x="165" y="3039"/>
                  <a:pt x="370" y="3039"/>
                </a:cubicBezTo>
                <a:lnTo>
                  <a:pt x="4097"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1" name=""/>
          <p:cNvSpPr/>
          <p:nvPr/>
        </p:nvSpPr>
        <p:spPr>
          <a:xfrm>
            <a:off x="385560" y="5141520"/>
            <a:ext cx="2950200" cy="1094040"/>
          </a:xfrm>
          <a:custGeom>
            <a:avLst/>
            <a:gdLst/>
            <a:ahLst/>
            <a:rect l="0" t="0" r="r" b="b"/>
            <a:pathLst>
              <a:path w="8195" h="3039">
                <a:moveTo>
                  <a:pt x="4097" y="3039"/>
                </a:moveTo>
                <a:lnTo>
                  <a:pt x="7825" y="3039"/>
                </a:lnTo>
                <a:cubicBezTo>
                  <a:pt x="8029" y="3039"/>
                  <a:pt x="8195" y="2873"/>
                  <a:pt x="8195" y="2669"/>
                </a:cubicBezTo>
                <a:lnTo>
                  <a:pt x="8195" y="370"/>
                </a:lnTo>
                <a:cubicBezTo>
                  <a:pt x="8195" y="165"/>
                  <a:pt x="8029" y="0"/>
                  <a:pt x="7825" y="0"/>
                </a:cubicBezTo>
                <a:lnTo>
                  <a:pt x="370" y="0"/>
                </a:lnTo>
                <a:cubicBezTo>
                  <a:pt x="165" y="0"/>
                  <a:pt x="0" y="165"/>
                  <a:pt x="0" y="370"/>
                </a:cubicBezTo>
                <a:lnTo>
                  <a:pt x="0" y="2669"/>
                </a:lnTo>
                <a:cubicBezTo>
                  <a:pt x="0" y="2873"/>
                  <a:pt x="165" y="3039"/>
                  <a:pt x="370" y="3039"/>
                </a:cubicBezTo>
                <a:lnTo>
                  <a:pt x="4097"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2" name=""/>
          <p:cNvSpPr/>
          <p:nvPr/>
        </p:nvSpPr>
        <p:spPr>
          <a:xfrm>
            <a:off x="471240" y="5227200"/>
            <a:ext cx="342360" cy="342360"/>
          </a:xfrm>
          <a:custGeom>
            <a:avLst/>
            <a:gdLst/>
            <a:ahLst/>
            <a:rect l="0" t="0" r="r" b="b"/>
            <a:pathLst>
              <a:path w="951" h="951">
                <a:moveTo>
                  <a:pt x="951" y="475"/>
                </a:moveTo>
                <a:cubicBezTo>
                  <a:pt x="951" y="559"/>
                  <a:pt x="929" y="641"/>
                  <a:pt x="888" y="713"/>
                </a:cubicBezTo>
                <a:cubicBezTo>
                  <a:pt x="846" y="785"/>
                  <a:pt x="785" y="845"/>
                  <a:pt x="713" y="887"/>
                </a:cubicBezTo>
                <a:cubicBezTo>
                  <a:pt x="640" y="929"/>
                  <a:pt x="558" y="951"/>
                  <a:pt x="475" y="951"/>
                </a:cubicBezTo>
                <a:cubicBezTo>
                  <a:pt x="391" y="951"/>
                  <a:pt x="310" y="929"/>
                  <a:pt x="238" y="887"/>
                </a:cubicBezTo>
                <a:cubicBezTo>
                  <a:pt x="165" y="845"/>
                  <a:pt x="104" y="785"/>
                  <a:pt x="63" y="713"/>
                </a:cubicBezTo>
                <a:cubicBezTo>
                  <a:pt x="21" y="641"/>
                  <a:pt x="0" y="559"/>
                  <a:pt x="0" y="475"/>
                </a:cubicBezTo>
                <a:cubicBezTo>
                  <a:pt x="0" y="392"/>
                  <a:pt x="22" y="310"/>
                  <a:pt x="63" y="237"/>
                </a:cubicBezTo>
                <a:cubicBezTo>
                  <a:pt x="105" y="165"/>
                  <a:pt x="165" y="105"/>
                  <a:pt x="238" y="63"/>
                </a:cubicBezTo>
                <a:cubicBezTo>
                  <a:pt x="310" y="22"/>
                  <a:pt x="392" y="0"/>
                  <a:pt x="475" y="0"/>
                </a:cubicBezTo>
                <a:cubicBezTo>
                  <a:pt x="559" y="0"/>
                  <a:pt x="640" y="22"/>
                  <a:pt x="713" y="63"/>
                </a:cubicBezTo>
                <a:cubicBezTo>
                  <a:pt x="785" y="105"/>
                  <a:pt x="846" y="165"/>
                  <a:pt x="888" y="237"/>
                </a:cubicBezTo>
                <a:cubicBezTo>
                  <a:pt x="929" y="310"/>
                  <a:pt x="951" y="392"/>
                  <a:pt x="951"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3" name=""/>
          <p:cNvSpPr/>
          <p:nvPr/>
        </p:nvSpPr>
        <p:spPr>
          <a:xfrm>
            <a:off x="471240" y="5227200"/>
            <a:ext cx="342360" cy="342360"/>
          </a:xfrm>
          <a:custGeom>
            <a:avLst/>
            <a:gdLst/>
            <a:ahLst/>
            <a:rect l="0" t="0" r="r" b="b"/>
            <a:pathLst>
              <a:path w="951" h="951">
                <a:moveTo>
                  <a:pt x="951" y="475"/>
                </a:moveTo>
                <a:cubicBezTo>
                  <a:pt x="951" y="559"/>
                  <a:pt x="929" y="641"/>
                  <a:pt x="888" y="713"/>
                </a:cubicBezTo>
                <a:cubicBezTo>
                  <a:pt x="846" y="785"/>
                  <a:pt x="785" y="845"/>
                  <a:pt x="713" y="887"/>
                </a:cubicBezTo>
                <a:cubicBezTo>
                  <a:pt x="640" y="929"/>
                  <a:pt x="558" y="951"/>
                  <a:pt x="475" y="951"/>
                </a:cubicBezTo>
                <a:cubicBezTo>
                  <a:pt x="391" y="951"/>
                  <a:pt x="310" y="929"/>
                  <a:pt x="238" y="887"/>
                </a:cubicBezTo>
                <a:cubicBezTo>
                  <a:pt x="165" y="845"/>
                  <a:pt x="104" y="785"/>
                  <a:pt x="63" y="713"/>
                </a:cubicBezTo>
                <a:cubicBezTo>
                  <a:pt x="21" y="641"/>
                  <a:pt x="0" y="559"/>
                  <a:pt x="0" y="475"/>
                </a:cubicBezTo>
                <a:cubicBezTo>
                  <a:pt x="0" y="392"/>
                  <a:pt x="22" y="310"/>
                  <a:pt x="63" y="237"/>
                </a:cubicBezTo>
                <a:cubicBezTo>
                  <a:pt x="105" y="165"/>
                  <a:pt x="165" y="105"/>
                  <a:pt x="238" y="63"/>
                </a:cubicBezTo>
                <a:cubicBezTo>
                  <a:pt x="310" y="22"/>
                  <a:pt x="391" y="0"/>
                  <a:pt x="475" y="0"/>
                </a:cubicBezTo>
                <a:cubicBezTo>
                  <a:pt x="558" y="0"/>
                  <a:pt x="640" y="22"/>
                  <a:pt x="713" y="63"/>
                </a:cubicBezTo>
                <a:cubicBezTo>
                  <a:pt x="785" y="105"/>
                  <a:pt x="846" y="165"/>
                  <a:pt x="888" y="237"/>
                </a:cubicBezTo>
                <a:cubicBezTo>
                  <a:pt x="929" y="310"/>
                  <a:pt x="951" y="392"/>
                  <a:pt x="951"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24" name=""/>
          <p:cNvSpPr txBox="1"/>
          <p:nvPr/>
        </p:nvSpPr>
        <p:spPr>
          <a:xfrm>
            <a:off x="599400" y="52887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7</a:t>
            </a:r>
            <a:endParaRPr b="1" lang="en-US" sz="1650" strike="noStrike" u="none">
              <a:solidFill>
                <a:srgbClr val="000000"/>
              </a:solidFill>
              <a:effectLst/>
              <a:uFillTx/>
              <a:latin typeface="Times New Roman"/>
              <a:ea typeface="Times New Roman"/>
            </a:endParaRPr>
          </a:p>
        </p:txBody>
      </p:sp>
      <p:sp>
        <p:nvSpPr>
          <p:cNvPr id="125" name=""/>
          <p:cNvSpPr txBox="1"/>
          <p:nvPr/>
        </p:nvSpPr>
        <p:spPr>
          <a:xfrm>
            <a:off x="1018440" y="5346000"/>
            <a:ext cx="169488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ARGUMENT</a:t>
            </a:r>
            <a:endParaRPr b="1" lang="en-US" sz="2250" strike="noStrike" u="none">
              <a:solidFill>
                <a:srgbClr val="000000"/>
              </a:solidFill>
              <a:effectLst/>
              <a:uFillTx/>
              <a:latin typeface="Times New Roman"/>
              <a:ea typeface="Times New Roman"/>
            </a:endParaRPr>
          </a:p>
        </p:txBody>
      </p:sp>
      <p:sp>
        <p:nvSpPr>
          <p:cNvPr id="126" name=""/>
          <p:cNvSpPr txBox="1"/>
          <p:nvPr/>
        </p:nvSpPr>
        <p:spPr>
          <a:xfrm>
            <a:off x="1484640" y="567900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127" name=""/>
          <p:cNvSpPr/>
          <p:nvPr/>
        </p:nvSpPr>
        <p:spPr>
          <a:xfrm>
            <a:off x="4239720" y="5141520"/>
            <a:ext cx="2950200" cy="1094040"/>
          </a:xfrm>
          <a:custGeom>
            <a:avLst/>
            <a:gdLst/>
            <a:ahLst/>
            <a:rect l="0" t="0" r="r" b="b"/>
            <a:pathLst>
              <a:path w="8195" h="3039">
                <a:moveTo>
                  <a:pt x="4098" y="3039"/>
                </a:moveTo>
                <a:lnTo>
                  <a:pt x="7825" y="3039"/>
                </a:lnTo>
                <a:cubicBezTo>
                  <a:pt x="8029" y="3039"/>
                  <a:pt x="8195" y="2873"/>
                  <a:pt x="8195" y="2669"/>
                </a:cubicBezTo>
                <a:lnTo>
                  <a:pt x="8195" y="370"/>
                </a:lnTo>
                <a:cubicBezTo>
                  <a:pt x="8195" y="165"/>
                  <a:pt x="8029" y="0"/>
                  <a:pt x="7825" y="0"/>
                </a:cubicBezTo>
                <a:lnTo>
                  <a:pt x="370" y="0"/>
                </a:lnTo>
                <a:cubicBezTo>
                  <a:pt x="166" y="0"/>
                  <a:pt x="0" y="165"/>
                  <a:pt x="0" y="370"/>
                </a:cubicBezTo>
                <a:lnTo>
                  <a:pt x="0" y="2669"/>
                </a:lnTo>
                <a:cubicBezTo>
                  <a:pt x="0" y="2873"/>
                  <a:pt x="166" y="3039"/>
                  <a:pt x="370" y="3039"/>
                </a:cubicBezTo>
                <a:lnTo>
                  <a:pt x="4098"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28" name=""/>
          <p:cNvSpPr/>
          <p:nvPr/>
        </p:nvSpPr>
        <p:spPr>
          <a:xfrm>
            <a:off x="4239720" y="5141520"/>
            <a:ext cx="2950200" cy="1094040"/>
          </a:xfrm>
          <a:custGeom>
            <a:avLst/>
            <a:gdLst/>
            <a:ahLst/>
            <a:rect l="0" t="0" r="r" b="b"/>
            <a:pathLst>
              <a:path w="8195" h="3039">
                <a:moveTo>
                  <a:pt x="4098" y="3039"/>
                </a:moveTo>
                <a:lnTo>
                  <a:pt x="7825" y="3039"/>
                </a:lnTo>
                <a:cubicBezTo>
                  <a:pt x="8029" y="3039"/>
                  <a:pt x="8195" y="2873"/>
                  <a:pt x="8195" y="2669"/>
                </a:cubicBezTo>
                <a:lnTo>
                  <a:pt x="8195" y="370"/>
                </a:lnTo>
                <a:cubicBezTo>
                  <a:pt x="8195" y="165"/>
                  <a:pt x="8029" y="0"/>
                  <a:pt x="7825" y="0"/>
                </a:cubicBezTo>
                <a:lnTo>
                  <a:pt x="370" y="0"/>
                </a:lnTo>
                <a:cubicBezTo>
                  <a:pt x="166" y="0"/>
                  <a:pt x="0" y="165"/>
                  <a:pt x="0" y="370"/>
                </a:cubicBezTo>
                <a:lnTo>
                  <a:pt x="0" y="2669"/>
                </a:lnTo>
                <a:cubicBezTo>
                  <a:pt x="0" y="2873"/>
                  <a:pt x="166" y="3039"/>
                  <a:pt x="370" y="3039"/>
                </a:cubicBezTo>
                <a:lnTo>
                  <a:pt x="4098"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29" name=""/>
          <p:cNvSpPr/>
          <p:nvPr/>
        </p:nvSpPr>
        <p:spPr>
          <a:xfrm>
            <a:off x="4325400" y="5227200"/>
            <a:ext cx="342720" cy="342360"/>
          </a:xfrm>
          <a:custGeom>
            <a:avLst/>
            <a:gdLst/>
            <a:ahLst/>
            <a:rect l="0" t="0" r="r" b="b"/>
            <a:pathLst>
              <a:path w="952" h="951">
                <a:moveTo>
                  <a:pt x="952" y="475"/>
                </a:moveTo>
                <a:cubicBezTo>
                  <a:pt x="952" y="559"/>
                  <a:pt x="930" y="641"/>
                  <a:pt x="888" y="713"/>
                </a:cubicBezTo>
                <a:cubicBezTo>
                  <a:pt x="846" y="785"/>
                  <a:pt x="786" y="845"/>
                  <a:pt x="714" y="887"/>
                </a:cubicBezTo>
                <a:cubicBezTo>
                  <a:pt x="642" y="929"/>
                  <a:pt x="559" y="951"/>
                  <a:pt x="476" y="951"/>
                </a:cubicBezTo>
                <a:cubicBezTo>
                  <a:pt x="392" y="951"/>
                  <a:pt x="310" y="929"/>
                  <a:pt x="238" y="887"/>
                </a:cubicBezTo>
                <a:cubicBezTo>
                  <a:pt x="165" y="845"/>
                  <a:pt x="106" y="785"/>
                  <a:pt x="64" y="713"/>
                </a:cubicBezTo>
                <a:cubicBezTo>
                  <a:pt x="22" y="641"/>
                  <a:pt x="0" y="559"/>
                  <a:pt x="0" y="475"/>
                </a:cubicBezTo>
                <a:cubicBezTo>
                  <a:pt x="0" y="392"/>
                  <a:pt x="22" y="310"/>
                  <a:pt x="64" y="237"/>
                </a:cubicBezTo>
                <a:cubicBezTo>
                  <a:pt x="106" y="165"/>
                  <a:pt x="165" y="105"/>
                  <a:pt x="238" y="63"/>
                </a:cubicBezTo>
                <a:cubicBezTo>
                  <a:pt x="310" y="22"/>
                  <a:pt x="393" y="0"/>
                  <a:pt x="476" y="0"/>
                </a:cubicBezTo>
                <a:cubicBezTo>
                  <a:pt x="560" y="0"/>
                  <a:pt x="642" y="22"/>
                  <a:pt x="714" y="63"/>
                </a:cubicBezTo>
                <a:cubicBezTo>
                  <a:pt x="786" y="105"/>
                  <a:pt x="846" y="165"/>
                  <a:pt x="888" y="237"/>
                </a:cubicBezTo>
                <a:cubicBezTo>
                  <a:pt x="930" y="310"/>
                  <a:pt x="952" y="392"/>
                  <a:pt x="952"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30" name=""/>
          <p:cNvSpPr/>
          <p:nvPr/>
        </p:nvSpPr>
        <p:spPr>
          <a:xfrm>
            <a:off x="4325400" y="5227200"/>
            <a:ext cx="342720" cy="342360"/>
          </a:xfrm>
          <a:custGeom>
            <a:avLst/>
            <a:gdLst/>
            <a:ahLst/>
            <a:rect l="0" t="0" r="r" b="b"/>
            <a:pathLst>
              <a:path w="952" h="951">
                <a:moveTo>
                  <a:pt x="952" y="475"/>
                </a:moveTo>
                <a:cubicBezTo>
                  <a:pt x="952" y="559"/>
                  <a:pt x="930" y="641"/>
                  <a:pt x="888" y="713"/>
                </a:cubicBezTo>
                <a:cubicBezTo>
                  <a:pt x="846" y="785"/>
                  <a:pt x="786" y="845"/>
                  <a:pt x="714" y="887"/>
                </a:cubicBezTo>
                <a:cubicBezTo>
                  <a:pt x="642" y="929"/>
                  <a:pt x="559" y="951"/>
                  <a:pt x="476" y="951"/>
                </a:cubicBezTo>
                <a:cubicBezTo>
                  <a:pt x="392" y="951"/>
                  <a:pt x="310" y="929"/>
                  <a:pt x="238" y="887"/>
                </a:cubicBezTo>
                <a:cubicBezTo>
                  <a:pt x="165" y="845"/>
                  <a:pt x="106" y="785"/>
                  <a:pt x="64" y="713"/>
                </a:cubicBezTo>
                <a:cubicBezTo>
                  <a:pt x="22" y="641"/>
                  <a:pt x="0" y="559"/>
                  <a:pt x="0" y="475"/>
                </a:cubicBezTo>
                <a:cubicBezTo>
                  <a:pt x="0" y="392"/>
                  <a:pt x="22" y="310"/>
                  <a:pt x="64" y="237"/>
                </a:cubicBezTo>
                <a:cubicBezTo>
                  <a:pt x="106" y="165"/>
                  <a:pt x="165" y="105"/>
                  <a:pt x="238" y="63"/>
                </a:cubicBezTo>
                <a:cubicBezTo>
                  <a:pt x="310" y="22"/>
                  <a:pt x="392" y="0"/>
                  <a:pt x="476" y="0"/>
                </a:cubicBezTo>
                <a:cubicBezTo>
                  <a:pt x="559" y="0"/>
                  <a:pt x="642" y="22"/>
                  <a:pt x="714" y="63"/>
                </a:cubicBezTo>
                <a:cubicBezTo>
                  <a:pt x="786" y="105"/>
                  <a:pt x="846" y="165"/>
                  <a:pt x="888" y="237"/>
                </a:cubicBezTo>
                <a:cubicBezTo>
                  <a:pt x="930" y="310"/>
                  <a:pt x="952" y="392"/>
                  <a:pt x="952"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31" name=""/>
          <p:cNvSpPr txBox="1"/>
          <p:nvPr/>
        </p:nvSpPr>
        <p:spPr>
          <a:xfrm>
            <a:off x="4453920" y="52887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8</a:t>
            </a:r>
            <a:endParaRPr b="1" lang="en-US" sz="1650" strike="noStrike" u="none">
              <a:solidFill>
                <a:srgbClr val="000000"/>
              </a:solidFill>
              <a:effectLst/>
              <a:uFillTx/>
              <a:latin typeface="Times New Roman"/>
              <a:ea typeface="Times New Roman"/>
            </a:endParaRPr>
          </a:p>
        </p:txBody>
      </p:sp>
      <p:sp>
        <p:nvSpPr>
          <p:cNvPr id="132" name=""/>
          <p:cNvSpPr txBox="1"/>
          <p:nvPr/>
        </p:nvSpPr>
        <p:spPr>
          <a:xfrm>
            <a:off x="4901400" y="5346000"/>
            <a:ext cx="162684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EDITORIAL</a:t>
            </a:r>
            <a:endParaRPr b="1" lang="en-US" sz="2250" strike="noStrike" u="none">
              <a:solidFill>
                <a:srgbClr val="000000"/>
              </a:solidFill>
              <a:effectLst/>
              <a:uFillTx/>
              <a:latin typeface="Times New Roman"/>
              <a:ea typeface="Times New Roman"/>
            </a:endParaRPr>
          </a:p>
        </p:txBody>
      </p:sp>
      <p:sp>
        <p:nvSpPr>
          <p:cNvPr id="133" name=""/>
          <p:cNvSpPr txBox="1"/>
          <p:nvPr/>
        </p:nvSpPr>
        <p:spPr>
          <a:xfrm>
            <a:off x="5339160" y="5679000"/>
            <a:ext cx="76212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GATE</a:t>
            </a:r>
            <a:endParaRPr b="1" lang="en-US" sz="2170" strike="noStrike" u="none">
              <a:solidFill>
                <a:srgbClr val="000000"/>
              </a:solidFill>
              <a:effectLst/>
              <a:uFillTx/>
              <a:latin typeface="Times New Roman"/>
              <a:ea typeface="Times New Roman"/>
            </a:endParaRPr>
          </a:p>
        </p:txBody>
      </p:sp>
      <p:sp>
        <p:nvSpPr>
          <p:cNvPr id="134" name=""/>
          <p:cNvSpPr/>
          <p:nvPr/>
        </p:nvSpPr>
        <p:spPr>
          <a:xfrm>
            <a:off x="8093880" y="5141520"/>
            <a:ext cx="2950200" cy="1094040"/>
          </a:xfrm>
          <a:custGeom>
            <a:avLst/>
            <a:gdLst/>
            <a:ahLst/>
            <a:rect l="0" t="0" r="r" b="b"/>
            <a:pathLst>
              <a:path w="8195" h="3039">
                <a:moveTo>
                  <a:pt x="4098" y="3039"/>
                </a:moveTo>
                <a:lnTo>
                  <a:pt x="7825" y="3039"/>
                </a:lnTo>
                <a:cubicBezTo>
                  <a:pt x="8030" y="3039"/>
                  <a:pt x="8195" y="2873"/>
                  <a:pt x="8195" y="2669"/>
                </a:cubicBezTo>
                <a:lnTo>
                  <a:pt x="8195" y="370"/>
                </a:lnTo>
                <a:cubicBezTo>
                  <a:pt x="8195" y="165"/>
                  <a:pt x="8030" y="0"/>
                  <a:pt x="7825" y="0"/>
                </a:cubicBezTo>
                <a:lnTo>
                  <a:pt x="370" y="0"/>
                </a:lnTo>
                <a:cubicBezTo>
                  <a:pt x="166" y="0"/>
                  <a:pt x="0" y="165"/>
                  <a:pt x="0" y="370"/>
                </a:cubicBezTo>
                <a:lnTo>
                  <a:pt x="0" y="2669"/>
                </a:lnTo>
                <a:cubicBezTo>
                  <a:pt x="0" y="2873"/>
                  <a:pt x="166" y="3039"/>
                  <a:pt x="370" y="3039"/>
                </a:cubicBezTo>
                <a:lnTo>
                  <a:pt x="4098" y="3039"/>
                </a:lnTo>
                <a:close/>
              </a:path>
            </a:pathLst>
          </a:custGeom>
          <a:solidFill>
            <a:srgbClr val="eeeeee"/>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35" name=""/>
          <p:cNvSpPr/>
          <p:nvPr/>
        </p:nvSpPr>
        <p:spPr>
          <a:xfrm>
            <a:off x="8093880" y="5141520"/>
            <a:ext cx="2950200" cy="1094040"/>
          </a:xfrm>
          <a:custGeom>
            <a:avLst/>
            <a:gdLst/>
            <a:ahLst/>
            <a:rect l="0" t="0" r="r" b="b"/>
            <a:pathLst>
              <a:path w="8195" h="3039">
                <a:moveTo>
                  <a:pt x="4098" y="3039"/>
                </a:moveTo>
                <a:lnTo>
                  <a:pt x="7825" y="3039"/>
                </a:lnTo>
                <a:cubicBezTo>
                  <a:pt x="8030" y="3039"/>
                  <a:pt x="8195" y="2873"/>
                  <a:pt x="8195" y="2669"/>
                </a:cubicBezTo>
                <a:lnTo>
                  <a:pt x="8195" y="370"/>
                </a:lnTo>
                <a:cubicBezTo>
                  <a:pt x="8195" y="165"/>
                  <a:pt x="8030" y="0"/>
                  <a:pt x="7825" y="0"/>
                </a:cubicBezTo>
                <a:lnTo>
                  <a:pt x="370" y="0"/>
                </a:lnTo>
                <a:cubicBezTo>
                  <a:pt x="166" y="0"/>
                  <a:pt x="0" y="165"/>
                  <a:pt x="0" y="370"/>
                </a:cubicBezTo>
                <a:lnTo>
                  <a:pt x="0" y="2669"/>
                </a:lnTo>
                <a:cubicBezTo>
                  <a:pt x="0" y="2873"/>
                  <a:pt x="166" y="3039"/>
                  <a:pt x="370" y="3039"/>
                </a:cubicBezTo>
                <a:lnTo>
                  <a:pt x="4098" y="3039"/>
                </a:lnTo>
                <a:close/>
              </a:path>
            </a:pathLst>
          </a:custGeom>
          <a:noFill/>
          <a:ln w="28440">
            <a:solidFill>
              <a:srgbClr val="333333"/>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36" name=""/>
          <p:cNvSpPr/>
          <p:nvPr/>
        </p:nvSpPr>
        <p:spPr>
          <a:xfrm>
            <a:off x="8179560" y="5227200"/>
            <a:ext cx="342720" cy="342360"/>
          </a:xfrm>
          <a:custGeom>
            <a:avLst/>
            <a:gdLst/>
            <a:ahLst/>
            <a:rect l="0" t="0" r="r" b="b"/>
            <a:pathLst>
              <a:path w="952" h="951">
                <a:moveTo>
                  <a:pt x="952" y="475"/>
                </a:moveTo>
                <a:cubicBezTo>
                  <a:pt x="952" y="559"/>
                  <a:pt x="930" y="641"/>
                  <a:pt x="888" y="713"/>
                </a:cubicBezTo>
                <a:cubicBezTo>
                  <a:pt x="846" y="785"/>
                  <a:pt x="787" y="845"/>
                  <a:pt x="714" y="887"/>
                </a:cubicBezTo>
                <a:cubicBezTo>
                  <a:pt x="642" y="929"/>
                  <a:pt x="560" y="951"/>
                  <a:pt x="476" y="951"/>
                </a:cubicBezTo>
                <a:cubicBezTo>
                  <a:pt x="393" y="951"/>
                  <a:pt x="310" y="929"/>
                  <a:pt x="238" y="887"/>
                </a:cubicBezTo>
                <a:cubicBezTo>
                  <a:pt x="166" y="845"/>
                  <a:pt x="106" y="785"/>
                  <a:pt x="64" y="713"/>
                </a:cubicBezTo>
                <a:cubicBezTo>
                  <a:pt x="22" y="641"/>
                  <a:pt x="0" y="559"/>
                  <a:pt x="0" y="475"/>
                </a:cubicBezTo>
                <a:cubicBezTo>
                  <a:pt x="0" y="392"/>
                  <a:pt x="22" y="310"/>
                  <a:pt x="64" y="237"/>
                </a:cubicBezTo>
                <a:cubicBezTo>
                  <a:pt x="106" y="165"/>
                  <a:pt x="166" y="105"/>
                  <a:pt x="238" y="63"/>
                </a:cubicBezTo>
                <a:cubicBezTo>
                  <a:pt x="310" y="22"/>
                  <a:pt x="392" y="0"/>
                  <a:pt x="476" y="0"/>
                </a:cubicBezTo>
                <a:cubicBezTo>
                  <a:pt x="559" y="0"/>
                  <a:pt x="642" y="22"/>
                  <a:pt x="714" y="63"/>
                </a:cubicBezTo>
                <a:cubicBezTo>
                  <a:pt x="787" y="105"/>
                  <a:pt x="846" y="165"/>
                  <a:pt x="888" y="237"/>
                </a:cubicBezTo>
                <a:cubicBezTo>
                  <a:pt x="930" y="310"/>
                  <a:pt x="952" y="392"/>
                  <a:pt x="952" y="475"/>
                </a:cubicBez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37" name=""/>
          <p:cNvSpPr/>
          <p:nvPr/>
        </p:nvSpPr>
        <p:spPr>
          <a:xfrm>
            <a:off x="8179560" y="5227200"/>
            <a:ext cx="342720" cy="342360"/>
          </a:xfrm>
          <a:custGeom>
            <a:avLst/>
            <a:gdLst/>
            <a:ahLst/>
            <a:rect l="0" t="0" r="r" b="b"/>
            <a:pathLst>
              <a:path w="952" h="951">
                <a:moveTo>
                  <a:pt x="952" y="475"/>
                </a:moveTo>
                <a:cubicBezTo>
                  <a:pt x="952" y="559"/>
                  <a:pt x="930" y="641"/>
                  <a:pt x="888" y="713"/>
                </a:cubicBezTo>
                <a:cubicBezTo>
                  <a:pt x="846" y="785"/>
                  <a:pt x="787" y="845"/>
                  <a:pt x="714" y="887"/>
                </a:cubicBezTo>
                <a:cubicBezTo>
                  <a:pt x="642" y="929"/>
                  <a:pt x="560" y="951"/>
                  <a:pt x="476" y="951"/>
                </a:cubicBezTo>
                <a:cubicBezTo>
                  <a:pt x="393" y="951"/>
                  <a:pt x="310" y="929"/>
                  <a:pt x="238" y="887"/>
                </a:cubicBezTo>
                <a:cubicBezTo>
                  <a:pt x="166" y="845"/>
                  <a:pt x="106" y="785"/>
                  <a:pt x="64" y="713"/>
                </a:cubicBezTo>
                <a:cubicBezTo>
                  <a:pt x="22" y="641"/>
                  <a:pt x="0" y="559"/>
                  <a:pt x="0" y="475"/>
                </a:cubicBezTo>
                <a:cubicBezTo>
                  <a:pt x="0" y="392"/>
                  <a:pt x="22" y="310"/>
                  <a:pt x="64" y="237"/>
                </a:cubicBezTo>
                <a:cubicBezTo>
                  <a:pt x="106" y="165"/>
                  <a:pt x="166" y="105"/>
                  <a:pt x="238" y="63"/>
                </a:cubicBezTo>
                <a:cubicBezTo>
                  <a:pt x="310" y="22"/>
                  <a:pt x="393" y="0"/>
                  <a:pt x="476" y="0"/>
                </a:cubicBezTo>
                <a:cubicBezTo>
                  <a:pt x="560" y="0"/>
                  <a:pt x="642" y="22"/>
                  <a:pt x="714" y="63"/>
                </a:cubicBezTo>
                <a:cubicBezTo>
                  <a:pt x="787" y="105"/>
                  <a:pt x="846" y="165"/>
                  <a:pt x="888" y="237"/>
                </a:cubicBezTo>
                <a:cubicBezTo>
                  <a:pt x="930" y="310"/>
                  <a:pt x="952" y="392"/>
                  <a:pt x="952" y="475"/>
                </a:cubicBezTo>
                <a:close/>
              </a:path>
            </a:pathLst>
          </a:custGeom>
          <a:noFill/>
          <a:ln w="19080">
            <a:solidFill>
              <a:srgbClr val="555555"/>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138" name=""/>
          <p:cNvSpPr txBox="1"/>
          <p:nvPr/>
        </p:nvSpPr>
        <p:spPr>
          <a:xfrm>
            <a:off x="8308080" y="5288760"/>
            <a:ext cx="105120" cy="237240"/>
          </a:xfrm>
          <a:prstGeom prst="rect">
            <a:avLst/>
          </a:prstGeom>
          <a:noFill/>
          <a:ln w="0">
            <a:noFill/>
          </a:ln>
        </p:spPr>
        <p:txBody>
          <a:bodyPr wrap="none" lIns="0" rIns="0" tIns="0" bIns="0" anchor="t">
            <a:spAutoFit/>
          </a:bodyPr>
          <a:p>
            <a:r>
              <a:rPr b="1" lang="en-US" sz="1650" strike="noStrike" u="none">
                <a:solidFill>
                  <a:srgbClr val="000000"/>
                </a:solidFill>
                <a:effectLst/>
                <a:uFillTx/>
                <a:latin typeface="Times New Roman"/>
              </a:rPr>
              <a:t>9</a:t>
            </a:r>
            <a:endParaRPr b="1" lang="en-US" sz="1650" strike="noStrike" u="none">
              <a:solidFill>
                <a:srgbClr val="000000"/>
              </a:solidFill>
              <a:effectLst/>
              <a:uFillTx/>
              <a:latin typeface="Times New Roman"/>
              <a:ea typeface="Times New Roman"/>
            </a:endParaRPr>
          </a:p>
        </p:txBody>
      </p:sp>
      <p:sp>
        <p:nvSpPr>
          <p:cNvPr id="139" name=""/>
          <p:cNvSpPr txBox="1"/>
          <p:nvPr/>
        </p:nvSpPr>
        <p:spPr>
          <a:xfrm>
            <a:off x="8888760" y="5346000"/>
            <a:ext cx="1362600" cy="315720"/>
          </a:xfrm>
          <a:prstGeom prst="rect">
            <a:avLst/>
          </a:prstGeom>
          <a:noFill/>
          <a:ln w="0">
            <a:noFill/>
          </a:ln>
        </p:spPr>
        <p:txBody>
          <a:bodyPr wrap="none" lIns="0" rIns="0" tIns="0" bIns="0" anchor="t">
            <a:spAutoFit/>
          </a:bodyPr>
          <a:p>
            <a:r>
              <a:rPr b="1" lang="en-US" sz="2250" strike="noStrike" u="none">
                <a:solidFill>
                  <a:srgbClr val="000000"/>
                </a:solidFill>
                <a:effectLst/>
                <a:uFillTx/>
                <a:latin typeface="Times New Roman"/>
              </a:rPr>
              <a:t>DEFENCE</a:t>
            </a:r>
            <a:endParaRPr b="1" lang="en-US" sz="2250" strike="noStrike" u="none">
              <a:solidFill>
                <a:srgbClr val="000000"/>
              </a:solidFill>
              <a:effectLst/>
              <a:uFillTx/>
              <a:latin typeface="Times New Roman"/>
              <a:ea typeface="Times New Roman"/>
            </a:endParaRPr>
          </a:p>
        </p:txBody>
      </p:sp>
      <p:sp>
        <p:nvSpPr>
          <p:cNvPr id="140" name=""/>
          <p:cNvSpPr txBox="1"/>
          <p:nvPr/>
        </p:nvSpPr>
        <p:spPr>
          <a:xfrm>
            <a:off x="8793360" y="5679000"/>
            <a:ext cx="1579680" cy="305280"/>
          </a:xfrm>
          <a:prstGeom prst="rect">
            <a:avLst/>
          </a:prstGeom>
          <a:noFill/>
          <a:ln w="0">
            <a:noFill/>
          </a:ln>
        </p:spPr>
        <p:txBody>
          <a:bodyPr wrap="none" lIns="0" rIns="0" tIns="0" bIns="0" anchor="t">
            <a:spAutoFit/>
          </a:bodyPr>
          <a:p>
            <a:r>
              <a:rPr b="1" lang="en-US" sz="2170" strike="noStrike" u="none">
                <a:solidFill>
                  <a:srgbClr val="000000"/>
                </a:solidFill>
                <a:effectLst/>
                <a:uFillTx/>
                <a:latin typeface="Times New Roman"/>
              </a:rPr>
              <a:t>READINESS</a:t>
            </a:r>
            <a:endParaRPr b="1" lang="en-US" sz="2170" strike="noStrike" u="none">
              <a:solidFill>
                <a:srgbClr val="000000"/>
              </a:solidFill>
              <a:effectLst/>
              <a:uFillTx/>
              <a:latin typeface="Times New Roman"/>
              <a:ea typeface="Times New Roman"/>
            </a:endParaRPr>
          </a:p>
        </p:txBody>
      </p:sp>
      <p:sp>
        <p:nvSpPr>
          <p:cNvPr id="141" name=""/>
          <p:cNvSpPr/>
          <p:nvPr/>
        </p:nvSpPr>
        <p:spPr>
          <a:xfrm>
            <a:off x="385560" y="6492240"/>
            <a:ext cx="10658520" cy="551880"/>
          </a:xfrm>
          <a:custGeom>
            <a:avLst/>
            <a:gdLst/>
            <a:ahLst/>
            <a:rect l="0" t="0" r="r" b="b"/>
            <a:pathLst>
              <a:path w="29607" h="1533">
                <a:moveTo>
                  <a:pt x="14804" y="1533"/>
                </a:moveTo>
                <a:lnTo>
                  <a:pt x="29290" y="1533"/>
                </a:lnTo>
                <a:cubicBezTo>
                  <a:pt x="29465" y="1533"/>
                  <a:pt x="29607" y="1391"/>
                  <a:pt x="29607" y="1216"/>
                </a:cubicBezTo>
                <a:lnTo>
                  <a:pt x="29607" y="317"/>
                </a:lnTo>
                <a:cubicBezTo>
                  <a:pt x="29607" y="142"/>
                  <a:pt x="29465" y="0"/>
                  <a:pt x="29290" y="0"/>
                </a:cubicBezTo>
                <a:lnTo>
                  <a:pt x="317" y="0"/>
                </a:lnTo>
                <a:cubicBezTo>
                  <a:pt x="142" y="0"/>
                  <a:pt x="0" y="142"/>
                  <a:pt x="0" y="317"/>
                </a:cubicBezTo>
                <a:lnTo>
                  <a:pt x="0" y="1216"/>
                </a:lnTo>
                <a:cubicBezTo>
                  <a:pt x="0" y="1391"/>
                  <a:pt x="142" y="1533"/>
                  <a:pt x="317" y="1533"/>
                </a:cubicBezTo>
                <a:lnTo>
                  <a:pt x="14804" y="1533"/>
                </a:lnTo>
                <a:close/>
              </a:path>
            </a:pathLst>
          </a:custGeom>
          <a:solidFill>
            <a:srgbClr val="e8e8e8"/>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42" name=""/>
          <p:cNvSpPr/>
          <p:nvPr/>
        </p:nvSpPr>
        <p:spPr>
          <a:xfrm>
            <a:off x="385560" y="6492240"/>
            <a:ext cx="10658520" cy="551880"/>
          </a:xfrm>
          <a:custGeom>
            <a:avLst/>
            <a:gdLst/>
            <a:ahLst/>
            <a:rect l="0" t="0" r="r" b="b"/>
            <a:pathLst>
              <a:path w="29607" h="1533">
                <a:moveTo>
                  <a:pt x="14804" y="1533"/>
                </a:moveTo>
                <a:lnTo>
                  <a:pt x="29290" y="1533"/>
                </a:lnTo>
                <a:cubicBezTo>
                  <a:pt x="29465" y="1533"/>
                  <a:pt x="29607" y="1391"/>
                  <a:pt x="29607" y="1216"/>
                </a:cubicBezTo>
                <a:lnTo>
                  <a:pt x="29607" y="317"/>
                </a:lnTo>
                <a:cubicBezTo>
                  <a:pt x="29607" y="142"/>
                  <a:pt x="29465" y="0"/>
                  <a:pt x="29290" y="0"/>
                </a:cubicBezTo>
                <a:lnTo>
                  <a:pt x="317" y="0"/>
                </a:lnTo>
                <a:cubicBezTo>
                  <a:pt x="142" y="0"/>
                  <a:pt x="0" y="142"/>
                  <a:pt x="0" y="317"/>
                </a:cubicBezTo>
                <a:lnTo>
                  <a:pt x="0" y="1216"/>
                </a:lnTo>
                <a:cubicBezTo>
                  <a:pt x="0" y="1391"/>
                  <a:pt x="142" y="1533"/>
                  <a:pt x="317" y="1533"/>
                </a:cubicBezTo>
                <a:lnTo>
                  <a:pt x="14804" y="1533"/>
                </a:lnTo>
                <a:close/>
              </a:path>
            </a:pathLst>
          </a:custGeom>
          <a:noFill/>
          <a:ln w="28440">
            <a:solidFill>
              <a:srgbClr val="555555"/>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43" name=""/>
          <p:cNvSpPr txBox="1"/>
          <p:nvPr/>
        </p:nvSpPr>
        <p:spPr>
          <a:xfrm>
            <a:off x="2655360" y="6620760"/>
            <a:ext cx="6071040" cy="284760"/>
          </a:xfrm>
          <a:prstGeom prst="rect">
            <a:avLst/>
          </a:prstGeom>
          <a:noFill/>
          <a:ln w="0">
            <a:noFill/>
          </a:ln>
        </p:spPr>
        <p:txBody>
          <a:bodyPr wrap="none" lIns="0" rIns="0" tIns="0" bIns="0" anchor="t">
            <a:spAutoFit/>
          </a:bodyPr>
          <a:p>
            <a:r>
              <a:rPr b="1" lang="en-US" sz="2020" strike="noStrike" u="none">
                <a:solidFill>
                  <a:srgbClr val="000000"/>
                </a:solidFill>
                <a:effectLst/>
                <a:uFillTx/>
                <a:latin typeface="Times New Roman"/>
              </a:rPr>
              <a:t>TRACE — transversal control for consequential AI use</a:t>
            </a:r>
            <a:endParaRPr b="1" lang="en-US" sz="2020" strike="noStrike" u="none">
              <a:solidFill>
                <a:srgbClr val="000000"/>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2026-08-19T10:49:47Z</dcterms:created>
  <dc:creator>Antonio Clim and Martino Aldrigo</dc:creator>
  <dc:description>A three-row serpentine architecture. Eight inquiry routes enter a nine-gate chain: Project Start Pack, Problem, Evidence, Design, Execution, Claim, Argument, Editorial and Defence Readiness. SCOPE, CORPUS and DECIDE are local controls at the Problem, Evidence and Design gates. TRACE spans the chain. A dashed return path shows that new evidence may reopen an earlier gate. Native-object PPTX generated from the canonical SVG; all text, boxes, lines, arrows and colours remain separately editable.</dc:description>
  <dc:language>en-US</dc:language>
  <cp:lastModifiedBy/>
  <dcterms:modified xsi:type="dcterms:W3CDTF">2026-08-19T10:49:47Z</dcterms:modified>
  <cp:revision>1</cp:revision>
  <dc:subject>Fully editable native drawing objects</dc:subject>
  <dc:title>Figure 1.1. The evidence-to-defence architecture: eight inquiry routes, four controls and nine gates</dc:title>
</cp:coreProperties>
</file>