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3E22C3-C5C8-4572-9A41-012C521C13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63CC2FA-19D4-4012-966B-A53AD80E1C4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62_BG_TITLE"/>
          <p:cNvSpPr/>
          <p:nvPr/>
        </p:nvSpPr>
        <p:spPr>
          <a:xfrm>
            <a:off x="0" y="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62_CONN_CLAIM_1"/>
          <p:cNvCxnSpPr>
            <a:stCxn id="9" idx="1"/>
            <a:endCxn id="10" idx="2"/>
          </p:cNvCxnSpPr>
          <p:nvPr/>
        </p:nvCxnSpPr>
        <p:spPr>
          <a:xfrm rot="10800000">
            <a:off x="1848600" y="767520"/>
            <a:ext cx="428760" cy="40284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62_CONN_1_2"/>
          <p:cNvCxnSpPr>
            <a:stCxn id="10" idx="3"/>
            <a:endCxn id="12" idx="1"/>
          </p:cNvCxnSpPr>
          <p:nvPr/>
        </p:nvCxnSpPr>
        <p:spPr>
          <a:xfrm>
            <a:off x="2325600" y="555120"/>
            <a:ext cx="1497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62_CONN_2_3"/>
          <p:cNvCxnSpPr>
            <a:stCxn id="12" idx="3"/>
            <a:endCxn id="14" idx="1"/>
          </p:cNvCxnSpPr>
          <p:nvPr/>
        </p:nvCxnSpPr>
        <p:spPr>
          <a:xfrm>
            <a:off x="3429000" y="555120"/>
            <a:ext cx="189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62_CONN_3_4"/>
          <p:cNvCxnSpPr>
            <a:stCxn id="14" idx="2"/>
            <a:endCxn id="16" idx="0"/>
          </p:cNvCxnSpPr>
          <p:nvPr/>
        </p:nvCxnSpPr>
        <p:spPr>
          <a:xfrm rot="16200000">
            <a:off x="3678840" y="1183680"/>
            <a:ext cx="8330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62_CONN_4_5"/>
          <p:cNvCxnSpPr>
            <a:stCxn id="16" idx="1"/>
            <a:endCxn id="18" idx="3"/>
          </p:cNvCxnSpPr>
          <p:nvPr/>
        </p:nvCxnSpPr>
        <p:spPr>
          <a:xfrm rot="10800000">
            <a:off x="3353760" y="1812600"/>
            <a:ext cx="2642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62_CONN_5_6"/>
          <p:cNvCxnSpPr>
            <a:stCxn id="18" idx="1"/>
            <a:endCxn id="20" idx="3"/>
          </p:cNvCxnSpPr>
          <p:nvPr/>
        </p:nvCxnSpPr>
        <p:spPr>
          <a:xfrm rot="10800000">
            <a:off x="2097000" y="1812600"/>
            <a:ext cx="3034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1" name="F62_CONN_6_RETAIN"/>
          <p:cNvCxnSpPr>
            <a:stCxn id="22" idx="0"/>
            <a:endCxn id="23" idx="3"/>
          </p:cNvCxnSpPr>
          <p:nvPr/>
        </p:nvCxnSpPr>
        <p:spPr>
          <a:xfrm flipV="1" rot="16200000">
            <a:off x="1015560" y="879480"/>
            <a:ext cx="699480" cy="6735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4" name="F62_CONN_6_REPAIR"/>
          <p:cNvCxnSpPr>
            <a:stCxn id="20" idx="1"/>
            <a:endCxn id="25" idx="2"/>
          </p:cNvCxnSpPr>
          <p:nvPr/>
        </p:nvCxnSpPr>
        <p:spPr>
          <a:xfrm rot="10800000">
            <a:off x="615960" y="1631880"/>
            <a:ext cx="527040" cy="18108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6" name="F62_CONN_6_SUSPEND"/>
          <p:cNvCxnSpPr>
            <a:stCxn id="22" idx="2"/>
            <a:endCxn id="27" idx="2"/>
          </p:cNvCxnSpPr>
          <p:nvPr/>
        </p:nvCxnSpPr>
        <p:spPr>
          <a:xfrm rot="5400000">
            <a:off x="1085760" y="1587960"/>
            <a:ext cx="146520" cy="1085760"/>
          </a:xfrm>
          <a:prstGeom prst="bentConnector3">
            <a:avLst>
              <a:gd name="adj1" fmla="val 223152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28" name="F62_NODE_RETAIN"/>
          <p:cNvSpPr/>
          <p:nvPr/>
        </p:nvSpPr>
        <p:spPr>
          <a:xfrm>
            <a:off x="146520" y="704520"/>
            <a:ext cx="882000" cy="324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62_NODE_REPAIR"/>
          <p:cNvSpPr/>
          <p:nvPr/>
        </p:nvSpPr>
        <p:spPr>
          <a:xfrm>
            <a:off x="146520" y="1276200"/>
            <a:ext cx="882000" cy="324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62_NODE_SUSPEND"/>
          <p:cNvSpPr/>
          <p:nvPr/>
        </p:nvSpPr>
        <p:spPr>
          <a:xfrm>
            <a:off x="146520" y="1847520"/>
            <a:ext cx="882000" cy="3240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62_NODE_CLAIM"/>
          <p:cNvSpPr/>
          <p:nvPr/>
        </p:nvSpPr>
        <p:spPr>
          <a:xfrm>
            <a:off x="2277000" y="914400"/>
            <a:ext cx="1152000" cy="5112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F62_NODE_1_BOUND"/>
          <p:cNvSpPr/>
          <p:nvPr/>
        </p:nvSpPr>
        <p:spPr>
          <a:xfrm>
            <a:off x="1371600" y="34272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62_NODE_2_MATCH"/>
          <p:cNvSpPr/>
          <p:nvPr/>
        </p:nvSpPr>
        <p:spPr>
          <a:xfrm>
            <a:off x="2475000" y="34272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62_NODE_3_CHARACTERISE"/>
          <p:cNvSpPr/>
          <p:nvPr/>
        </p:nvSpPr>
        <p:spPr>
          <a:xfrm>
            <a:off x="3618000" y="342720"/>
            <a:ext cx="9540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62_NODE_4_CHALLENGE"/>
          <p:cNvSpPr/>
          <p:nvPr/>
        </p:nvSpPr>
        <p:spPr>
          <a:xfrm>
            <a:off x="3618000" y="1600200"/>
            <a:ext cx="9540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62_NODE_5_REPRODUCE"/>
          <p:cNvSpPr/>
          <p:nvPr/>
        </p:nvSpPr>
        <p:spPr>
          <a:xfrm>
            <a:off x="2400120" y="160020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62_NODE_6_DECIDE"/>
          <p:cNvSpPr/>
          <p:nvPr/>
        </p:nvSpPr>
        <p:spPr>
          <a:xfrm>
            <a:off x="1143000" y="1600200"/>
            <a:ext cx="954000" cy="424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62_LABEL_TITLE"/>
          <p:cNvSpPr txBox="1"/>
          <p:nvPr/>
        </p:nvSpPr>
        <p:spPr>
          <a:xfrm>
            <a:off x="151200" y="-504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6.2 Claim stress test and gate returns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62_LABEL_OUTCOMES"/>
          <p:cNvSpPr txBox="1"/>
          <p:nvPr/>
        </p:nvSpPr>
        <p:spPr>
          <a:xfrm>
            <a:off x="110520" y="342720"/>
            <a:ext cx="918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DECISION OUTCOMES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62_LABEL_RETAIN"/>
          <p:cNvSpPr txBox="1"/>
          <p:nvPr/>
        </p:nvSpPr>
        <p:spPr>
          <a:xfrm>
            <a:off x="204120" y="68580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Retain / qualify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62_LABEL_REPAIR"/>
          <p:cNvSpPr txBox="1"/>
          <p:nvPr/>
        </p:nvSpPr>
        <p:spPr>
          <a:xfrm>
            <a:off x="204120" y="125712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Repair / return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62_LABEL_SUSPEND"/>
          <p:cNvSpPr txBox="1"/>
          <p:nvPr/>
        </p:nvSpPr>
        <p:spPr>
          <a:xfrm>
            <a:off x="204120" y="182880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Reopen / suspend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62_LABEL_CLAIM"/>
          <p:cNvSpPr txBox="1"/>
          <p:nvPr/>
        </p:nvSpPr>
        <p:spPr>
          <a:xfrm>
            <a:off x="2286000" y="918000"/>
            <a:ext cx="1087200" cy="45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Minimum claim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candidate wording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62_LABEL_1_BOUND"/>
          <p:cNvSpPr txBox="1"/>
          <p:nvPr/>
        </p:nvSpPr>
        <p:spPr>
          <a:xfrm>
            <a:off x="1396800" y="29556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Bound claim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62_LABEL_2_MATCH"/>
          <p:cNvSpPr txBox="1"/>
          <p:nvPr/>
        </p:nvSpPr>
        <p:spPr>
          <a:xfrm>
            <a:off x="2514600" y="29556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Match route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comparison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62_LABEL_3_CHARACTERISE"/>
          <p:cNvSpPr txBox="1"/>
          <p:nvPr/>
        </p:nvSpPr>
        <p:spPr>
          <a:xfrm>
            <a:off x="3657600" y="311400"/>
            <a:ext cx="889200" cy="48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Characterise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uncertainty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62_LABEL_4_CHALLENGE"/>
          <p:cNvSpPr txBox="1"/>
          <p:nvPr/>
        </p:nvSpPr>
        <p:spPr>
          <a:xfrm>
            <a:off x="3657600" y="1582920"/>
            <a:ext cx="9144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Challenge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counter-evidence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62_LABEL_5_REPRODUCE"/>
          <p:cNvSpPr txBox="1"/>
          <p:nvPr/>
        </p:nvSpPr>
        <p:spPr>
          <a:xfrm>
            <a:off x="2425320" y="155304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Reproduce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or audit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62_LABEL_6_DECIDE"/>
          <p:cNvSpPr txBox="1"/>
          <p:nvPr/>
        </p:nvSpPr>
        <p:spPr>
          <a:xfrm>
            <a:off x="1257120" y="1565640"/>
            <a:ext cx="889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Decide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 + fallback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62_NOTE_SCOPE"/>
          <p:cNvSpPr txBox="1"/>
          <p:nvPr/>
        </p:nvSpPr>
        <p:spPr>
          <a:xfrm>
            <a:off x="1193400" y="2514600"/>
            <a:ext cx="315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Weak evidence narrows or suspends; it never strengthens wording.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2026-08-23T19:49:40Z</dcterms:created>
  <dc:creator/>
  <dc:description/>
  <dc:language>en-US</dc:language>
  <cp:lastModifiedBy/>
  <dcterms:modified xsi:type="dcterms:W3CDTF">2026-08-23T19:49:41Z</dcterms:modified>
  <cp:revision>1</cp:revision>
  <dc:subject/>
  <dc:title/>
</cp:coreProperties>
</file>