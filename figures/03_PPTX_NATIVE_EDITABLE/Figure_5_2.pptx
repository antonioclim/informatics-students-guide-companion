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62C31E-9959-4EF7-81C0-80FE3149F7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048169B-46FA-43F8-8F51-FF20EE8D2CB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5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52_CONN_1_2"/>
          <p:cNvCxnSpPr>
            <a:stCxn id="9" idx="3"/>
            <a:endCxn id="10" idx="1"/>
          </p:cNvCxnSpPr>
          <p:nvPr/>
        </p:nvCxnSpPr>
        <p:spPr>
          <a:xfrm>
            <a:off x="1143000" y="595080"/>
            <a:ext cx="14688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52_CONN_2_SAFETY"/>
          <p:cNvCxnSpPr>
            <a:stCxn id="10" idx="3"/>
            <a:endCxn id="12" idx="1"/>
          </p:cNvCxnSpPr>
          <p:nvPr/>
        </p:nvCxnSpPr>
        <p:spPr>
          <a:xfrm>
            <a:off x="2171520" y="595080"/>
            <a:ext cx="200880" cy="18360"/>
          </a:xfrm>
          <a:prstGeom prst="bentConnector3">
            <a:avLst>
              <a:gd name="adj1" fmla="val 50089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3" name="F52_CONN_SAFETY_PRODUCE"/>
          <p:cNvCxnSpPr>
            <a:stCxn id="12" idx="3"/>
            <a:endCxn id="14" idx="1"/>
          </p:cNvCxnSpPr>
          <p:nvPr/>
        </p:nvCxnSpPr>
        <p:spPr>
          <a:xfrm>
            <a:off x="3200400" y="613080"/>
            <a:ext cx="228960" cy="6480"/>
          </a:xfrm>
          <a:prstGeom prst="bentConnector3">
            <a:avLst>
              <a:gd name="adj1" fmla="val 51496"/>
            </a:avLst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15" name="F52_CONN_SAFETY_STOP"/>
          <p:cNvCxnSpPr>
            <a:stCxn id="12" idx="2"/>
            <a:endCxn id="16" idx="0"/>
          </p:cNvCxnSpPr>
          <p:nvPr/>
        </p:nvCxnSpPr>
        <p:spPr>
          <a:xfrm flipH="1" rot="16200000">
            <a:off x="2676240" y="993240"/>
            <a:ext cx="225720" cy="6120"/>
          </a:xfrm>
          <a:prstGeom prst="bentConnector3">
            <a:avLst>
              <a:gd name="adj1" fmla="val 51437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cxnSp>
        <p:nvCxnSpPr>
          <p:cNvPr id="17" name="F52_CONN_3_4"/>
          <p:cNvCxnSpPr>
            <a:stCxn id="18" idx="2"/>
            <a:endCxn id="19" idx="0"/>
          </p:cNvCxnSpPr>
          <p:nvPr/>
        </p:nvCxnSpPr>
        <p:spPr>
          <a:xfrm flipH="1" rot="16200000">
            <a:off x="3443760" y="1240920"/>
            <a:ext cx="914760" cy="33480"/>
          </a:xfrm>
          <a:prstGeom prst="bentConnector3">
            <a:avLst>
              <a:gd name="adj1" fmla="val 50000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0" name="F52_CONN_4_5"/>
          <p:cNvCxnSpPr>
            <a:stCxn id="19" idx="1"/>
            <a:endCxn id="21" idx="3"/>
          </p:cNvCxnSpPr>
          <p:nvPr/>
        </p:nvCxnSpPr>
        <p:spPr>
          <a:xfrm rot="10800000">
            <a:off x="1229760" y="1919880"/>
            <a:ext cx="21477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2" name="F52_CONN_5_1"/>
          <p:cNvCxnSpPr>
            <a:stCxn id="23" idx="0"/>
            <a:endCxn id="24" idx="2"/>
          </p:cNvCxnSpPr>
          <p:nvPr/>
        </p:nvCxnSpPr>
        <p:spPr>
          <a:xfrm flipH="1" flipV="1" rot="5400000">
            <a:off x="190080" y="1249920"/>
            <a:ext cx="914760" cy="15840"/>
          </a:xfrm>
          <a:prstGeom prst="bentConnector3">
            <a:avLst>
              <a:gd name="adj1" fmla="val 50000"/>
            </a:avLst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sp>
        <p:nvSpPr>
          <p:cNvPr id="25" name="F52_NODE_1_BOUND"/>
          <p:cNvSpPr/>
          <p:nvPr/>
        </p:nvSpPr>
        <p:spPr>
          <a:xfrm>
            <a:off x="225000" y="389880"/>
            <a:ext cx="918000" cy="4104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52_NODE_2_FREEZE"/>
          <p:cNvSpPr/>
          <p:nvPr/>
        </p:nvSpPr>
        <p:spPr>
          <a:xfrm>
            <a:off x="1289520" y="389880"/>
            <a:ext cx="882000" cy="4104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52_NODE_SAFETY"/>
          <p:cNvSpPr/>
          <p:nvPr/>
        </p:nvSpPr>
        <p:spPr>
          <a:xfrm>
            <a:off x="2372040" y="343080"/>
            <a:ext cx="828360" cy="540360"/>
          </a:xfrm>
          <a:custGeom>
            <a:avLst/>
            <a:gdLst/>
            <a:ahLst/>
            <a:rect l="0" t="0" r="r" b="b"/>
            <a:pathLst>
              <a:path w="2301" h="1501">
                <a:moveTo>
                  <a:pt x="1151" y="0"/>
                </a:moveTo>
                <a:lnTo>
                  <a:pt x="2301" y="751"/>
                </a:lnTo>
                <a:lnTo>
                  <a:pt x="1151" y="1501"/>
                </a:lnTo>
                <a:lnTo>
                  <a:pt x="0" y="751"/>
                </a:lnTo>
                <a:lnTo>
                  <a:pt x="1151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52_NODE_3_PRODUCE"/>
          <p:cNvSpPr/>
          <p:nvPr/>
        </p:nvSpPr>
        <p:spPr>
          <a:xfrm>
            <a:off x="3425400" y="389880"/>
            <a:ext cx="918000" cy="4104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52_NODE_STOP"/>
          <p:cNvSpPr/>
          <p:nvPr/>
        </p:nvSpPr>
        <p:spPr>
          <a:xfrm>
            <a:off x="2318400" y="1143360"/>
            <a:ext cx="882000" cy="4248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52_NODE_4_INSPECT"/>
          <p:cNvSpPr/>
          <p:nvPr/>
        </p:nvSpPr>
        <p:spPr>
          <a:xfrm>
            <a:off x="3377520" y="1714680"/>
            <a:ext cx="1080000" cy="4104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52_NODE_5_RECORD"/>
          <p:cNvSpPr/>
          <p:nvPr/>
        </p:nvSpPr>
        <p:spPr>
          <a:xfrm>
            <a:off x="114120" y="1714680"/>
            <a:ext cx="1116000" cy="4104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52_NODE_UNIT"/>
          <p:cNvSpPr/>
          <p:nvPr/>
        </p:nvSpPr>
        <p:spPr>
          <a:xfrm>
            <a:off x="1060920" y="1143360"/>
            <a:ext cx="882000" cy="4104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F5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5.2 Bounded execution loop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52_LABEL_1_BOUND"/>
          <p:cNvSpPr txBox="1"/>
          <p:nvPr/>
        </p:nvSpPr>
        <p:spPr>
          <a:xfrm>
            <a:off x="228600" y="438120"/>
            <a:ext cx="8532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1 Authorise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+ bound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52_LABEL_2_FREEZE"/>
          <p:cNvSpPr txBox="1"/>
          <p:nvPr/>
        </p:nvSpPr>
        <p:spPr>
          <a:xfrm>
            <a:off x="1371600" y="438120"/>
            <a:ext cx="8172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2 Freeze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state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52_LABEL_SAFETY"/>
          <p:cNvSpPr txBox="1"/>
          <p:nvPr/>
        </p:nvSpPr>
        <p:spPr>
          <a:xfrm>
            <a:off x="2514600" y="457560"/>
            <a:ext cx="5400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Safety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52_LABEL_3_PRODUCE"/>
          <p:cNvSpPr txBox="1"/>
          <p:nvPr/>
        </p:nvSpPr>
        <p:spPr>
          <a:xfrm>
            <a:off x="3429000" y="438120"/>
            <a:ext cx="8532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3 Produce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candidate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52_LABEL_STOP"/>
          <p:cNvSpPr txBox="1"/>
          <p:nvPr/>
        </p:nvSpPr>
        <p:spPr>
          <a:xfrm>
            <a:off x="2383200" y="1108800"/>
            <a:ext cx="817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Stop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seek authority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52_LABEL_4_INSPECT"/>
          <p:cNvSpPr txBox="1"/>
          <p:nvPr/>
        </p:nvSpPr>
        <p:spPr>
          <a:xfrm>
            <a:off x="3429000" y="1714680"/>
            <a:ext cx="10152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4 Inspect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+ dispose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52_LABEL_5_RECORD"/>
          <p:cNvSpPr txBox="1"/>
          <p:nvPr/>
        </p:nvSpPr>
        <p:spPr>
          <a:xfrm>
            <a:off x="114120" y="1714680"/>
            <a:ext cx="10512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5 Record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+ recover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52_LABEL_UNIT"/>
          <p:cNvSpPr txBox="1"/>
          <p:nvPr/>
        </p:nvSpPr>
        <p:spPr>
          <a:xfrm>
            <a:off x="1143000" y="1089720"/>
            <a:ext cx="817200" cy="51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Bounded unit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inspectable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52_NOTE_FAILED"/>
          <p:cNvSpPr txBox="1"/>
          <p:nvPr/>
        </p:nvSpPr>
        <p:spPr>
          <a:xfrm>
            <a:off x="1422000" y="2342880"/>
            <a:ext cx="2844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Failed and rejected work remains in the record.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2026-08-23T19:49:35Z</dcterms:created>
  <dc:creator/>
  <dc:description/>
  <dc:language>en-US</dc:language>
  <cp:lastModifiedBy/>
  <dcterms:modified xsi:type="dcterms:W3CDTF">2026-08-23T19:49:36Z</dcterms:modified>
  <cp:revision>1</cp:revision>
  <dc:subject/>
  <dc:title/>
</cp:coreProperties>
</file>