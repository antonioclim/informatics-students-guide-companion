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0D42AD-D3B6-4322-BB2C-0303688CC4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74A11E4-A11A-469F-A2C6-209B2E922DF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61_BG_TITLE"/>
          <p:cNvSpPr/>
          <p:nvPr/>
        </p:nvSpPr>
        <p:spPr>
          <a:xfrm>
            <a:off x="36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61_CONN_5_6"/>
          <p:cNvCxnSpPr>
            <a:stCxn id="9" idx="2"/>
            <a:endCxn id="10" idx="0"/>
          </p:cNvCxnSpPr>
          <p:nvPr/>
        </p:nvCxnSpPr>
        <p:spPr>
          <a:xfrm flipH="1" rot="16200000">
            <a:off x="3791160" y="1219320"/>
            <a:ext cx="740160" cy="22320"/>
          </a:xfrm>
          <a:prstGeom prst="bentConnector3">
            <a:avLst>
              <a:gd name="adj1" fmla="val 50024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61_CONN_6_7"/>
          <p:cNvCxnSpPr>
            <a:stCxn id="12" idx="1"/>
            <a:endCxn id="13" idx="3"/>
          </p:cNvCxnSpPr>
          <p:nvPr/>
        </p:nvCxnSpPr>
        <p:spPr>
          <a:xfrm flipV="1" rot="10800000">
            <a:off x="3618720" y="1827360"/>
            <a:ext cx="153360" cy="3960"/>
          </a:xfrm>
          <a:prstGeom prst="bentConnector3">
            <a:avLst>
              <a:gd name="adj1" fmla="val 49882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4" name="F61_CONN_7_8"/>
          <p:cNvCxnSpPr>
            <a:stCxn id="13" idx="1"/>
            <a:endCxn id="15" idx="3"/>
          </p:cNvCxnSpPr>
          <p:nvPr/>
        </p:nvCxnSpPr>
        <p:spPr>
          <a:xfrm rot="10800000">
            <a:off x="2704320" y="1830960"/>
            <a:ext cx="153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6" name="F61_CONN_8_9"/>
          <p:cNvCxnSpPr>
            <a:stCxn id="15" idx="1"/>
            <a:endCxn id="17" idx="3"/>
          </p:cNvCxnSpPr>
          <p:nvPr/>
        </p:nvCxnSpPr>
        <p:spPr>
          <a:xfrm rot="10800000">
            <a:off x="1714320" y="1830960"/>
            <a:ext cx="2289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sp>
        <p:nvSpPr>
          <p:cNvPr id="18" name="F61_NODE_1"/>
          <p:cNvSpPr/>
          <p:nvPr/>
        </p:nvSpPr>
        <p:spPr>
          <a:xfrm>
            <a:off x="108360" y="457560"/>
            <a:ext cx="806400" cy="460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F61_NODE_2"/>
          <p:cNvSpPr/>
          <p:nvPr/>
        </p:nvSpPr>
        <p:spPr>
          <a:xfrm>
            <a:off x="1028880" y="457560"/>
            <a:ext cx="806400" cy="460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F61_NODE_3"/>
          <p:cNvSpPr/>
          <p:nvPr/>
        </p:nvSpPr>
        <p:spPr>
          <a:xfrm>
            <a:off x="1943280" y="457560"/>
            <a:ext cx="806400" cy="460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F61_NODE_4"/>
          <p:cNvSpPr/>
          <p:nvPr/>
        </p:nvSpPr>
        <p:spPr>
          <a:xfrm>
            <a:off x="2851560" y="457560"/>
            <a:ext cx="806400" cy="4608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F61_NODE_5"/>
          <p:cNvSpPr/>
          <p:nvPr/>
        </p:nvSpPr>
        <p:spPr>
          <a:xfrm>
            <a:off x="3765960" y="457560"/>
            <a:ext cx="806400" cy="4608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61_NODE_6"/>
          <p:cNvSpPr/>
          <p:nvPr/>
        </p:nvSpPr>
        <p:spPr>
          <a:xfrm>
            <a:off x="3772080" y="1596960"/>
            <a:ext cx="800280" cy="4608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61_NODE_7"/>
          <p:cNvSpPr/>
          <p:nvPr/>
        </p:nvSpPr>
        <p:spPr>
          <a:xfrm>
            <a:off x="2857680" y="1600560"/>
            <a:ext cx="761400" cy="4608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61_NODE_8"/>
          <p:cNvSpPr/>
          <p:nvPr/>
        </p:nvSpPr>
        <p:spPr>
          <a:xfrm>
            <a:off x="1943280" y="1600560"/>
            <a:ext cx="761400" cy="4608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61_NODE_9"/>
          <p:cNvSpPr/>
          <p:nvPr/>
        </p:nvSpPr>
        <p:spPr>
          <a:xfrm>
            <a:off x="114480" y="1600560"/>
            <a:ext cx="1600200" cy="4608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F61_LABEL_TITLE"/>
          <p:cNvSpPr txBox="1"/>
          <p:nvPr/>
        </p:nvSpPr>
        <p:spPr>
          <a:xfrm>
            <a:off x="15156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6.1 Evidence-to-claim ladder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61_LABEL_1"/>
          <p:cNvSpPr txBox="1"/>
          <p:nvPr/>
        </p:nvSpPr>
        <p:spPr>
          <a:xfrm>
            <a:off x="114480" y="457560"/>
            <a:ext cx="7560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1 Accepted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work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61_LABEL_2"/>
          <p:cNvSpPr txBox="1"/>
          <p:nvPr/>
        </p:nvSpPr>
        <p:spPr>
          <a:xfrm>
            <a:off x="1073160" y="410400"/>
            <a:ext cx="7560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2 Observe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feature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61_LABEL_3"/>
          <p:cNvSpPr txBox="1"/>
          <p:nvPr/>
        </p:nvSpPr>
        <p:spPr>
          <a:xfrm>
            <a:off x="1926360" y="497160"/>
            <a:ext cx="756000" cy="40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3 Metric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61_LABEL_4"/>
          <p:cNvSpPr txBox="1"/>
          <p:nvPr/>
        </p:nvSpPr>
        <p:spPr>
          <a:xfrm>
            <a:off x="2857680" y="457560"/>
            <a:ext cx="7560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4 Compare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reference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61_LABEL_5"/>
          <p:cNvSpPr txBox="1"/>
          <p:nvPr/>
        </p:nvSpPr>
        <p:spPr>
          <a:xfrm>
            <a:off x="3772080" y="457560"/>
            <a:ext cx="756000" cy="40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5 Evidence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61_LABEL_6"/>
          <p:cNvSpPr txBox="1"/>
          <p:nvPr/>
        </p:nvSpPr>
        <p:spPr>
          <a:xfrm>
            <a:off x="3772080" y="1600560"/>
            <a:ext cx="800280" cy="40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6 Interpret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61_LABEL_7"/>
          <p:cNvSpPr txBox="1"/>
          <p:nvPr/>
        </p:nvSpPr>
        <p:spPr>
          <a:xfrm>
            <a:off x="2839680" y="1654560"/>
            <a:ext cx="932400" cy="40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7 Claim boundary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61_LABEL_8"/>
          <p:cNvSpPr txBox="1"/>
          <p:nvPr/>
        </p:nvSpPr>
        <p:spPr>
          <a:xfrm>
            <a:off x="1829160" y="1654560"/>
            <a:ext cx="932400" cy="40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8 Bounded claim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61_LABEL_9"/>
          <p:cNvSpPr txBox="1"/>
          <p:nvPr/>
        </p:nvSpPr>
        <p:spPr>
          <a:xfrm>
            <a:off x="457560" y="1654560"/>
            <a:ext cx="914400" cy="40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9 Contribution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61_NOTE_TOP"/>
          <p:cNvSpPr txBox="1"/>
          <p:nvPr/>
        </p:nvSpPr>
        <p:spPr>
          <a:xfrm>
            <a:off x="-54720" y="925200"/>
            <a:ext cx="4284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Observe and compare before interpreting.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61_NOTE_BOTTOM"/>
          <p:cNvSpPr txBox="1"/>
          <p:nvPr/>
        </p:nvSpPr>
        <p:spPr>
          <a:xfrm>
            <a:off x="198360" y="2334600"/>
            <a:ext cx="4212000" cy="21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No output-to-claim shortcut; no metric-to-contribution shortcut.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" name="F61_CONN_1_2"/>
          <p:cNvCxnSpPr>
            <a:stCxn id="18" idx="3"/>
            <a:endCxn id="19" idx="1"/>
          </p:cNvCxnSpPr>
          <p:nvPr/>
        </p:nvCxnSpPr>
        <p:spPr>
          <a:xfrm>
            <a:off x="914760" y="687960"/>
            <a:ext cx="11448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0" name="F61_CONN_2_3"/>
          <p:cNvCxnSpPr>
            <a:stCxn id="19" idx="3"/>
            <a:endCxn id="20" idx="1"/>
          </p:cNvCxnSpPr>
          <p:nvPr/>
        </p:nvCxnSpPr>
        <p:spPr>
          <a:xfrm>
            <a:off x="1835280" y="687960"/>
            <a:ext cx="10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1" name="F61_CONN_3_4"/>
          <p:cNvCxnSpPr>
            <a:stCxn id="20" idx="3"/>
            <a:endCxn id="21" idx="1"/>
          </p:cNvCxnSpPr>
          <p:nvPr/>
        </p:nvCxnSpPr>
        <p:spPr>
          <a:xfrm>
            <a:off x="2749680" y="687960"/>
            <a:ext cx="10224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2" name="F61_CONN_4_5"/>
          <p:cNvCxnSpPr>
            <a:stCxn id="21" idx="3"/>
            <a:endCxn id="22" idx="1"/>
          </p:cNvCxnSpPr>
          <p:nvPr/>
        </p:nvCxnSpPr>
        <p:spPr>
          <a:xfrm>
            <a:off x="3657960" y="687960"/>
            <a:ext cx="10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2026-08-23T19:49:38Z</dcterms:created>
  <dc:creator/>
  <dc:description/>
  <dc:language>en-US</dc:language>
  <cp:lastModifiedBy/>
  <dcterms:modified xsi:type="dcterms:W3CDTF">2026-08-23T19:49:38Z</dcterms:modified>
  <cp:revision>1</cp:revision>
  <dc:subject/>
  <dc:title/>
</cp:coreProperties>
</file>