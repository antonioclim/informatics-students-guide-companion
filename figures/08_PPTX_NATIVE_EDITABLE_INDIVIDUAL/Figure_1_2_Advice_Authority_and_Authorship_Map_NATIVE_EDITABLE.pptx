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slides/_rels/slide1.xml.rels" ContentType="application/vnd.openxmlformats-package.relationships+xml"/>
  <Override PartName="/ppt/slides/slide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Lst>
  <p:sldSz cx="17145000" cy="93345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6" name="PlaceHolder 2"/>
          <p:cNvSpPr>
            <a:spLocks noGrp="1"/>
          </p:cNvSpPr>
          <p:nvPr>
            <p:ph type="subTitle"/>
          </p:nvPr>
        </p:nvSpPr>
        <p:spPr>
          <a:xfrm>
            <a:off x="504000" y="1326600"/>
            <a:ext cx="9071640" cy="328824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0F5DD085-185C-42F3-9B02-F68D760CE7CB}" type="slidenum">
              <a:t>&lt;#&gt;</a:t>
            </a:fld>
          </a:p>
        </p:txBody>
      </p:sp>
      <p:sp>
        <p:nvSpPr>
          <p:cNvPr id="6" name="PlaceHolder 5"/>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
        <p:nvSpPr>
          <p:cNvPr id="2" name="PlaceHolder 3"/>
          <p:cNvSpPr>
            <a:spLocks noGrp="1"/>
          </p:cNvSpPr>
          <p:nvPr>
            <p:ph type="dt" idx="1"/>
          </p:nvPr>
        </p:nvSpPr>
        <p:spPr>
          <a:xfrm>
            <a:off x="504000" y="5165280"/>
            <a:ext cx="2348280" cy="39060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3" name="PlaceHolder 4"/>
          <p:cNvSpPr>
            <a:spLocks noGrp="1"/>
          </p:cNvSpPr>
          <p:nvPr>
            <p:ph type="ftr" idx="2"/>
          </p:nvPr>
        </p:nvSpPr>
        <p:spPr>
          <a:xfrm>
            <a:off x="3447360" y="5165280"/>
            <a:ext cx="3195000" cy="390600"/>
          </a:xfrm>
          <a:prstGeom prst="rect">
            <a:avLst/>
          </a:prstGeom>
          <a:noFill/>
          <a:ln w="0">
            <a:noFill/>
          </a:ln>
        </p:spPr>
        <p:txBody>
          <a:bodyPr lIns="0" rIns="0" tIns="0" bIns="0" anchor="t">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 name="PlaceHolder 5"/>
          <p:cNvSpPr>
            <a:spLocks noGrp="1"/>
          </p:cNvSpPr>
          <p:nvPr>
            <p:ph type="sldNum" idx="3"/>
          </p:nvPr>
        </p:nvSpPr>
        <p:spPr>
          <a:xfrm>
            <a:off x="7227360" y="5165280"/>
            <a:ext cx="2348280" cy="39060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fld id="{DF732CC9-585A-4274-9C47-D4EEAD338E3E}"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
          <p:cNvSpPr/>
          <p:nvPr/>
        </p:nvSpPr>
        <p:spPr>
          <a:xfrm>
            <a:off x="4680" y="4680"/>
            <a:ext cx="17135280" cy="9324720"/>
          </a:xfrm>
          <a:custGeom>
            <a:avLst/>
            <a:gdLst/>
            <a:ahLst/>
            <a:rect l="0" t="0" r="r" b="b"/>
            <a:pathLst>
              <a:path w="47598" h="25902">
                <a:moveTo>
                  <a:pt x="0" y="0"/>
                </a:moveTo>
                <a:lnTo>
                  <a:pt x="47598" y="0"/>
                </a:lnTo>
                <a:lnTo>
                  <a:pt x="47598" y="25902"/>
                </a:lnTo>
                <a:lnTo>
                  <a:pt x="0" y="25902"/>
                </a:lnTo>
                <a:lnTo>
                  <a:pt x="0" y="0"/>
                </a:lnTo>
                <a:close/>
              </a:path>
            </a:pathLst>
          </a:custGeom>
          <a:solidFill>
            <a:srgbClr val="ffffff"/>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8" name=""/>
          <p:cNvSpPr/>
          <p:nvPr/>
        </p:nvSpPr>
        <p:spPr>
          <a:xfrm>
            <a:off x="5430960" y="3049560"/>
            <a:ext cx="6282720" cy="3139560"/>
          </a:xfrm>
          <a:custGeom>
            <a:avLst/>
            <a:gdLst/>
            <a:ahLst/>
            <a:rect l="0" t="0" r="r" b="b"/>
            <a:pathLst>
              <a:path w="17452" h="8721">
                <a:moveTo>
                  <a:pt x="8727" y="8721"/>
                </a:moveTo>
                <a:lnTo>
                  <a:pt x="16817" y="8721"/>
                </a:lnTo>
                <a:cubicBezTo>
                  <a:pt x="17168" y="8721"/>
                  <a:pt x="17452" y="8437"/>
                  <a:pt x="17452" y="8087"/>
                </a:cubicBezTo>
                <a:lnTo>
                  <a:pt x="17452" y="635"/>
                </a:lnTo>
                <a:cubicBezTo>
                  <a:pt x="17452" y="284"/>
                  <a:pt x="17168" y="0"/>
                  <a:pt x="16817" y="0"/>
                </a:cubicBezTo>
                <a:lnTo>
                  <a:pt x="635" y="0"/>
                </a:lnTo>
                <a:cubicBezTo>
                  <a:pt x="284" y="0"/>
                  <a:pt x="0" y="284"/>
                  <a:pt x="0" y="635"/>
                </a:cubicBezTo>
                <a:lnTo>
                  <a:pt x="0" y="8087"/>
                </a:lnTo>
                <a:cubicBezTo>
                  <a:pt x="0" y="8437"/>
                  <a:pt x="284" y="8721"/>
                  <a:pt x="635" y="8721"/>
                </a:cubicBezTo>
                <a:lnTo>
                  <a:pt x="8727" y="8721"/>
                </a:lnTo>
                <a:close/>
              </a:path>
            </a:pathLst>
          </a:custGeom>
          <a:solidFill>
            <a:srgbClr val="e2e2e2"/>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9" name=""/>
          <p:cNvSpPr/>
          <p:nvPr/>
        </p:nvSpPr>
        <p:spPr>
          <a:xfrm>
            <a:off x="5430960" y="3049560"/>
            <a:ext cx="6282720" cy="3139560"/>
          </a:xfrm>
          <a:custGeom>
            <a:avLst/>
            <a:gdLst/>
            <a:ahLst/>
            <a:rect l="0" t="0" r="r" b="b"/>
            <a:pathLst>
              <a:path w="17452" h="8721">
                <a:moveTo>
                  <a:pt x="8727" y="8721"/>
                </a:moveTo>
                <a:lnTo>
                  <a:pt x="16817" y="8721"/>
                </a:lnTo>
                <a:cubicBezTo>
                  <a:pt x="17168" y="8721"/>
                  <a:pt x="17452" y="8437"/>
                  <a:pt x="17452" y="8087"/>
                </a:cubicBezTo>
                <a:lnTo>
                  <a:pt x="17452" y="635"/>
                </a:lnTo>
                <a:cubicBezTo>
                  <a:pt x="17452" y="284"/>
                  <a:pt x="17168" y="0"/>
                  <a:pt x="16817" y="0"/>
                </a:cubicBezTo>
                <a:lnTo>
                  <a:pt x="635" y="0"/>
                </a:lnTo>
                <a:cubicBezTo>
                  <a:pt x="284" y="0"/>
                  <a:pt x="0" y="284"/>
                  <a:pt x="0" y="635"/>
                </a:cubicBezTo>
                <a:lnTo>
                  <a:pt x="0" y="8087"/>
                </a:lnTo>
                <a:cubicBezTo>
                  <a:pt x="0" y="8437"/>
                  <a:pt x="284" y="8721"/>
                  <a:pt x="635" y="8721"/>
                </a:cubicBezTo>
                <a:lnTo>
                  <a:pt x="8727" y="8721"/>
                </a:lnTo>
                <a:close/>
              </a:path>
            </a:pathLst>
          </a:custGeom>
          <a:noFill/>
          <a:ln w="38160">
            <a:solidFill>
              <a:srgbClr val="333333"/>
            </a:solidFill>
            <a:miter/>
          </a:ln>
        </p:spPr>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10" name=""/>
          <p:cNvSpPr/>
          <p:nvPr/>
        </p:nvSpPr>
        <p:spPr>
          <a:xfrm>
            <a:off x="5430960" y="385200"/>
            <a:ext cx="6282720" cy="1807920"/>
          </a:xfrm>
          <a:custGeom>
            <a:avLst/>
            <a:gdLst/>
            <a:ahLst/>
            <a:rect l="0" t="0" r="r" b="b"/>
            <a:pathLst>
              <a:path w="17452" h="5022">
                <a:moveTo>
                  <a:pt x="8727" y="5022"/>
                </a:moveTo>
                <a:lnTo>
                  <a:pt x="16817" y="5022"/>
                </a:lnTo>
                <a:cubicBezTo>
                  <a:pt x="17168" y="5022"/>
                  <a:pt x="17452" y="4738"/>
                  <a:pt x="17452" y="4388"/>
                </a:cubicBezTo>
                <a:lnTo>
                  <a:pt x="17452" y="635"/>
                </a:lnTo>
                <a:cubicBezTo>
                  <a:pt x="17452" y="284"/>
                  <a:pt x="17168" y="0"/>
                  <a:pt x="16817" y="0"/>
                </a:cubicBezTo>
                <a:lnTo>
                  <a:pt x="635" y="0"/>
                </a:lnTo>
                <a:cubicBezTo>
                  <a:pt x="284" y="0"/>
                  <a:pt x="0" y="284"/>
                  <a:pt x="0" y="635"/>
                </a:cubicBezTo>
                <a:lnTo>
                  <a:pt x="0" y="4388"/>
                </a:lnTo>
                <a:cubicBezTo>
                  <a:pt x="0" y="4738"/>
                  <a:pt x="284" y="5022"/>
                  <a:pt x="635" y="5022"/>
                </a:cubicBezTo>
                <a:lnTo>
                  <a:pt x="8727" y="5022"/>
                </a:lnTo>
                <a:close/>
              </a:path>
            </a:pathLst>
          </a:custGeom>
          <a:solidFill>
            <a:srgbClr val="f2f2f2"/>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1" name=""/>
          <p:cNvSpPr/>
          <p:nvPr/>
        </p:nvSpPr>
        <p:spPr>
          <a:xfrm>
            <a:off x="5430960" y="385200"/>
            <a:ext cx="6282720" cy="1807920"/>
          </a:xfrm>
          <a:custGeom>
            <a:avLst/>
            <a:gdLst/>
            <a:ahLst/>
            <a:rect l="0" t="0" r="r" b="b"/>
            <a:pathLst>
              <a:path w="17452" h="5022">
                <a:moveTo>
                  <a:pt x="8727" y="5022"/>
                </a:moveTo>
                <a:lnTo>
                  <a:pt x="16817" y="5022"/>
                </a:lnTo>
                <a:cubicBezTo>
                  <a:pt x="17168" y="5022"/>
                  <a:pt x="17452" y="4738"/>
                  <a:pt x="17452" y="4388"/>
                </a:cubicBezTo>
                <a:lnTo>
                  <a:pt x="17452" y="635"/>
                </a:lnTo>
                <a:cubicBezTo>
                  <a:pt x="17452" y="284"/>
                  <a:pt x="17168" y="0"/>
                  <a:pt x="16817" y="0"/>
                </a:cubicBezTo>
                <a:lnTo>
                  <a:pt x="635" y="0"/>
                </a:lnTo>
                <a:cubicBezTo>
                  <a:pt x="284" y="0"/>
                  <a:pt x="0" y="284"/>
                  <a:pt x="0" y="635"/>
                </a:cubicBezTo>
                <a:lnTo>
                  <a:pt x="0" y="4388"/>
                </a:lnTo>
                <a:cubicBezTo>
                  <a:pt x="0" y="4738"/>
                  <a:pt x="284" y="5022"/>
                  <a:pt x="635" y="5022"/>
                </a:cubicBezTo>
                <a:lnTo>
                  <a:pt x="8727" y="5022"/>
                </a:lnTo>
                <a:close/>
              </a:path>
            </a:pathLst>
          </a:custGeom>
          <a:noFill/>
          <a:ln w="38160">
            <a:solidFill>
              <a:srgbClr val="333333"/>
            </a:solidFill>
            <a:miter/>
          </a:ln>
        </p:spPr>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12" name=""/>
          <p:cNvSpPr/>
          <p:nvPr/>
        </p:nvSpPr>
        <p:spPr>
          <a:xfrm>
            <a:off x="242640" y="3287520"/>
            <a:ext cx="4188960" cy="2664000"/>
          </a:xfrm>
          <a:custGeom>
            <a:avLst/>
            <a:gdLst/>
            <a:ahLst/>
            <a:rect l="0" t="0" r="r" b="b"/>
            <a:pathLst>
              <a:path w="11636" h="7400">
                <a:moveTo>
                  <a:pt x="5818" y="7400"/>
                </a:moveTo>
                <a:lnTo>
                  <a:pt x="11001" y="7400"/>
                </a:lnTo>
                <a:cubicBezTo>
                  <a:pt x="11351" y="7400"/>
                  <a:pt x="11636" y="7116"/>
                  <a:pt x="11636" y="6765"/>
                </a:cubicBezTo>
                <a:lnTo>
                  <a:pt x="11636" y="634"/>
                </a:lnTo>
                <a:cubicBezTo>
                  <a:pt x="11636" y="284"/>
                  <a:pt x="11351" y="0"/>
                  <a:pt x="11001" y="0"/>
                </a:cubicBezTo>
                <a:lnTo>
                  <a:pt x="635" y="0"/>
                </a:lnTo>
                <a:cubicBezTo>
                  <a:pt x="284" y="0"/>
                  <a:pt x="0" y="284"/>
                  <a:pt x="0" y="634"/>
                </a:cubicBezTo>
                <a:lnTo>
                  <a:pt x="0" y="6765"/>
                </a:lnTo>
                <a:cubicBezTo>
                  <a:pt x="0" y="7116"/>
                  <a:pt x="284" y="7400"/>
                  <a:pt x="635" y="7400"/>
                </a:cubicBezTo>
                <a:lnTo>
                  <a:pt x="5818" y="7400"/>
                </a:lnTo>
                <a:close/>
              </a:path>
            </a:pathLst>
          </a:custGeom>
          <a:solidFill>
            <a:srgbClr val="f2f2f2"/>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3" name=""/>
          <p:cNvSpPr/>
          <p:nvPr/>
        </p:nvSpPr>
        <p:spPr>
          <a:xfrm>
            <a:off x="242640" y="3287520"/>
            <a:ext cx="4188960" cy="2664000"/>
          </a:xfrm>
          <a:custGeom>
            <a:avLst/>
            <a:gdLst/>
            <a:ahLst/>
            <a:rect l="0" t="0" r="r" b="b"/>
            <a:pathLst>
              <a:path w="11636" h="7400">
                <a:moveTo>
                  <a:pt x="5818" y="7400"/>
                </a:moveTo>
                <a:lnTo>
                  <a:pt x="11001" y="7400"/>
                </a:lnTo>
                <a:cubicBezTo>
                  <a:pt x="11351" y="7400"/>
                  <a:pt x="11636" y="7116"/>
                  <a:pt x="11636" y="6765"/>
                </a:cubicBezTo>
                <a:lnTo>
                  <a:pt x="11636" y="634"/>
                </a:lnTo>
                <a:cubicBezTo>
                  <a:pt x="11636" y="284"/>
                  <a:pt x="11351" y="0"/>
                  <a:pt x="11001" y="0"/>
                </a:cubicBezTo>
                <a:lnTo>
                  <a:pt x="635" y="0"/>
                </a:lnTo>
                <a:cubicBezTo>
                  <a:pt x="284" y="0"/>
                  <a:pt x="0" y="284"/>
                  <a:pt x="0" y="634"/>
                </a:cubicBezTo>
                <a:lnTo>
                  <a:pt x="0" y="6765"/>
                </a:lnTo>
                <a:cubicBezTo>
                  <a:pt x="0" y="7116"/>
                  <a:pt x="284" y="7400"/>
                  <a:pt x="635" y="7400"/>
                </a:cubicBezTo>
                <a:lnTo>
                  <a:pt x="5818" y="7400"/>
                </a:lnTo>
                <a:close/>
              </a:path>
            </a:pathLst>
          </a:custGeom>
          <a:noFill/>
          <a:ln w="38160">
            <a:solidFill>
              <a:srgbClr val="333333"/>
            </a:solidFill>
            <a:miter/>
          </a:ln>
        </p:spPr>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14" name=""/>
          <p:cNvSpPr/>
          <p:nvPr/>
        </p:nvSpPr>
        <p:spPr>
          <a:xfrm>
            <a:off x="12713040" y="3287520"/>
            <a:ext cx="4188960" cy="2664000"/>
          </a:xfrm>
          <a:custGeom>
            <a:avLst/>
            <a:gdLst/>
            <a:ahLst/>
            <a:rect l="0" t="0" r="r" b="b"/>
            <a:pathLst>
              <a:path w="11636" h="7400">
                <a:moveTo>
                  <a:pt x="5818" y="7400"/>
                </a:moveTo>
                <a:lnTo>
                  <a:pt x="11001" y="7400"/>
                </a:lnTo>
                <a:cubicBezTo>
                  <a:pt x="11352" y="7400"/>
                  <a:pt x="11636" y="7116"/>
                  <a:pt x="11636" y="6765"/>
                </a:cubicBezTo>
                <a:lnTo>
                  <a:pt x="11636" y="634"/>
                </a:lnTo>
                <a:cubicBezTo>
                  <a:pt x="11636" y="284"/>
                  <a:pt x="11352" y="0"/>
                  <a:pt x="11001" y="0"/>
                </a:cubicBezTo>
                <a:lnTo>
                  <a:pt x="635" y="0"/>
                </a:lnTo>
                <a:cubicBezTo>
                  <a:pt x="285" y="0"/>
                  <a:pt x="0" y="284"/>
                  <a:pt x="0" y="634"/>
                </a:cubicBezTo>
                <a:lnTo>
                  <a:pt x="0" y="6765"/>
                </a:lnTo>
                <a:cubicBezTo>
                  <a:pt x="0" y="7116"/>
                  <a:pt x="285" y="7400"/>
                  <a:pt x="635" y="7400"/>
                </a:cubicBezTo>
                <a:lnTo>
                  <a:pt x="5818" y="7400"/>
                </a:lnTo>
                <a:close/>
              </a:path>
            </a:pathLst>
          </a:custGeom>
          <a:solidFill>
            <a:srgbClr val="f2f2f2"/>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5" name=""/>
          <p:cNvSpPr/>
          <p:nvPr/>
        </p:nvSpPr>
        <p:spPr>
          <a:xfrm>
            <a:off x="12713040" y="3287520"/>
            <a:ext cx="4188960" cy="2664000"/>
          </a:xfrm>
          <a:custGeom>
            <a:avLst/>
            <a:gdLst/>
            <a:ahLst/>
            <a:rect l="0" t="0" r="r" b="b"/>
            <a:pathLst>
              <a:path w="11636" h="7400">
                <a:moveTo>
                  <a:pt x="5818" y="7400"/>
                </a:moveTo>
                <a:lnTo>
                  <a:pt x="11001" y="7400"/>
                </a:lnTo>
                <a:cubicBezTo>
                  <a:pt x="11352" y="7400"/>
                  <a:pt x="11636" y="7116"/>
                  <a:pt x="11636" y="6765"/>
                </a:cubicBezTo>
                <a:lnTo>
                  <a:pt x="11636" y="634"/>
                </a:lnTo>
                <a:cubicBezTo>
                  <a:pt x="11636" y="284"/>
                  <a:pt x="11352" y="0"/>
                  <a:pt x="11001" y="0"/>
                </a:cubicBezTo>
                <a:lnTo>
                  <a:pt x="635" y="0"/>
                </a:lnTo>
                <a:cubicBezTo>
                  <a:pt x="285" y="0"/>
                  <a:pt x="0" y="284"/>
                  <a:pt x="0" y="634"/>
                </a:cubicBezTo>
                <a:lnTo>
                  <a:pt x="0" y="6765"/>
                </a:lnTo>
                <a:cubicBezTo>
                  <a:pt x="0" y="7116"/>
                  <a:pt x="285" y="7400"/>
                  <a:pt x="635" y="7400"/>
                </a:cubicBezTo>
                <a:lnTo>
                  <a:pt x="5818" y="7400"/>
                </a:lnTo>
                <a:close/>
              </a:path>
            </a:pathLst>
          </a:custGeom>
          <a:noFill/>
          <a:ln w="38160">
            <a:solidFill>
              <a:srgbClr val="333333"/>
            </a:solidFill>
            <a:miter/>
          </a:ln>
        </p:spPr>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16" name=""/>
          <p:cNvSpPr/>
          <p:nvPr/>
        </p:nvSpPr>
        <p:spPr>
          <a:xfrm>
            <a:off x="5430960" y="7093080"/>
            <a:ext cx="6282720" cy="1807920"/>
          </a:xfrm>
          <a:custGeom>
            <a:avLst/>
            <a:gdLst/>
            <a:ahLst/>
            <a:rect l="0" t="0" r="r" b="b"/>
            <a:pathLst>
              <a:path w="17452" h="5022">
                <a:moveTo>
                  <a:pt x="8727" y="5022"/>
                </a:moveTo>
                <a:lnTo>
                  <a:pt x="16817" y="5022"/>
                </a:lnTo>
                <a:cubicBezTo>
                  <a:pt x="17168" y="5022"/>
                  <a:pt x="17452" y="4738"/>
                  <a:pt x="17452" y="4388"/>
                </a:cubicBezTo>
                <a:lnTo>
                  <a:pt x="17452" y="635"/>
                </a:lnTo>
                <a:cubicBezTo>
                  <a:pt x="17452" y="284"/>
                  <a:pt x="17168" y="0"/>
                  <a:pt x="16817" y="0"/>
                </a:cubicBezTo>
                <a:lnTo>
                  <a:pt x="635" y="0"/>
                </a:lnTo>
                <a:cubicBezTo>
                  <a:pt x="284" y="0"/>
                  <a:pt x="0" y="284"/>
                  <a:pt x="0" y="635"/>
                </a:cubicBezTo>
                <a:lnTo>
                  <a:pt x="0" y="4388"/>
                </a:lnTo>
                <a:cubicBezTo>
                  <a:pt x="0" y="4738"/>
                  <a:pt x="284" y="5022"/>
                  <a:pt x="635" y="5022"/>
                </a:cubicBezTo>
                <a:lnTo>
                  <a:pt x="8727" y="5022"/>
                </a:lnTo>
                <a:close/>
              </a:path>
            </a:pathLst>
          </a:custGeom>
          <a:solidFill>
            <a:srgbClr val="f2f2f2"/>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7" name=""/>
          <p:cNvSpPr/>
          <p:nvPr/>
        </p:nvSpPr>
        <p:spPr>
          <a:xfrm>
            <a:off x="5430960" y="7093080"/>
            <a:ext cx="6282720" cy="1807920"/>
          </a:xfrm>
          <a:custGeom>
            <a:avLst/>
            <a:gdLst/>
            <a:ahLst/>
            <a:rect l="0" t="0" r="r" b="b"/>
            <a:pathLst>
              <a:path w="17452" h="5022">
                <a:moveTo>
                  <a:pt x="8727" y="5022"/>
                </a:moveTo>
                <a:lnTo>
                  <a:pt x="16817" y="5022"/>
                </a:lnTo>
                <a:cubicBezTo>
                  <a:pt x="17168" y="5022"/>
                  <a:pt x="17452" y="4738"/>
                  <a:pt x="17452" y="4388"/>
                </a:cubicBezTo>
                <a:lnTo>
                  <a:pt x="17452" y="635"/>
                </a:lnTo>
                <a:cubicBezTo>
                  <a:pt x="17452" y="284"/>
                  <a:pt x="17168" y="0"/>
                  <a:pt x="16817" y="0"/>
                </a:cubicBezTo>
                <a:lnTo>
                  <a:pt x="635" y="0"/>
                </a:lnTo>
                <a:cubicBezTo>
                  <a:pt x="284" y="0"/>
                  <a:pt x="0" y="284"/>
                  <a:pt x="0" y="635"/>
                </a:cubicBezTo>
                <a:lnTo>
                  <a:pt x="0" y="4388"/>
                </a:lnTo>
                <a:cubicBezTo>
                  <a:pt x="0" y="4738"/>
                  <a:pt x="284" y="5022"/>
                  <a:pt x="635" y="5022"/>
                </a:cubicBezTo>
                <a:lnTo>
                  <a:pt x="8727" y="5022"/>
                </a:lnTo>
                <a:close/>
              </a:path>
            </a:pathLst>
          </a:custGeom>
          <a:noFill/>
          <a:ln w="38160">
            <a:solidFill>
              <a:srgbClr val="333333"/>
            </a:solidFill>
            <a:miter/>
          </a:ln>
        </p:spPr>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18" name=""/>
          <p:cNvSpPr/>
          <p:nvPr/>
        </p:nvSpPr>
        <p:spPr>
          <a:xfrm>
            <a:off x="8572680" y="2241000"/>
            <a:ext cx="0" cy="618480"/>
          </a:xfrm>
          <a:prstGeom prst="line">
            <a:avLst/>
          </a:prstGeom>
          <a:ln w="57240">
            <a:solidFill>
              <a:srgbClr val="444444"/>
            </a:solidFill>
            <a:miter/>
          </a:ln>
        </p:spPr>
        <p:style>
          <a:lnRef idx="0"/>
          <a:fillRef idx="0"/>
          <a:effectRef idx="0"/>
          <a:fontRef idx="minor"/>
        </p:style>
        <p:txBody>
          <a:bodyPr lIns="118440" rIns="118440" tIns="73440" bIns="73440" anchor="ctr" anchorCtr="1">
            <a:noAutofit/>
          </a:bodyPr>
          <a:p>
            <a:endParaRPr b="0" lang="en-US" sz="1800" strike="noStrike" u="none">
              <a:solidFill>
                <a:srgbClr val="000000"/>
              </a:solidFill>
              <a:effectLst/>
              <a:uFillTx/>
              <a:latin typeface="Arial"/>
            </a:endParaRPr>
          </a:p>
        </p:txBody>
      </p:sp>
      <p:sp>
        <p:nvSpPr>
          <p:cNvPr id="19" name=""/>
          <p:cNvSpPr/>
          <p:nvPr/>
        </p:nvSpPr>
        <p:spPr>
          <a:xfrm>
            <a:off x="8229960" y="2288520"/>
            <a:ext cx="684720" cy="685080"/>
          </a:xfrm>
          <a:custGeom>
            <a:avLst/>
            <a:gdLst/>
            <a:ahLst/>
            <a:rect l="0" t="0" r="r" b="b"/>
            <a:pathLst>
              <a:path w="1902" h="1903">
                <a:moveTo>
                  <a:pt x="1902" y="0"/>
                </a:moveTo>
                <a:lnTo>
                  <a:pt x="952" y="1903"/>
                </a:lnTo>
                <a:lnTo>
                  <a:pt x="0" y="0"/>
                </a:lnTo>
                <a:lnTo>
                  <a:pt x="1902"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20" name=""/>
          <p:cNvSpPr/>
          <p:nvPr/>
        </p:nvSpPr>
        <p:spPr>
          <a:xfrm>
            <a:off x="4479120" y="4619520"/>
            <a:ext cx="713880" cy="0"/>
          </a:xfrm>
          <a:prstGeom prst="line">
            <a:avLst/>
          </a:prstGeom>
          <a:ln w="57240">
            <a:solidFill>
              <a:srgbClr val="444444"/>
            </a:solidFill>
            <a:miter/>
          </a:ln>
        </p:spPr>
        <p:style>
          <a:lnRef idx="0"/>
          <a:fillRef idx="0"/>
          <a:effectRef idx="0"/>
          <a:fontRef idx="minor"/>
        </p:style>
        <p:txBody>
          <a:bodyPr lIns="118440" rIns="118440" tIns="-73440" bIns="-73440" anchor="ctr" anchorCtr="1">
            <a:noAutofit/>
          </a:bodyPr>
          <a:p>
            <a:endParaRPr b="0" lang="en-US" sz="1800" strike="noStrike" u="none">
              <a:solidFill>
                <a:srgbClr val="000000"/>
              </a:solidFill>
              <a:effectLst/>
              <a:uFillTx/>
              <a:latin typeface="Arial"/>
            </a:endParaRPr>
          </a:p>
        </p:txBody>
      </p:sp>
      <p:sp>
        <p:nvSpPr>
          <p:cNvPr id="21" name=""/>
          <p:cNvSpPr/>
          <p:nvPr/>
        </p:nvSpPr>
        <p:spPr>
          <a:xfrm>
            <a:off x="4621680" y="4277160"/>
            <a:ext cx="685440" cy="684720"/>
          </a:xfrm>
          <a:custGeom>
            <a:avLst/>
            <a:gdLst/>
            <a:ahLst/>
            <a:rect l="0" t="0" r="r" b="b"/>
            <a:pathLst>
              <a:path w="1904" h="1902">
                <a:moveTo>
                  <a:pt x="0" y="0"/>
                </a:moveTo>
                <a:lnTo>
                  <a:pt x="1904" y="951"/>
                </a:lnTo>
                <a:lnTo>
                  <a:pt x="0" y="1902"/>
                </a:lnTo>
                <a:lnTo>
                  <a:pt x="0"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22" name=""/>
          <p:cNvSpPr/>
          <p:nvPr/>
        </p:nvSpPr>
        <p:spPr>
          <a:xfrm>
            <a:off x="4621680" y="4277160"/>
            <a:ext cx="685440" cy="684720"/>
          </a:xfrm>
          <a:custGeom>
            <a:avLst/>
            <a:gdLst/>
            <a:ahLst/>
            <a:rect l="0" t="0" r="r" b="b"/>
            <a:pathLst>
              <a:path w="1904" h="1902">
                <a:moveTo>
                  <a:pt x="0" y="0"/>
                </a:moveTo>
                <a:lnTo>
                  <a:pt x="1904" y="951"/>
                </a:lnTo>
                <a:lnTo>
                  <a:pt x="0" y="1902"/>
                </a:lnTo>
                <a:lnTo>
                  <a:pt x="0"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23" name=""/>
          <p:cNvSpPr/>
          <p:nvPr/>
        </p:nvSpPr>
        <p:spPr>
          <a:xfrm flipH="1">
            <a:off x="11951640" y="4619520"/>
            <a:ext cx="713880" cy="0"/>
          </a:xfrm>
          <a:prstGeom prst="line">
            <a:avLst/>
          </a:prstGeom>
          <a:ln w="57240">
            <a:solidFill>
              <a:srgbClr val="444444"/>
            </a:solidFill>
            <a:miter/>
          </a:ln>
        </p:spPr>
        <p:style>
          <a:lnRef idx="0"/>
          <a:fillRef idx="0"/>
          <a:effectRef idx="0"/>
          <a:fontRef idx="minor"/>
        </p:style>
        <p:txBody>
          <a:bodyPr lIns="118440" rIns="118440" tIns="-73440" bIns="-73440" anchor="ctr" anchorCtr="1">
            <a:noAutofit/>
          </a:bodyPr>
          <a:p>
            <a:endParaRPr b="0" lang="en-US" sz="1800" strike="noStrike" u="none">
              <a:solidFill>
                <a:srgbClr val="000000"/>
              </a:solidFill>
              <a:effectLst/>
              <a:uFillTx/>
              <a:latin typeface="Arial"/>
            </a:endParaRPr>
          </a:p>
        </p:txBody>
      </p:sp>
      <p:sp>
        <p:nvSpPr>
          <p:cNvPr id="24" name=""/>
          <p:cNvSpPr/>
          <p:nvPr/>
        </p:nvSpPr>
        <p:spPr>
          <a:xfrm>
            <a:off x="11837520" y="4277160"/>
            <a:ext cx="685440" cy="684720"/>
          </a:xfrm>
          <a:custGeom>
            <a:avLst/>
            <a:gdLst/>
            <a:ahLst/>
            <a:rect l="0" t="0" r="r" b="b"/>
            <a:pathLst>
              <a:path w="1904" h="1902">
                <a:moveTo>
                  <a:pt x="1904" y="1902"/>
                </a:moveTo>
                <a:lnTo>
                  <a:pt x="0" y="951"/>
                </a:lnTo>
                <a:lnTo>
                  <a:pt x="1904" y="0"/>
                </a:lnTo>
                <a:lnTo>
                  <a:pt x="1904" y="1902"/>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25" name=""/>
          <p:cNvSpPr/>
          <p:nvPr/>
        </p:nvSpPr>
        <p:spPr>
          <a:xfrm>
            <a:off x="11837520" y="4277160"/>
            <a:ext cx="685440" cy="684720"/>
          </a:xfrm>
          <a:custGeom>
            <a:avLst/>
            <a:gdLst/>
            <a:ahLst/>
            <a:rect l="0" t="0" r="r" b="b"/>
            <a:pathLst>
              <a:path w="1904" h="1902">
                <a:moveTo>
                  <a:pt x="1904" y="1902"/>
                </a:moveTo>
                <a:lnTo>
                  <a:pt x="0" y="951"/>
                </a:lnTo>
                <a:lnTo>
                  <a:pt x="1904" y="0"/>
                </a:lnTo>
                <a:lnTo>
                  <a:pt x="1904" y="1902"/>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26" name=""/>
          <p:cNvSpPr/>
          <p:nvPr/>
        </p:nvSpPr>
        <p:spPr>
          <a:xfrm>
            <a:off x="11837520" y="4277160"/>
            <a:ext cx="685440" cy="684720"/>
          </a:xfrm>
          <a:custGeom>
            <a:avLst/>
            <a:gdLst/>
            <a:ahLst/>
            <a:rect l="0" t="0" r="r" b="b"/>
            <a:pathLst>
              <a:path w="1904" h="1902">
                <a:moveTo>
                  <a:pt x="1904" y="1902"/>
                </a:moveTo>
                <a:lnTo>
                  <a:pt x="0" y="951"/>
                </a:lnTo>
                <a:lnTo>
                  <a:pt x="1904" y="0"/>
                </a:lnTo>
                <a:lnTo>
                  <a:pt x="1904" y="1902"/>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27" name=""/>
          <p:cNvSpPr/>
          <p:nvPr/>
        </p:nvSpPr>
        <p:spPr>
          <a:xfrm flipV="1">
            <a:off x="8572680" y="6332040"/>
            <a:ext cx="0" cy="618480"/>
          </a:xfrm>
          <a:prstGeom prst="line">
            <a:avLst/>
          </a:prstGeom>
          <a:ln w="57240">
            <a:solidFill>
              <a:srgbClr val="444444"/>
            </a:solidFill>
            <a:miter/>
          </a:ln>
        </p:spPr>
        <p:style>
          <a:lnRef idx="0"/>
          <a:fillRef idx="0"/>
          <a:effectRef idx="0"/>
          <a:fontRef idx="minor"/>
        </p:style>
        <p:txBody>
          <a:bodyPr lIns="118440" rIns="118440" tIns="73440" bIns="73440" anchor="ctr" anchorCtr="1">
            <a:noAutofit/>
          </a:bodyPr>
          <a:p>
            <a:endParaRPr b="0" lang="en-US" sz="1800" strike="noStrike" u="none">
              <a:solidFill>
                <a:srgbClr val="000000"/>
              </a:solidFill>
              <a:effectLst/>
              <a:uFillTx/>
              <a:latin typeface="Arial"/>
            </a:endParaRPr>
          </a:p>
        </p:txBody>
      </p:sp>
      <p:sp>
        <p:nvSpPr>
          <p:cNvPr id="28" name=""/>
          <p:cNvSpPr/>
          <p:nvPr/>
        </p:nvSpPr>
        <p:spPr>
          <a:xfrm>
            <a:off x="8229960" y="6217920"/>
            <a:ext cx="684720" cy="685080"/>
          </a:xfrm>
          <a:custGeom>
            <a:avLst/>
            <a:gdLst/>
            <a:ahLst/>
            <a:rect l="0" t="0" r="r" b="b"/>
            <a:pathLst>
              <a:path w="1902" h="1903">
                <a:moveTo>
                  <a:pt x="0" y="1903"/>
                </a:moveTo>
                <a:lnTo>
                  <a:pt x="952" y="0"/>
                </a:lnTo>
                <a:lnTo>
                  <a:pt x="1902" y="1903"/>
                </a:lnTo>
                <a:lnTo>
                  <a:pt x="0" y="1903"/>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29" name=""/>
          <p:cNvSpPr/>
          <p:nvPr/>
        </p:nvSpPr>
        <p:spPr>
          <a:xfrm>
            <a:off x="8229960" y="6217920"/>
            <a:ext cx="684720" cy="685080"/>
          </a:xfrm>
          <a:custGeom>
            <a:avLst/>
            <a:gdLst/>
            <a:ahLst/>
            <a:rect l="0" t="0" r="r" b="b"/>
            <a:pathLst>
              <a:path w="1902" h="1903">
                <a:moveTo>
                  <a:pt x="0" y="1903"/>
                </a:moveTo>
                <a:lnTo>
                  <a:pt x="952" y="0"/>
                </a:lnTo>
                <a:lnTo>
                  <a:pt x="1902" y="1903"/>
                </a:lnTo>
                <a:lnTo>
                  <a:pt x="0" y="1903"/>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30" name=""/>
          <p:cNvSpPr/>
          <p:nvPr/>
        </p:nvSpPr>
        <p:spPr>
          <a:xfrm>
            <a:off x="8229960" y="6217920"/>
            <a:ext cx="684720" cy="685080"/>
          </a:xfrm>
          <a:custGeom>
            <a:avLst/>
            <a:gdLst/>
            <a:ahLst/>
            <a:rect l="0" t="0" r="r" b="b"/>
            <a:pathLst>
              <a:path w="1902" h="1903">
                <a:moveTo>
                  <a:pt x="0" y="1903"/>
                </a:moveTo>
                <a:lnTo>
                  <a:pt x="952" y="0"/>
                </a:lnTo>
                <a:lnTo>
                  <a:pt x="1902" y="1903"/>
                </a:lnTo>
                <a:lnTo>
                  <a:pt x="0" y="1903"/>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31" name=""/>
          <p:cNvSpPr/>
          <p:nvPr/>
        </p:nvSpPr>
        <p:spPr>
          <a:xfrm>
            <a:off x="8229960" y="6217920"/>
            <a:ext cx="684720" cy="685080"/>
          </a:xfrm>
          <a:custGeom>
            <a:avLst/>
            <a:gdLst/>
            <a:ahLst/>
            <a:rect l="0" t="0" r="r" b="b"/>
            <a:pathLst>
              <a:path w="1902" h="1903">
                <a:moveTo>
                  <a:pt x="0" y="1903"/>
                </a:moveTo>
                <a:lnTo>
                  <a:pt x="952" y="0"/>
                </a:lnTo>
                <a:lnTo>
                  <a:pt x="1902" y="1903"/>
                </a:lnTo>
                <a:lnTo>
                  <a:pt x="0" y="1903"/>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32" name=""/>
          <p:cNvSpPr txBox="1"/>
          <p:nvPr/>
        </p:nvSpPr>
        <p:spPr>
          <a:xfrm>
            <a:off x="7644240" y="3320640"/>
            <a:ext cx="1893600" cy="442440"/>
          </a:xfrm>
          <a:prstGeom prst="rect">
            <a:avLst/>
          </a:prstGeom>
          <a:noFill/>
          <a:ln w="0">
            <a:noFill/>
          </a:ln>
        </p:spPr>
        <p:txBody>
          <a:bodyPr wrap="none" lIns="0" rIns="0" tIns="0" bIns="0" anchor="t">
            <a:spAutoFit/>
          </a:bodyPr>
          <a:p>
            <a:r>
              <a:rPr b="1" lang="en-US" sz="3150" strike="noStrike" u="none">
                <a:solidFill>
                  <a:srgbClr val="000000"/>
                </a:solidFill>
                <a:effectLst/>
                <a:uFillTx/>
                <a:latin typeface="Times New Roman"/>
              </a:rPr>
              <a:t>STUDENT</a:t>
            </a:r>
            <a:endParaRPr b="1" lang="en-US" sz="3150" strike="noStrike" u="none">
              <a:solidFill>
                <a:srgbClr val="000000"/>
              </a:solidFill>
              <a:effectLst/>
              <a:uFillTx/>
              <a:latin typeface="Times New Roman"/>
              <a:ea typeface="Times New Roman"/>
            </a:endParaRPr>
          </a:p>
        </p:txBody>
      </p:sp>
      <p:sp>
        <p:nvSpPr>
          <p:cNvPr id="33" name=""/>
          <p:cNvSpPr txBox="1"/>
          <p:nvPr/>
        </p:nvSpPr>
        <p:spPr>
          <a:xfrm>
            <a:off x="6235560" y="3996360"/>
            <a:ext cx="4626000" cy="305280"/>
          </a:xfrm>
          <a:prstGeom prst="rect">
            <a:avLst/>
          </a:prstGeom>
          <a:noFill/>
          <a:ln w="0">
            <a:noFill/>
          </a:ln>
        </p:spPr>
        <p:txBody>
          <a:bodyPr wrap="none" lIns="0" rIns="0" tIns="0" bIns="0" anchor="t">
            <a:spAutoFit/>
          </a:bodyPr>
          <a:p>
            <a:r>
              <a:rPr b="0" lang="en-US" sz="2170" strike="noStrike" u="none">
                <a:solidFill>
                  <a:srgbClr val="000000"/>
                </a:solidFill>
                <a:effectLst/>
                <a:uFillTx/>
                <a:latin typeface="Times New Roman"/>
              </a:rPr>
              <a:t>owns authorship and the submitted record</a:t>
            </a:r>
            <a:endParaRPr b="0" lang="en-US" sz="2170" strike="noStrike" u="none">
              <a:solidFill>
                <a:srgbClr val="000000"/>
              </a:solidFill>
              <a:effectLst/>
              <a:uFillTx/>
              <a:latin typeface="Times New Roman"/>
              <a:ea typeface="Times New Roman"/>
            </a:endParaRPr>
          </a:p>
        </p:txBody>
      </p:sp>
      <p:sp>
        <p:nvSpPr>
          <p:cNvPr id="34" name=""/>
          <p:cNvSpPr txBox="1"/>
          <p:nvPr/>
        </p:nvSpPr>
        <p:spPr>
          <a:xfrm>
            <a:off x="6349680" y="4519440"/>
            <a:ext cx="4416480" cy="305280"/>
          </a:xfrm>
          <a:prstGeom prst="rect">
            <a:avLst/>
          </a:prstGeom>
          <a:noFill/>
          <a:ln w="0">
            <a:noFill/>
          </a:ln>
        </p:spPr>
        <p:txBody>
          <a:bodyPr wrap="none" lIns="0" rIns="0" tIns="0" bIns="0" anchor="t">
            <a:spAutoFit/>
          </a:bodyPr>
          <a:p>
            <a:r>
              <a:rPr b="0" lang="en-US" sz="2170" strike="noStrike" u="none">
                <a:solidFill>
                  <a:srgbClr val="000000"/>
                </a:solidFill>
                <a:effectLst/>
                <a:uFillTx/>
                <a:latin typeface="Times New Roman"/>
              </a:rPr>
              <a:t>executes, verifies and explains the work</a:t>
            </a:r>
            <a:endParaRPr b="0" lang="en-US" sz="2170" strike="noStrike" u="none">
              <a:solidFill>
                <a:srgbClr val="000000"/>
              </a:solidFill>
              <a:effectLst/>
              <a:uFillTx/>
              <a:latin typeface="Times New Roman"/>
              <a:ea typeface="Times New Roman"/>
            </a:endParaRPr>
          </a:p>
        </p:txBody>
      </p:sp>
      <p:sp>
        <p:nvSpPr>
          <p:cNvPr id="35" name=""/>
          <p:cNvSpPr txBox="1"/>
          <p:nvPr/>
        </p:nvSpPr>
        <p:spPr>
          <a:xfrm>
            <a:off x="6082920" y="5042880"/>
            <a:ext cx="4920840" cy="305280"/>
          </a:xfrm>
          <a:prstGeom prst="rect">
            <a:avLst/>
          </a:prstGeom>
          <a:noFill/>
          <a:ln w="0">
            <a:noFill/>
          </a:ln>
        </p:spPr>
        <p:txBody>
          <a:bodyPr wrap="none" lIns="0" rIns="0" tIns="0" bIns="0" anchor="t">
            <a:spAutoFit/>
          </a:bodyPr>
          <a:p>
            <a:r>
              <a:rPr b="0" lang="en-US" sz="2170" strike="noStrike" u="none">
                <a:solidFill>
                  <a:srgbClr val="000000"/>
                </a:solidFill>
                <a:effectLst/>
                <a:uFillTx/>
                <a:latin typeface="Times New Roman"/>
              </a:rPr>
              <a:t>records consequential decisions and changes</a:t>
            </a:r>
            <a:endParaRPr b="0" lang="en-US" sz="2170" strike="noStrike" u="none">
              <a:solidFill>
                <a:srgbClr val="000000"/>
              </a:solidFill>
              <a:effectLst/>
              <a:uFillTx/>
              <a:latin typeface="Times New Roman"/>
              <a:ea typeface="Times New Roman"/>
            </a:endParaRPr>
          </a:p>
        </p:txBody>
      </p:sp>
      <p:sp>
        <p:nvSpPr>
          <p:cNvPr id="36" name=""/>
          <p:cNvSpPr txBox="1"/>
          <p:nvPr/>
        </p:nvSpPr>
        <p:spPr>
          <a:xfrm>
            <a:off x="6654240" y="5565960"/>
            <a:ext cx="3807720" cy="305280"/>
          </a:xfrm>
          <a:prstGeom prst="rect">
            <a:avLst/>
          </a:prstGeom>
          <a:noFill/>
          <a:ln w="0">
            <a:noFill/>
          </a:ln>
        </p:spPr>
        <p:txBody>
          <a:bodyPr wrap="none" lIns="0" rIns="0" tIns="0" bIns="0" anchor="t">
            <a:spAutoFit/>
          </a:bodyPr>
          <a:p>
            <a:r>
              <a:rPr b="0" lang="en-US" sz="2170" strike="noStrike" u="none">
                <a:solidFill>
                  <a:srgbClr val="000000"/>
                </a:solidFill>
                <a:effectLst/>
                <a:uFillTx/>
                <a:latin typeface="Times New Roman"/>
              </a:rPr>
              <a:t>defends the evidence and its limits</a:t>
            </a:r>
            <a:endParaRPr b="0" lang="en-US" sz="2170" strike="noStrike" u="none">
              <a:solidFill>
                <a:srgbClr val="000000"/>
              </a:solidFill>
              <a:effectLst/>
              <a:uFillTx/>
              <a:latin typeface="Times New Roman"/>
              <a:ea typeface="Times New Roman"/>
            </a:endParaRPr>
          </a:p>
        </p:txBody>
      </p:sp>
      <p:sp>
        <p:nvSpPr>
          <p:cNvPr id="37" name=""/>
          <p:cNvSpPr txBox="1"/>
          <p:nvPr/>
        </p:nvSpPr>
        <p:spPr>
          <a:xfrm>
            <a:off x="7358760" y="666000"/>
            <a:ext cx="2445840" cy="427320"/>
          </a:xfrm>
          <a:prstGeom prst="rect">
            <a:avLst/>
          </a:prstGeom>
          <a:noFill/>
          <a:ln w="0">
            <a:noFill/>
          </a:ln>
        </p:spPr>
        <p:txBody>
          <a:bodyPr wrap="none" lIns="0" rIns="0" tIns="0" bIns="0" anchor="t">
            <a:spAutoFit/>
          </a:bodyPr>
          <a:p>
            <a:r>
              <a:rPr b="1" lang="en-US" sz="3000" strike="noStrike" u="none">
                <a:solidFill>
                  <a:srgbClr val="000000"/>
                </a:solidFill>
                <a:effectLst/>
                <a:uFillTx/>
                <a:latin typeface="Times New Roman"/>
              </a:rPr>
              <a:t>SUPERVISOR</a:t>
            </a:r>
            <a:endParaRPr b="1" lang="en-US" sz="3000" strike="noStrike" u="none">
              <a:solidFill>
                <a:srgbClr val="000000"/>
              </a:solidFill>
              <a:effectLst/>
              <a:uFillTx/>
              <a:latin typeface="Times New Roman"/>
              <a:ea typeface="Times New Roman"/>
            </a:endParaRPr>
          </a:p>
        </p:txBody>
      </p:sp>
      <p:sp>
        <p:nvSpPr>
          <p:cNvPr id="38" name=""/>
          <p:cNvSpPr txBox="1"/>
          <p:nvPr/>
        </p:nvSpPr>
        <p:spPr>
          <a:xfrm>
            <a:off x="6416280" y="1246320"/>
            <a:ext cx="4378320" cy="295920"/>
          </a:xfrm>
          <a:prstGeom prst="rect">
            <a:avLst/>
          </a:prstGeom>
          <a:noFill/>
          <a:ln w="0">
            <a:noFill/>
          </a:ln>
        </p:spPr>
        <p:txBody>
          <a:bodyPr wrap="none" lIns="0" rIns="0" tIns="0" bIns="0" anchor="t">
            <a:spAutoFit/>
          </a:bodyPr>
          <a:p>
            <a:r>
              <a:rPr b="0" lang="en-US" sz="2100" strike="noStrike" u="none">
                <a:solidFill>
                  <a:srgbClr val="000000"/>
                </a:solidFill>
                <a:effectLst/>
                <a:uFillTx/>
                <a:latin typeface="Times New Roman"/>
              </a:rPr>
              <a:t>advice, challenge and academic approval</a:t>
            </a:r>
            <a:endParaRPr b="0" lang="en-US" sz="2100" strike="noStrike" u="none">
              <a:solidFill>
                <a:srgbClr val="000000"/>
              </a:solidFill>
              <a:effectLst/>
              <a:uFillTx/>
              <a:latin typeface="Times New Roman"/>
              <a:ea typeface="Times New Roman"/>
            </a:endParaRPr>
          </a:p>
        </p:txBody>
      </p:sp>
      <p:sp>
        <p:nvSpPr>
          <p:cNvPr id="39" name=""/>
          <p:cNvSpPr txBox="1"/>
          <p:nvPr/>
        </p:nvSpPr>
        <p:spPr>
          <a:xfrm>
            <a:off x="6368760" y="1655640"/>
            <a:ext cx="4466520" cy="295920"/>
          </a:xfrm>
          <a:prstGeom prst="rect">
            <a:avLst/>
          </a:prstGeom>
          <a:noFill/>
          <a:ln w="0">
            <a:noFill/>
          </a:ln>
        </p:spPr>
        <p:txBody>
          <a:bodyPr wrap="none" lIns="0" rIns="0" tIns="0" bIns="0" anchor="t">
            <a:spAutoFit/>
          </a:bodyPr>
          <a:p>
            <a:r>
              <a:rPr b="0" lang="en-US" sz="2100" strike="noStrike" u="none">
                <a:solidFill>
                  <a:srgbClr val="000000"/>
                </a:solidFill>
                <a:effectLst/>
                <a:uFillTx/>
                <a:latin typeface="Times New Roman"/>
              </a:rPr>
              <a:t>within programme rules and agreed scope</a:t>
            </a:r>
            <a:endParaRPr b="0" lang="en-US" sz="2100" strike="noStrike" u="none">
              <a:solidFill>
                <a:srgbClr val="000000"/>
              </a:solidFill>
              <a:effectLst/>
              <a:uFillTx/>
              <a:latin typeface="Times New Roman"/>
              <a:ea typeface="Times New Roman"/>
            </a:endParaRPr>
          </a:p>
        </p:txBody>
      </p:sp>
      <p:sp>
        <p:nvSpPr>
          <p:cNvPr id="40" name=""/>
          <p:cNvSpPr txBox="1"/>
          <p:nvPr/>
        </p:nvSpPr>
        <p:spPr>
          <a:xfrm>
            <a:off x="914040" y="3596760"/>
            <a:ext cx="2837520" cy="390600"/>
          </a:xfrm>
          <a:prstGeom prst="rect">
            <a:avLst/>
          </a:prstGeom>
          <a:noFill/>
          <a:ln w="0">
            <a:noFill/>
          </a:ln>
        </p:spPr>
        <p:txBody>
          <a:bodyPr wrap="none" lIns="0" rIns="0" tIns="0" bIns="0" anchor="t">
            <a:spAutoFit/>
          </a:bodyPr>
          <a:p>
            <a:r>
              <a:rPr b="1" lang="en-US" sz="2770" strike="noStrike" u="none">
                <a:solidFill>
                  <a:srgbClr val="000000"/>
                </a:solidFill>
                <a:effectLst/>
                <a:uFillTx/>
                <a:latin typeface="Times New Roman"/>
              </a:rPr>
              <a:t>INSTITUTIONAL</a:t>
            </a:r>
            <a:endParaRPr b="1" lang="en-US" sz="2770" strike="noStrike" u="none">
              <a:solidFill>
                <a:srgbClr val="000000"/>
              </a:solidFill>
              <a:effectLst/>
              <a:uFillTx/>
              <a:latin typeface="Times New Roman"/>
              <a:ea typeface="Times New Roman"/>
            </a:endParaRPr>
          </a:p>
        </p:txBody>
      </p:sp>
      <p:sp>
        <p:nvSpPr>
          <p:cNvPr id="41" name=""/>
          <p:cNvSpPr txBox="1"/>
          <p:nvPr/>
        </p:nvSpPr>
        <p:spPr>
          <a:xfrm>
            <a:off x="1247040" y="4025160"/>
            <a:ext cx="2171880" cy="390600"/>
          </a:xfrm>
          <a:prstGeom prst="rect">
            <a:avLst/>
          </a:prstGeom>
          <a:noFill/>
          <a:ln w="0">
            <a:noFill/>
          </a:ln>
        </p:spPr>
        <p:txBody>
          <a:bodyPr wrap="none" lIns="0" rIns="0" tIns="0" bIns="0" anchor="t">
            <a:spAutoFit/>
          </a:bodyPr>
          <a:p>
            <a:r>
              <a:rPr b="1" lang="en-US" sz="2770" strike="noStrike" u="none">
                <a:solidFill>
                  <a:srgbClr val="000000"/>
                </a:solidFill>
                <a:effectLst/>
                <a:uFillTx/>
                <a:latin typeface="Times New Roman"/>
              </a:rPr>
              <a:t>AUTHORITY</a:t>
            </a:r>
            <a:endParaRPr b="1" lang="en-US" sz="2770" strike="noStrike" u="none">
              <a:solidFill>
                <a:srgbClr val="000000"/>
              </a:solidFill>
              <a:effectLst/>
              <a:uFillTx/>
              <a:latin typeface="Times New Roman"/>
              <a:ea typeface="Times New Roman"/>
            </a:endParaRPr>
          </a:p>
        </p:txBody>
      </p:sp>
      <p:sp>
        <p:nvSpPr>
          <p:cNvPr id="42" name=""/>
          <p:cNvSpPr txBox="1"/>
          <p:nvPr/>
        </p:nvSpPr>
        <p:spPr>
          <a:xfrm>
            <a:off x="723600" y="4728960"/>
            <a:ext cx="3147840" cy="286920"/>
          </a:xfrm>
          <a:prstGeom prst="rect">
            <a:avLst/>
          </a:prstGeom>
          <a:noFill/>
          <a:ln w="0">
            <a:noFill/>
          </a:ln>
        </p:spPr>
        <p:txBody>
          <a:bodyPr wrap="none" lIns="0" rIns="0" tIns="0" bIns="0" anchor="t">
            <a:spAutoFit/>
          </a:bodyPr>
          <a:p>
            <a:r>
              <a:rPr b="0" lang="en-US" sz="2020" strike="noStrike" u="none">
                <a:solidFill>
                  <a:srgbClr val="000000"/>
                </a:solidFill>
                <a:effectLst/>
                <a:uFillTx/>
                <a:latin typeface="Times New Roman"/>
              </a:rPr>
              <a:t>rules, integrity and assessment</a:t>
            </a:r>
            <a:endParaRPr b="0" lang="en-US" sz="2020" strike="noStrike" u="none">
              <a:solidFill>
                <a:srgbClr val="000000"/>
              </a:solidFill>
              <a:effectLst/>
              <a:uFillTx/>
              <a:latin typeface="Times New Roman"/>
              <a:ea typeface="Times New Roman"/>
            </a:endParaRPr>
          </a:p>
        </p:txBody>
      </p:sp>
      <p:sp>
        <p:nvSpPr>
          <p:cNvPr id="43" name=""/>
          <p:cNvSpPr txBox="1"/>
          <p:nvPr/>
        </p:nvSpPr>
        <p:spPr>
          <a:xfrm>
            <a:off x="609120" y="5157000"/>
            <a:ext cx="3369960" cy="286920"/>
          </a:xfrm>
          <a:prstGeom prst="rect">
            <a:avLst/>
          </a:prstGeom>
          <a:noFill/>
          <a:ln w="0">
            <a:noFill/>
          </a:ln>
        </p:spPr>
        <p:txBody>
          <a:bodyPr wrap="none" lIns="0" rIns="0" tIns="0" bIns="0" anchor="t">
            <a:spAutoFit/>
          </a:bodyPr>
          <a:p>
            <a:r>
              <a:rPr b="0" lang="en-US" sz="2020" strike="noStrike" u="none">
                <a:solidFill>
                  <a:srgbClr val="000000"/>
                </a:solidFill>
                <a:effectLst/>
                <a:uFillTx/>
                <a:latin typeface="Times New Roman"/>
              </a:rPr>
              <a:t>submission and formal decisions</a:t>
            </a:r>
            <a:endParaRPr b="0" lang="en-US" sz="2020" strike="noStrike" u="none">
              <a:solidFill>
                <a:srgbClr val="000000"/>
              </a:solidFill>
              <a:effectLst/>
              <a:uFillTx/>
              <a:latin typeface="Times New Roman"/>
              <a:ea typeface="Times New Roman"/>
            </a:endParaRPr>
          </a:p>
        </p:txBody>
      </p:sp>
      <p:sp>
        <p:nvSpPr>
          <p:cNvPr id="44" name=""/>
          <p:cNvSpPr txBox="1"/>
          <p:nvPr/>
        </p:nvSpPr>
        <p:spPr>
          <a:xfrm>
            <a:off x="13822200" y="3596760"/>
            <a:ext cx="1960200" cy="390600"/>
          </a:xfrm>
          <a:prstGeom prst="rect">
            <a:avLst/>
          </a:prstGeom>
          <a:noFill/>
          <a:ln w="0">
            <a:noFill/>
          </a:ln>
        </p:spPr>
        <p:txBody>
          <a:bodyPr wrap="none" lIns="0" rIns="0" tIns="0" bIns="0" anchor="t">
            <a:spAutoFit/>
          </a:bodyPr>
          <a:p>
            <a:r>
              <a:rPr b="1" lang="en-US" sz="2770" strike="noStrike" u="none">
                <a:solidFill>
                  <a:srgbClr val="000000"/>
                </a:solidFill>
                <a:effectLst/>
                <a:uFillTx/>
                <a:latin typeface="Times New Roman"/>
              </a:rPr>
              <a:t>EXTERNAL</a:t>
            </a:r>
            <a:endParaRPr b="1" lang="en-US" sz="2770" strike="noStrike" u="none">
              <a:solidFill>
                <a:srgbClr val="000000"/>
              </a:solidFill>
              <a:effectLst/>
              <a:uFillTx/>
              <a:latin typeface="Times New Roman"/>
              <a:ea typeface="Times New Roman"/>
            </a:endParaRPr>
          </a:p>
        </p:txBody>
      </p:sp>
      <p:sp>
        <p:nvSpPr>
          <p:cNvPr id="45" name=""/>
          <p:cNvSpPr txBox="1"/>
          <p:nvPr/>
        </p:nvSpPr>
        <p:spPr>
          <a:xfrm>
            <a:off x="13422600" y="4025160"/>
            <a:ext cx="2772000" cy="390600"/>
          </a:xfrm>
          <a:prstGeom prst="rect">
            <a:avLst/>
          </a:prstGeom>
          <a:noFill/>
          <a:ln w="0">
            <a:noFill/>
          </a:ln>
        </p:spPr>
        <p:txBody>
          <a:bodyPr wrap="none" lIns="0" rIns="0" tIns="0" bIns="0" anchor="t">
            <a:spAutoFit/>
          </a:bodyPr>
          <a:p>
            <a:r>
              <a:rPr b="1" lang="en-US" sz="2770" strike="noStrike" u="none">
                <a:solidFill>
                  <a:srgbClr val="000000"/>
                </a:solidFill>
                <a:effectLst/>
                <a:uFillTx/>
                <a:latin typeface="Times New Roman"/>
              </a:rPr>
              <a:t>ORGANISATION</a:t>
            </a:r>
            <a:endParaRPr b="1" lang="en-US" sz="2770" strike="noStrike" u="none">
              <a:solidFill>
                <a:srgbClr val="000000"/>
              </a:solidFill>
              <a:effectLst/>
              <a:uFillTx/>
              <a:latin typeface="Times New Roman"/>
              <a:ea typeface="Times New Roman"/>
            </a:endParaRPr>
          </a:p>
        </p:txBody>
      </p:sp>
      <p:sp>
        <p:nvSpPr>
          <p:cNvPr id="46" name=""/>
          <p:cNvSpPr txBox="1"/>
          <p:nvPr/>
        </p:nvSpPr>
        <p:spPr>
          <a:xfrm>
            <a:off x="13993560" y="4576320"/>
            <a:ext cx="1633680" cy="242640"/>
          </a:xfrm>
          <a:prstGeom prst="rect">
            <a:avLst/>
          </a:prstGeom>
          <a:noFill/>
          <a:ln w="0">
            <a:noFill/>
          </a:ln>
        </p:spPr>
        <p:txBody>
          <a:bodyPr wrap="none" lIns="0" rIns="0" tIns="0" bIns="0" anchor="t">
            <a:spAutoFit/>
          </a:bodyPr>
          <a:p>
            <a:r>
              <a:rPr b="0" lang="en-US" sz="1720" strike="noStrike" u="none">
                <a:solidFill>
                  <a:srgbClr val="000000"/>
                </a:solidFill>
                <a:effectLst/>
                <a:uFillTx/>
                <a:latin typeface="Times New Roman"/>
              </a:rPr>
              <a:t>context and access</a:t>
            </a:r>
            <a:endParaRPr b="0" lang="en-US" sz="1720" strike="noStrike" u="none">
              <a:solidFill>
                <a:srgbClr val="000000"/>
              </a:solidFill>
              <a:effectLst/>
              <a:uFillTx/>
              <a:latin typeface="Times New Roman"/>
              <a:ea typeface="Times New Roman"/>
            </a:endParaRPr>
          </a:p>
        </p:txBody>
      </p:sp>
      <p:sp>
        <p:nvSpPr>
          <p:cNvPr id="47" name=""/>
          <p:cNvSpPr txBox="1"/>
          <p:nvPr/>
        </p:nvSpPr>
        <p:spPr>
          <a:xfrm>
            <a:off x="13936320" y="4909320"/>
            <a:ext cx="1761840" cy="242640"/>
          </a:xfrm>
          <a:prstGeom prst="rect">
            <a:avLst/>
          </a:prstGeom>
          <a:noFill/>
          <a:ln w="0">
            <a:noFill/>
          </a:ln>
        </p:spPr>
        <p:txBody>
          <a:bodyPr wrap="none" lIns="0" rIns="0" tIns="0" bIns="0" anchor="t">
            <a:spAutoFit/>
          </a:bodyPr>
          <a:p>
            <a:r>
              <a:rPr b="0" lang="en-US" sz="1720" strike="noStrike" u="none">
                <a:solidFill>
                  <a:srgbClr val="000000"/>
                </a:solidFill>
                <a:effectLst/>
                <a:uFillTx/>
                <a:latin typeface="Times New Roman"/>
              </a:rPr>
              <a:t>practical constraints</a:t>
            </a:r>
            <a:endParaRPr b="0" lang="en-US" sz="1720" strike="noStrike" u="none">
              <a:solidFill>
                <a:srgbClr val="000000"/>
              </a:solidFill>
              <a:effectLst/>
              <a:uFillTx/>
              <a:latin typeface="Times New Roman"/>
              <a:ea typeface="Times New Roman"/>
            </a:endParaRPr>
          </a:p>
        </p:txBody>
      </p:sp>
      <p:sp>
        <p:nvSpPr>
          <p:cNvPr id="48" name=""/>
          <p:cNvSpPr txBox="1"/>
          <p:nvPr/>
        </p:nvSpPr>
        <p:spPr>
          <a:xfrm>
            <a:off x="13831920" y="5242320"/>
            <a:ext cx="1950480" cy="242640"/>
          </a:xfrm>
          <a:prstGeom prst="rect">
            <a:avLst/>
          </a:prstGeom>
          <a:noFill/>
          <a:ln w="0">
            <a:noFill/>
          </a:ln>
        </p:spPr>
        <p:txBody>
          <a:bodyPr wrap="none" lIns="0" rIns="0" tIns="0" bIns="0" anchor="t">
            <a:spAutoFit/>
          </a:bodyPr>
          <a:p>
            <a:r>
              <a:rPr b="0" lang="en-US" sz="1720" strike="noStrike" u="none">
                <a:solidFill>
                  <a:srgbClr val="000000"/>
                </a:solidFill>
                <a:effectLst/>
                <a:uFillTx/>
                <a:latin typeface="Times New Roman"/>
              </a:rPr>
              <a:t>no academic authority</a:t>
            </a:r>
            <a:endParaRPr b="0" lang="en-US" sz="1720" strike="noStrike" u="none">
              <a:solidFill>
                <a:srgbClr val="000000"/>
              </a:solidFill>
              <a:effectLst/>
              <a:uFillTx/>
              <a:latin typeface="Times New Roman"/>
              <a:ea typeface="Times New Roman"/>
            </a:endParaRPr>
          </a:p>
        </p:txBody>
      </p:sp>
      <p:sp>
        <p:nvSpPr>
          <p:cNvPr id="49" name=""/>
          <p:cNvSpPr txBox="1"/>
          <p:nvPr/>
        </p:nvSpPr>
        <p:spPr>
          <a:xfrm>
            <a:off x="14184000" y="5575320"/>
            <a:ext cx="1256040" cy="242640"/>
          </a:xfrm>
          <a:prstGeom prst="rect">
            <a:avLst/>
          </a:prstGeom>
          <a:noFill/>
          <a:ln w="0">
            <a:noFill/>
          </a:ln>
        </p:spPr>
        <p:txBody>
          <a:bodyPr wrap="none" lIns="0" rIns="0" tIns="0" bIns="0" anchor="t">
            <a:spAutoFit/>
          </a:bodyPr>
          <a:p>
            <a:r>
              <a:rPr b="0" lang="en-US" sz="1720" strike="noStrike" u="none">
                <a:solidFill>
                  <a:srgbClr val="000000"/>
                </a:solidFill>
                <a:effectLst/>
                <a:uFillTx/>
                <a:latin typeface="Times New Roman"/>
              </a:rPr>
              <a:t>over the claim</a:t>
            </a:r>
            <a:endParaRPr b="0" lang="en-US" sz="1720" strike="noStrike" u="none">
              <a:solidFill>
                <a:srgbClr val="000000"/>
              </a:solidFill>
              <a:effectLst/>
              <a:uFillTx/>
              <a:latin typeface="Times New Roman"/>
              <a:ea typeface="Times New Roman"/>
            </a:endParaRPr>
          </a:p>
        </p:txBody>
      </p:sp>
      <p:sp>
        <p:nvSpPr>
          <p:cNvPr id="50" name=""/>
          <p:cNvSpPr txBox="1"/>
          <p:nvPr/>
        </p:nvSpPr>
        <p:spPr>
          <a:xfrm>
            <a:off x="7777440" y="7373880"/>
            <a:ext cx="1608120" cy="427320"/>
          </a:xfrm>
          <a:prstGeom prst="rect">
            <a:avLst/>
          </a:prstGeom>
          <a:noFill/>
          <a:ln w="0">
            <a:noFill/>
          </a:ln>
        </p:spPr>
        <p:txBody>
          <a:bodyPr wrap="none" lIns="0" rIns="0" tIns="0" bIns="0" anchor="t">
            <a:spAutoFit/>
          </a:bodyPr>
          <a:p>
            <a:r>
              <a:rPr b="1" lang="en-US" sz="3000" strike="noStrike" u="none">
                <a:solidFill>
                  <a:srgbClr val="000000"/>
                </a:solidFill>
                <a:effectLst/>
                <a:uFillTx/>
                <a:latin typeface="Times New Roman"/>
              </a:rPr>
              <a:t>AI TOOL</a:t>
            </a:r>
            <a:endParaRPr b="1" lang="en-US" sz="3000" strike="noStrike" u="none">
              <a:solidFill>
                <a:srgbClr val="000000"/>
              </a:solidFill>
              <a:effectLst/>
              <a:uFillTx/>
              <a:latin typeface="Times New Roman"/>
              <a:ea typeface="Times New Roman"/>
            </a:endParaRPr>
          </a:p>
        </p:txBody>
      </p:sp>
      <p:sp>
        <p:nvSpPr>
          <p:cNvPr id="51" name=""/>
          <p:cNvSpPr txBox="1"/>
          <p:nvPr/>
        </p:nvSpPr>
        <p:spPr>
          <a:xfrm>
            <a:off x="6321240" y="8011440"/>
            <a:ext cx="4391640" cy="286920"/>
          </a:xfrm>
          <a:prstGeom prst="rect">
            <a:avLst/>
          </a:prstGeom>
          <a:noFill/>
          <a:ln w="0">
            <a:noFill/>
          </a:ln>
        </p:spPr>
        <p:txBody>
          <a:bodyPr wrap="none" lIns="0" rIns="0" tIns="0" bIns="0" anchor="t">
            <a:spAutoFit/>
          </a:bodyPr>
          <a:p>
            <a:r>
              <a:rPr b="0" lang="en-US" sz="2020" strike="noStrike" u="none">
                <a:solidFill>
                  <a:srgbClr val="000000"/>
                </a:solidFill>
                <a:effectLst/>
                <a:uFillTx/>
                <a:latin typeface="Times New Roman"/>
              </a:rPr>
              <a:t>candidate assistance subject to verification</a:t>
            </a:r>
            <a:endParaRPr b="0" lang="en-US" sz="2020" strike="noStrike" u="none">
              <a:solidFill>
                <a:srgbClr val="000000"/>
              </a:solidFill>
              <a:effectLst/>
              <a:uFillTx/>
              <a:latin typeface="Times New Roman"/>
              <a:ea typeface="Times New Roman"/>
            </a:endParaRPr>
          </a:p>
        </p:txBody>
      </p:sp>
      <p:sp>
        <p:nvSpPr>
          <p:cNvPr id="52" name=""/>
          <p:cNvSpPr txBox="1"/>
          <p:nvPr/>
        </p:nvSpPr>
        <p:spPr>
          <a:xfrm>
            <a:off x="6416280" y="8420760"/>
            <a:ext cx="4185360" cy="286920"/>
          </a:xfrm>
          <a:prstGeom prst="rect">
            <a:avLst/>
          </a:prstGeom>
          <a:noFill/>
          <a:ln w="0">
            <a:noFill/>
          </a:ln>
        </p:spPr>
        <p:txBody>
          <a:bodyPr wrap="none" lIns="0" rIns="0" tIns="0" bIns="0" anchor="t">
            <a:spAutoFit/>
          </a:bodyPr>
          <a:p>
            <a:r>
              <a:rPr b="0" lang="en-US" sz="2020" strike="noStrike" u="none">
                <a:solidFill>
                  <a:srgbClr val="000000"/>
                </a:solidFill>
                <a:effectLst/>
                <a:uFillTx/>
                <a:latin typeface="Times New Roman"/>
              </a:rPr>
              <a:t>no approval, authorship or responsibility</a:t>
            </a:r>
            <a:endParaRPr b="0" lang="en-US" sz="2020" strike="noStrike" u="none">
              <a:solidFill>
                <a:srgbClr val="000000"/>
              </a:solidFill>
              <a:effectLst/>
              <a:uFillTx/>
              <a:latin typeface="Times New Roman"/>
              <a:ea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LibreOffice/25.2.3.2$Linux_X86_64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2026-08-19T10:49:48Z</dcterms:created>
  <dc:creator>Antonio Clim and Martino Aldrigo</dc:creator>
  <dc:description>A central student box owns authorship, execution, verification, decision records and defence. Arrows enter from the supervisor for advice and academic approval, institutional authority for rules and assessment, an external organisation for context and access and an AI tool for candidate assistance. None transfers responsibility for the submitted record. Native-object PPTX generated from the canonical SVG; all text, boxes, lines, arrows and colours remain separately editable.</dc:description>
  <dc:language>en-US</dc:language>
  <cp:lastModifiedBy/>
  <dcterms:modified xsi:type="dcterms:W3CDTF">2026-08-19T10:49:48Z</dcterms:modified>
  <cp:revision>1</cp:revision>
  <dc:subject>Fully editable native drawing objects</dc:subject>
  <dc:title>Figure 1.2. Advice, approval, authority and assistance do not transfer authorship or responsibility</dc:title>
</cp:coreProperties>
</file>