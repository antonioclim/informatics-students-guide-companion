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2382500" cy="66675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2D67909-0160-4E67-8813-5CD94AE0F298}"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trike="noStrike" u="none">
                <a:solidFill>
                  <a:srgbClr val="000000"/>
                </a:solidFill>
                <a:effectLst/>
                <a:uFillTx/>
                <a:latin typeface="Times New Roman"/>
              </a:defRPr>
            </a:lvl1pPr>
          </a:lstStyle>
          <a:p>
            <a:pPr indent="0" algn="ctr">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fld id="{FCC605CB-ECED-4AE9-A7A8-5E3BB69A24F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4680" y="4680"/>
            <a:ext cx="12372840" cy="6657840"/>
          </a:xfrm>
          <a:custGeom>
            <a:avLst/>
            <a:gdLst/>
            <a:ahLst/>
            <a:rect l="0" t="0" r="r" b="b"/>
            <a:pathLst>
              <a:path w="34369" h="18494">
                <a:moveTo>
                  <a:pt x="0" y="0"/>
                </a:moveTo>
                <a:lnTo>
                  <a:pt x="34369" y="0"/>
                </a:lnTo>
                <a:lnTo>
                  <a:pt x="34369" y="18494"/>
                </a:lnTo>
                <a:lnTo>
                  <a:pt x="0" y="18494"/>
                </a:lnTo>
                <a:lnTo>
                  <a:pt x="0" y="0"/>
                </a:lnTo>
                <a:close/>
              </a:path>
            </a:pathLst>
          </a:custGeom>
          <a:solidFill>
            <a:srgbClr val="ffffff"/>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8" name=""/>
          <p:cNvSpPr txBox="1"/>
          <p:nvPr/>
        </p:nvSpPr>
        <p:spPr>
          <a:xfrm>
            <a:off x="2636280" y="171000"/>
            <a:ext cx="7075440" cy="253440"/>
          </a:xfrm>
          <a:prstGeom prst="rect">
            <a:avLst/>
          </a:prstGeom>
          <a:noFill/>
          <a:ln w="0">
            <a:noFill/>
          </a:ln>
        </p:spPr>
        <p:txBody>
          <a:bodyPr wrap="none" lIns="0" rIns="0" tIns="0" bIns="0" anchor="t">
            <a:spAutoFit/>
          </a:bodyPr>
          <a:p>
            <a:r>
              <a:rPr b="0" i="1" lang="en-US" sz="1800" strike="noStrike" u="none">
                <a:solidFill>
                  <a:srgbClr val="52667f"/>
                </a:solidFill>
                <a:effectLst/>
                <a:uFillTx/>
                <a:latin typeface="Times New Roman"/>
              </a:rPr>
              <a:t>current authority changes the wrapper; it does not rewrite the accepted study</a:t>
            </a:r>
            <a:endParaRPr b="0" i="1" lang="en-US" sz="1800" strike="noStrike" u="none">
              <a:solidFill>
                <a:srgbClr val="52667f"/>
              </a:solidFill>
              <a:effectLst/>
              <a:uFillTx/>
              <a:latin typeface="Times New Roman"/>
              <a:ea typeface="Times New Roman"/>
            </a:endParaRPr>
          </a:p>
        </p:txBody>
      </p:sp>
      <p:sp>
        <p:nvSpPr>
          <p:cNvPr id="9" name=""/>
          <p:cNvSpPr/>
          <p:nvPr/>
        </p:nvSpPr>
        <p:spPr>
          <a:xfrm>
            <a:off x="19512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0" name=""/>
          <p:cNvSpPr/>
          <p:nvPr/>
        </p:nvSpPr>
        <p:spPr>
          <a:xfrm>
            <a:off x="19512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1" name=""/>
          <p:cNvSpPr txBox="1"/>
          <p:nvPr/>
        </p:nvSpPr>
        <p:spPr>
          <a:xfrm>
            <a:off x="618480" y="1036440"/>
            <a:ext cx="134496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AUTHOR-SIDE</a:t>
            </a:r>
            <a:endParaRPr b="1" lang="en-US" sz="1500" strike="noStrike" u="none">
              <a:solidFill>
                <a:srgbClr val="1f3654"/>
              </a:solidFill>
              <a:effectLst/>
              <a:uFillTx/>
              <a:latin typeface="Times New Roman"/>
              <a:ea typeface="Times New Roman"/>
            </a:endParaRPr>
          </a:p>
        </p:txBody>
      </p:sp>
      <p:sp>
        <p:nvSpPr>
          <p:cNvPr id="12" name=""/>
          <p:cNvSpPr txBox="1"/>
          <p:nvPr/>
        </p:nvSpPr>
        <p:spPr>
          <a:xfrm>
            <a:off x="837720" y="1302840"/>
            <a:ext cx="92232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CLOSURE</a:t>
            </a:r>
            <a:endParaRPr b="1" lang="en-US" sz="1500" strike="noStrike" u="none">
              <a:solidFill>
                <a:srgbClr val="1f3654"/>
              </a:solidFill>
              <a:effectLst/>
              <a:uFillTx/>
              <a:latin typeface="Times New Roman"/>
              <a:ea typeface="Times New Roman"/>
            </a:endParaRPr>
          </a:p>
        </p:txBody>
      </p:sp>
      <p:sp>
        <p:nvSpPr>
          <p:cNvPr id="13" name=""/>
          <p:cNvSpPr txBox="1"/>
          <p:nvPr/>
        </p:nvSpPr>
        <p:spPr>
          <a:xfrm>
            <a:off x="504360" y="1702440"/>
            <a:ext cx="156024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accepted answer · proof state</a:t>
            </a:r>
            <a:endParaRPr b="0" i="1" lang="en-US" sz="1050" strike="noStrike" u="none">
              <a:solidFill>
                <a:srgbClr val="52667f"/>
              </a:solidFill>
              <a:effectLst/>
              <a:uFillTx/>
              <a:latin typeface="Times New Roman"/>
              <a:ea typeface="Times New Roman"/>
            </a:endParaRPr>
          </a:p>
        </p:txBody>
      </p:sp>
      <p:sp>
        <p:nvSpPr>
          <p:cNvPr id="14" name=""/>
          <p:cNvSpPr/>
          <p:nvPr/>
        </p:nvSpPr>
        <p:spPr>
          <a:xfrm>
            <a:off x="265068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15" name=""/>
          <p:cNvSpPr/>
          <p:nvPr/>
        </p:nvSpPr>
        <p:spPr>
          <a:xfrm>
            <a:off x="265068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16" name=""/>
          <p:cNvSpPr txBox="1"/>
          <p:nvPr/>
        </p:nvSpPr>
        <p:spPr>
          <a:xfrm>
            <a:off x="3283560" y="1036440"/>
            <a:ext cx="94284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CURRENT</a:t>
            </a:r>
            <a:endParaRPr b="1" lang="en-US" sz="1500" strike="noStrike" u="none">
              <a:solidFill>
                <a:srgbClr val="1f3654"/>
              </a:solidFill>
              <a:effectLst/>
              <a:uFillTx/>
              <a:latin typeface="Times New Roman"/>
              <a:ea typeface="Times New Roman"/>
            </a:endParaRPr>
          </a:p>
        </p:txBody>
      </p:sp>
      <p:sp>
        <p:nvSpPr>
          <p:cNvPr id="17" name=""/>
          <p:cNvSpPr txBox="1"/>
          <p:nvPr/>
        </p:nvSpPr>
        <p:spPr>
          <a:xfrm>
            <a:off x="2922120" y="1302840"/>
            <a:ext cx="164988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AUTHORITY MAP</a:t>
            </a:r>
            <a:endParaRPr b="1" lang="en-US" sz="1500" strike="noStrike" u="none">
              <a:solidFill>
                <a:srgbClr val="1f3654"/>
              </a:solidFill>
              <a:effectLst/>
              <a:uFillTx/>
              <a:latin typeface="Times New Roman"/>
              <a:ea typeface="Times New Roman"/>
            </a:endParaRPr>
          </a:p>
        </p:txBody>
      </p:sp>
      <p:sp>
        <p:nvSpPr>
          <p:cNvPr id="18" name=""/>
          <p:cNvSpPr txBox="1"/>
          <p:nvPr/>
        </p:nvSpPr>
        <p:spPr>
          <a:xfrm>
            <a:off x="3216960" y="1702440"/>
            <a:ext cx="105588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rules · forms · dates</a:t>
            </a:r>
            <a:endParaRPr b="0" i="1" lang="en-US" sz="1050" strike="noStrike" u="none">
              <a:solidFill>
                <a:srgbClr val="52667f"/>
              </a:solidFill>
              <a:effectLst/>
              <a:uFillTx/>
              <a:latin typeface="Times New Roman"/>
              <a:ea typeface="Times New Roman"/>
            </a:endParaRPr>
          </a:p>
        </p:txBody>
      </p:sp>
      <p:sp>
        <p:nvSpPr>
          <p:cNvPr id="19" name=""/>
          <p:cNvSpPr/>
          <p:nvPr/>
        </p:nvSpPr>
        <p:spPr>
          <a:xfrm>
            <a:off x="5106240" y="841680"/>
            <a:ext cx="2169720" cy="1217520"/>
          </a:xfrm>
          <a:custGeom>
            <a:avLst/>
            <a:gdLst/>
            <a:ahLst/>
            <a:rect l="0" t="0" r="r" b="b"/>
            <a:pathLst>
              <a:path w="6027" h="3382">
                <a:moveTo>
                  <a:pt x="3014" y="3382"/>
                </a:moveTo>
                <a:lnTo>
                  <a:pt x="5657" y="3382"/>
                </a:lnTo>
                <a:cubicBezTo>
                  <a:pt x="5861" y="3382"/>
                  <a:pt x="6027" y="3217"/>
                  <a:pt x="6027" y="3012"/>
                </a:cubicBezTo>
                <a:lnTo>
                  <a:pt x="6027" y="370"/>
                </a:lnTo>
                <a:cubicBezTo>
                  <a:pt x="6027" y="166"/>
                  <a:pt x="5861" y="0"/>
                  <a:pt x="5657" y="0"/>
                </a:cubicBezTo>
                <a:lnTo>
                  <a:pt x="370" y="0"/>
                </a:lnTo>
                <a:cubicBezTo>
                  <a:pt x="166" y="0"/>
                  <a:pt x="0" y="166"/>
                  <a:pt x="0" y="370"/>
                </a:cubicBezTo>
                <a:lnTo>
                  <a:pt x="0" y="3012"/>
                </a:lnTo>
                <a:cubicBezTo>
                  <a:pt x="0" y="3217"/>
                  <a:pt x="166" y="3382"/>
                  <a:pt x="370" y="3382"/>
                </a:cubicBezTo>
                <a:lnTo>
                  <a:pt x="3014" y="3382"/>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0" name=""/>
          <p:cNvSpPr/>
          <p:nvPr/>
        </p:nvSpPr>
        <p:spPr>
          <a:xfrm>
            <a:off x="5106240" y="841680"/>
            <a:ext cx="2169720" cy="1217520"/>
          </a:xfrm>
          <a:custGeom>
            <a:avLst/>
            <a:gdLst/>
            <a:ahLst/>
            <a:rect l="0" t="0" r="r" b="b"/>
            <a:pathLst>
              <a:path w="6027" h="3382">
                <a:moveTo>
                  <a:pt x="3014" y="3382"/>
                </a:moveTo>
                <a:lnTo>
                  <a:pt x="5657" y="3382"/>
                </a:lnTo>
                <a:cubicBezTo>
                  <a:pt x="5861" y="3382"/>
                  <a:pt x="6027" y="3217"/>
                  <a:pt x="6027" y="3012"/>
                </a:cubicBezTo>
                <a:lnTo>
                  <a:pt x="6027" y="370"/>
                </a:lnTo>
                <a:cubicBezTo>
                  <a:pt x="6027" y="166"/>
                  <a:pt x="5861" y="0"/>
                  <a:pt x="5657" y="0"/>
                </a:cubicBezTo>
                <a:lnTo>
                  <a:pt x="370" y="0"/>
                </a:lnTo>
                <a:cubicBezTo>
                  <a:pt x="166" y="0"/>
                  <a:pt x="0" y="166"/>
                  <a:pt x="0" y="370"/>
                </a:cubicBezTo>
                <a:lnTo>
                  <a:pt x="0" y="3012"/>
                </a:lnTo>
                <a:cubicBezTo>
                  <a:pt x="0" y="3217"/>
                  <a:pt x="166" y="3382"/>
                  <a:pt x="370" y="3382"/>
                </a:cubicBezTo>
                <a:lnTo>
                  <a:pt x="3014" y="3382"/>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1" name=""/>
          <p:cNvSpPr txBox="1"/>
          <p:nvPr/>
        </p:nvSpPr>
        <p:spPr>
          <a:xfrm>
            <a:off x="5605920" y="1036440"/>
            <a:ext cx="120816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ASSESSABLE</a:t>
            </a:r>
            <a:endParaRPr b="1" lang="en-US" sz="1500" strike="noStrike" u="none">
              <a:solidFill>
                <a:srgbClr val="1f3654"/>
              </a:solidFill>
              <a:effectLst/>
              <a:uFillTx/>
              <a:latin typeface="Times New Roman"/>
              <a:ea typeface="Times New Roman"/>
            </a:endParaRPr>
          </a:p>
        </p:txBody>
      </p:sp>
      <p:sp>
        <p:nvSpPr>
          <p:cNvPr id="22" name=""/>
          <p:cNvSpPr txBox="1"/>
          <p:nvPr/>
        </p:nvSpPr>
        <p:spPr>
          <a:xfrm>
            <a:off x="5796360" y="1302840"/>
            <a:ext cx="82728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RECORD</a:t>
            </a:r>
            <a:endParaRPr b="1" lang="en-US" sz="1500" strike="noStrike" u="none">
              <a:solidFill>
                <a:srgbClr val="1f3654"/>
              </a:solidFill>
              <a:effectLst/>
              <a:uFillTx/>
              <a:latin typeface="Times New Roman"/>
              <a:ea typeface="Times New Roman"/>
            </a:endParaRPr>
          </a:p>
        </p:txBody>
      </p:sp>
      <p:sp>
        <p:nvSpPr>
          <p:cNvPr id="23" name=""/>
          <p:cNvSpPr txBox="1"/>
          <p:nvPr/>
        </p:nvSpPr>
        <p:spPr>
          <a:xfrm>
            <a:off x="5415480" y="1702440"/>
            <a:ext cx="155052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official objects · declarations</a:t>
            </a:r>
            <a:endParaRPr b="0" i="1" lang="en-US" sz="1050" strike="noStrike" u="none">
              <a:solidFill>
                <a:srgbClr val="52667f"/>
              </a:solidFill>
              <a:effectLst/>
              <a:uFillTx/>
              <a:latin typeface="Times New Roman"/>
              <a:ea typeface="Times New Roman"/>
            </a:endParaRPr>
          </a:p>
        </p:txBody>
      </p:sp>
      <p:sp>
        <p:nvSpPr>
          <p:cNvPr id="24" name=""/>
          <p:cNvSpPr/>
          <p:nvPr/>
        </p:nvSpPr>
        <p:spPr>
          <a:xfrm>
            <a:off x="756144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25" name=""/>
          <p:cNvSpPr/>
          <p:nvPr/>
        </p:nvSpPr>
        <p:spPr>
          <a:xfrm>
            <a:off x="756144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26" name=""/>
          <p:cNvSpPr txBox="1"/>
          <p:nvPr/>
        </p:nvSpPr>
        <p:spPr>
          <a:xfrm>
            <a:off x="7918560" y="1036440"/>
            <a:ext cx="150336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PERFORMANCE</a:t>
            </a:r>
            <a:endParaRPr b="1" lang="en-US" sz="1500" strike="noStrike" u="none">
              <a:solidFill>
                <a:srgbClr val="1f3654"/>
              </a:solidFill>
              <a:effectLst/>
              <a:uFillTx/>
              <a:latin typeface="Times New Roman"/>
              <a:ea typeface="Times New Roman"/>
            </a:endParaRPr>
          </a:p>
        </p:txBody>
      </p:sp>
      <p:sp>
        <p:nvSpPr>
          <p:cNvPr id="27" name=""/>
          <p:cNvSpPr txBox="1"/>
          <p:nvPr/>
        </p:nvSpPr>
        <p:spPr>
          <a:xfrm>
            <a:off x="8061120" y="1302840"/>
            <a:ext cx="121752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INTERFACES</a:t>
            </a:r>
            <a:endParaRPr b="1" lang="en-US" sz="1500" strike="noStrike" u="none">
              <a:solidFill>
                <a:srgbClr val="1f3654"/>
              </a:solidFill>
              <a:effectLst/>
              <a:uFillTx/>
              <a:latin typeface="Times New Roman"/>
              <a:ea typeface="Times New Roman"/>
            </a:endParaRPr>
          </a:p>
        </p:txBody>
      </p:sp>
      <p:sp>
        <p:nvSpPr>
          <p:cNvPr id="28" name=""/>
          <p:cNvSpPr txBox="1"/>
          <p:nvPr/>
        </p:nvSpPr>
        <p:spPr>
          <a:xfrm>
            <a:off x="8032680" y="1702440"/>
            <a:ext cx="123660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package · demo · slides</a:t>
            </a:r>
            <a:endParaRPr b="0" i="1" lang="en-US" sz="1050" strike="noStrike" u="none">
              <a:solidFill>
                <a:srgbClr val="52667f"/>
              </a:solidFill>
              <a:effectLst/>
              <a:uFillTx/>
              <a:latin typeface="Times New Roman"/>
              <a:ea typeface="Times New Roman"/>
            </a:endParaRPr>
          </a:p>
        </p:txBody>
      </p:sp>
      <p:sp>
        <p:nvSpPr>
          <p:cNvPr id="29" name=""/>
          <p:cNvSpPr/>
          <p:nvPr/>
        </p:nvSpPr>
        <p:spPr>
          <a:xfrm>
            <a:off x="1001700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solidFill>
            <a:srgbClr val="e7eef7"/>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30" name=""/>
          <p:cNvSpPr/>
          <p:nvPr/>
        </p:nvSpPr>
        <p:spPr>
          <a:xfrm>
            <a:off x="10017000" y="841680"/>
            <a:ext cx="2170080" cy="1217520"/>
          </a:xfrm>
          <a:custGeom>
            <a:avLst/>
            <a:gdLst/>
            <a:ahLst/>
            <a:rect l="0" t="0" r="r" b="b"/>
            <a:pathLst>
              <a:path w="6028" h="3382">
                <a:moveTo>
                  <a:pt x="3014" y="3382"/>
                </a:moveTo>
                <a:lnTo>
                  <a:pt x="5658" y="3382"/>
                </a:lnTo>
                <a:cubicBezTo>
                  <a:pt x="5862" y="3382"/>
                  <a:pt x="6028" y="3217"/>
                  <a:pt x="6028" y="3012"/>
                </a:cubicBezTo>
                <a:lnTo>
                  <a:pt x="6028" y="370"/>
                </a:lnTo>
                <a:cubicBezTo>
                  <a:pt x="6028" y="166"/>
                  <a:pt x="5862" y="0"/>
                  <a:pt x="5658" y="0"/>
                </a:cubicBezTo>
                <a:lnTo>
                  <a:pt x="370" y="0"/>
                </a:lnTo>
                <a:cubicBezTo>
                  <a:pt x="166" y="0"/>
                  <a:pt x="0" y="166"/>
                  <a:pt x="0" y="370"/>
                </a:cubicBezTo>
                <a:lnTo>
                  <a:pt x="0" y="3012"/>
                </a:lnTo>
                <a:cubicBezTo>
                  <a:pt x="0" y="3217"/>
                  <a:pt x="166" y="3382"/>
                  <a:pt x="370" y="3382"/>
                </a:cubicBezTo>
                <a:lnTo>
                  <a:pt x="3014" y="3382"/>
                </a:lnTo>
                <a:close/>
              </a:path>
            </a:pathLst>
          </a:custGeom>
          <a:noFill/>
          <a:ln w="28440">
            <a:solidFill>
              <a:srgbClr val="284d7a"/>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1" name=""/>
          <p:cNvSpPr txBox="1"/>
          <p:nvPr/>
        </p:nvSpPr>
        <p:spPr>
          <a:xfrm>
            <a:off x="10668960" y="1036440"/>
            <a:ext cx="91296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DEFENCE</a:t>
            </a:r>
            <a:endParaRPr b="1" lang="en-US" sz="1500" strike="noStrike" u="none">
              <a:solidFill>
                <a:srgbClr val="1f3654"/>
              </a:solidFill>
              <a:effectLst/>
              <a:uFillTx/>
              <a:latin typeface="Times New Roman"/>
              <a:ea typeface="Times New Roman"/>
            </a:endParaRPr>
          </a:p>
        </p:txBody>
      </p:sp>
      <p:sp>
        <p:nvSpPr>
          <p:cNvPr id="32" name=""/>
          <p:cNvSpPr txBox="1"/>
          <p:nvPr/>
        </p:nvSpPr>
        <p:spPr>
          <a:xfrm>
            <a:off x="10573920" y="1302840"/>
            <a:ext cx="1093680" cy="210600"/>
          </a:xfrm>
          <a:prstGeom prst="rect">
            <a:avLst/>
          </a:prstGeom>
          <a:noFill/>
          <a:ln w="0">
            <a:noFill/>
          </a:ln>
        </p:spPr>
        <p:txBody>
          <a:bodyPr wrap="none" lIns="0" rIns="0" tIns="0" bIns="0" anchor="t">
            <a:spAutoFit/>
          </a:bodyPr>
          <a:p>
            <a:r>
              <a:rPr b="1" lang="en-US" sz="1500" strike="noStrike" u="none">
                <a:solidFill>
                  <a:srgbClr val="1f3654"/>
                </a:solidFill>
                <a:effectLst/>
                <a:uFillTx/>
                <a:latin typeface="Times New Roman"/>
              </a:rPr>
              <a:t>READINESS</a:t>
            </a:r>
            <a:endParaRPr b="1" lang="en-US" sz="1500" strike="noStrike" u="none">
              <a:solidFill>
                <a:srgbClr val="1f3654"/>
              </a:solidFill>
              <a:effectLst/>
              <a:uFillTx/>
              <a:latin typeface="Times New Roman"/>
              <a:ea typeface="Times New Roman"/>
            </a:endParaRPr>
          </a:p>
        </p:txBody>
      </p:sp>
      <p:sp>
        <p:nvSpPr>
          <p:cNvPr id="33" name=""/>
          <p:cNvSpPr txBox="1"/>
          <p:nvPr/>
        </p:nvSpPr>
        <p:spPr>
          <a:xfrm>
            <a:off x="10345320" y="1702440"/>
            <a:ext cx="1522080" cy="148320"/>
          </a:xfrm>
          <a:prstGeom prst="rect">
            <a:avLst/>
          </a:prstGeom>
          <a:noFill/>
          <a:ln w="0">
            <a:noFill/>
          </a:ln>
        </p:spPr>
        <p:txBody>
          <a:bodyPr wrap="none" lIns="0" rIns="0" tIns="0" bIns="0" anchor="t">
            <a:spAutoFit/>
          </a:bodyPr>
          <a:p>
            <a:r>
              <a:rPr b="0" i="1" lang="en-US" sz="1050" strike="noStrike" u="none">
                <a:solidFill>
                  <a:srgbClr val="52667f"/>
                </a:solidFill>
                <a:effectLst/>
                <a:uFillTx/>
                <a:latin typeface="Times New Roman"/>
              </a:rPr>
              <a:t>independent test · ownership</a:t>
            </a:r>
            <a:endParaRPr b="0" i="1" lang="en-US" sz="1050" strike="noStrike" u="none">
              <a:solidFill>
                <a:srgbClr val="52667f"/>
              </a:solidFill>
              <a:effectLst/>
              <a:uFillTx/>
              <a:latin typeface="Times New Roman"/>
              <a:ea typeface="Times New Roman"/>
            </a:endParaRPr>
          </a:p>
        </p:txBody>
      </p:sp>
      <p:sp>
        <p:nvSpPr>
          <p:cNvPr id="34" name=""/>
          <p:cNvSpPr/>
          <p:nvPr/>
        </p:nvSpPr>
        <p:spPr>
          <a:xfrm>
            <a:off x="2365200" y="1450440"/>
            <a:ext cx="28548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5" name=""/>
          <p:cNvSpPr/>
          <p:nvPr/>
        </p:nvSpPr>
        <p:spPr>
          <a:xfrm>
            <a:off x="239364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6" name=""/>
          <p:cNvSpPr/>
          <p:nvPr/>
        </p:nvSpPr>
        <p:spPr>
          <a:xfrm>
            <a:off x="4820760" y="1450440"/>
            <a:ext cx="28548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37" name=""/>
          <p:cNvSpPr/>
          <p:nvPr/>
        </p:nvSpPr>
        <p:spPr>
          <a:xfrm>
            <a:off x="484920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8" name=""/>
          <p:cNvSpPr/>
          <p:nvPr/>
        </p:nvSpPr>
        <p:spPr>
          <a:xfrm>
            <a:off x="484920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39" name=""/>
          <p:cNvSpPr/>
          <p:nvPr/>
        </p:nvSpPr>
        <p:spPr>
          <a:xfrm>
            <a:off x="7275960" y="1450440"/>
            <a:ext cx="28548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40" name=""/>
          <p:cNvSpPr/>
          <p:nvPr/>
        </p:nvSpPr>
        <p:spPr>
          <a:xfrm>
            <a:off x="730440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1" name=""/>
          <p:cNvSpPr/>
          <p:nvPr/>
        </p:nvSpPr>
        <p:spPr>
          <a:xfrm>
            <a:off x="730440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2" name=""/>
          <p:cNvSpPr/>
          <p:nvPr/>
        </p:nvSpPr>
        <p:spPr>
          <a:xfrm>
            <a:off x="730440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3" name=""/>
          <p:cNvSpPr/>
          <p:nvPr/>
        </p:nvSpPr>
        <p:spPr>
          <a:xfrm>
            <a:off x="9731520" y="1450440"/>
            <a:ext cx="285480" cy="0"/>
          </a:xfrm>
          <a:prstGeom prst="line">
            <a:avLst/>
          </a:prstGeom>
          <a:ln w="28440">
            <a:solidFill>
              <a:srgbClr val="284d7a"/>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44" name=""/>
          <p:cNvSpPr/>
          <p:nvPr/>
        </p:nvSpPr>
        <p:spPr>
          <a:xfrm>
            <a:off x="975996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5" name=""/>
          <p:cNvSpPr/>
          <p:nvPr/>
        </p:nvSpPr>
        <p:spPr>
          <a:xfrm>
            <a:off x="975996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6" name=""/>
          <p:cNvSpPr/>
          <p:nvPr/>
        </p:nvSpPr>
        <p:spPr>
          <a:xfrm>
            <a:off x="975996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7" name=""/>
          <p:cNvSpPr/>
          <p:nvPr/>
        </p:nvSpPr>
        <p:spPr>
          <a:xfrm>
            <a:off x="9759960" y="1307880"/>
            <a:ext cx="285480" cy="285120"/>
          </a:xfrm>
          <a:custGeom>
            <a:avLst/>
            <a:gdLst/>
            <a:ahLst/>
            <a:rect l="0" t="0" r="r" b="b"/>
            <a:pathLst>
              <a:path w="793" h="792">
                <a:moveTo>
                  <a:pt x="0" y="0"/>
                </a:moveTo>
                <a:lnTo>
                  <a:pt x="793" y="396"/>
                </a:lnTo>
                <a:lnTo>
                  <a:pt x="0" y="792"/>
                </a:lnTo>
                <a:lnTo>
                  <a:pt x="0" y="0"/>
                </a:lnTo>
                <a:close/>
              </a:path>
            </a:pathLst>
          </a:custGeom>
          <a:solidFill>
            <a:srgbClr val="284d7a"/>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48" name=""/>
          <p:cNvSpPr/>
          <p:nvPr/>
        </p:nvSpPr>
        <p:spPr>
          <a:xfrm>
            <a:off x="1146960" y="2572920"/>
            <a:ext cx="10088280" cy="798480"/>
          </a:xfrm>
          <a:custGeom>
            <a:avLst/>
            <a:gdLst/>
            <a:ahLst/>
            <a:rect l="0" t="0" r="r" b="b"/>
            <a:pathLst>
              <a:path w="28023" h="2218">
                <a:moveTo>
                  <a:pt x="14012" y="2218"/>
                </a:moveTo>
                <a:lnTo>
                  <a:pt x="27547" y="2218"/>
                </a:lnTo>
                <a:cubicBezTo>
                  <a:pt x="27810" y="2218"/>
                  <a:pt x="28023" y="2006"/>
                  <a:pt x="28023" y="1744"/>
                </a:cubicBezTo>
                <a:lnTo>
                  <a:pt x="28023" y="475"/>
                </a:lnTo>
                <a:cubicBezTo>
                  <a:pt x="28023" y="213"/>
                  <a:pt x="27810" y="0"/>
                  <a:pt x="27547" y="0"/>
                </a:cubicBezTo>
                <a:lnTo>
                  <a:pt x="476" y="0"/>
                </a:lnTo>
                <a:cubicBezTo>
                  <a:pt x="213" y="0"/>
                  <a:pt x="0" y="213"/>
                  <a:pt x="0" y="475"/>
                </a:cubicBezTo>
                <a:lnTo>
                  <a:pt x="0" y="1744"/>
                </a:lnTo>
                <a:cubicBezTo>
                  <a:pt x="0" y="2006"/>
                  <a:pt x="213" y="2218"/>
                  <a:pt x="476" y="2218"/>
                </a:cubicBezTo>
                <a:lnTo>
                  <a:pt x="14012" y="2218"/>
                </a:lnTo>
                <a:close/>
              </a:path>
            </a:pathLst>
          </a:custGeom>
          <a:solidFill>
            <a:srgbClr val="eaf4eb"/>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49" name=""/>
          <p:cNvSpPr/>
          <p:nvPr/>
        </p:nvSpPr>
        <p:spPr>
          <a:xfrm>
            <a:off x="1146960" y="2572920"/>
            <a:ext cx="10088280" cy="798480"/>
          </a:xfrm>
          <a:custGeom>
            <a:avLst/>
            <a:gdLst/>
            <a:ahLst/>
            <a:rect l="0" t="0" r="r" b="b"/>
            <a:pathLst>
              <a:path w="28023" h="2218">
                <a:moveTo>
                  <a:pt x="14012" y="2218"/>
                </a:moveTo>
                <a:lnTo>
                  <a:pt x="27547" y="2218"/>
                </a:lnTo>
                <a:cubicBezTo>
                  <a:pt x="27810" y="2218"/>
                  <a:pt x="28023" y="2006"/>
                  <a:pt x="28023" y="1744"/>
                </a:cubicBezTo>
                <a:lnTo>
                  <a:pt x="28023" y="475"/>
                </a:lnTo>
                <a:cubicBezTo>
                  <a:pt x="28023" y="213"/>
                  <a:pt x="27810" y="0"/>
                  <a:pt x="27547" y="0"/>
                </a:cubicBezTo>
                <a:lnTo>
                  <a:pt x="476" y="0"/>
                </a:lnTo>
                <a:cubicBezTo>
                  <a:pt x="213" y="0"/>
                  <a:pt x="0" y="213"/>
                  <a:pt x="0" y="475"/>
                </a:cubicBezTo>
                <a:lnTo>
                  <a:pt x="0" y="1744"/>
                </a:lnTo>
                <a:cubicBezTo>
                  <a:pt x="0" y="2006"/>
                  <a:pt x="213" y="2218"/>
                  <a:pt x="476" y="2218"/>
                </a:cubicBezTo>
                <a:lnTo>
                  <a:pt x="14012" y="2218"/>
                </a:lnTo>
                <a:close/>
              </a:path>
            </a:pathLst>
          </a:custGeom>
          <a:noFill/>
          <a:ln w="28440">
            <a:solidFill>
              <a:srgbClr val="3b7650"/>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50" name=""/>
          <p:cNvSpPr txBox="1"/>
          <p:nvPr/>
        </p:nvSpPr>
        <p:spPr>
          <a:xfrm>
            <a:off x="4340160" y="2691720"/>
            <a:ext cx="3720600" cy="263880"/>
          </a:xfrm>
          <a:prstGeom prst="rect">
            <a:avLst/>
          </a:prstGeom>
          <a:noFill/>
          <a:ln w="0">
            <a:noFill/>
          </a:ln>
        </p:spPr>
        <p:txBody>
          <a:bodyPr wrap="none" lIns="0" rIns="0" tIns="0" bIns="0" anchor="t">
            <a:spAutoFit/>
          </a:bodyPr>
          <a:p>
            <a:r>
              <a:rPr b="1" lang="en-US" sz="1870" strike="noStrike" u="none">
                <a:solidFill>
                  <a:srgbClr val="2d5a3e"/>
                </a:solidFill>
                <a:effectLst/>
                <a:uFillTx/>
                <a:latin typeface="Times New Roman"/>
              </a:rPr>
              <a:t>ONE BOUNDED CONTRIBUTION</a:t>
            </a:r>
            <a:endParaRPr b="1" lang="en-US" sz="1870" strike="noStrike" u="none">
              <a:solidFill>
                <a:srgbClr val="2d5a3e"/>
              </a:solidFill>
              <a:effectLst/>
              <a:uFillTx/>
              <a:latin typeface="Times New Roman"/>
              <a:ea typeface="Times New Roman"/>
            </a:endParaRPr>
          </a:p>
        </p:txBody>
      </p:sp>
      <p:sp>
        <p:nvSpPr>
          <p:cNvPr id="51" name=""/>
          <p:cNvSpPr txBox="1"/>
          <p:nvPr/>
        </p:nvSpPr>
        <p:spPr>
          <a:xfrm>
            <a:off x="3340800" y="3043800"/>
            <a:ext cx="5510160" cy="180000"/>
          </a:xfrm>
          <a:prstGeom prst="rect">
            <a:avLst/>
          </a:prstGeom>
          <a:noFill/>
          <a:ln w="0">
            <a:noFill/>
          </a:ln>
        </p:spPr>
        <p:txBody>
          <a:bodyPr wrap="none" lIns="0" rIns="0" tIns="0" bIns="0" anchor="t">
            <a:spAutoFit/>
          </a:bodyPr>
          <a:p>
            <a:r>
              <a:rPr b="0" i="1" lang="en-US" sz="1270" strike="noStrike" u="none">
                <a:solidFill>
                  <a:srgbClr val="2d5a3e"/>
                </a:solidFill>
                <a:effectLst/>
                <a:uFillTx/>
                <a:latin typeface="Times New Roman"/>
              </a:rPr>
              <a:t>one title · one route · one evidence body · one claim boundary · one assistance record</a:t>
            </a:r>
            <a:endParaRPr b="0" i="1" lang="en-US" sz="1270" strike="noStrike" u="none">
              <a:solidFill>
                <a:srgbClr val="2d5a3e"/>
              </a:solidFill>
              <a:effectLst/>
              <a:uFillTx/>
              <a:latin typeface="Times New Roman"/>
              <a:ea typeface="Times New Roman"/>
            </a:endParaRPr>
          </a:p>
        </p:txBody>
      </p:sp>
      <p:sp>
        <p:nvSpPr>
          <p:cNvPr id="52" name=""/>
          <p:cNvSpPr/>
          <p:nvPr/>
        </p:nvSpPr>
        <p:spPr>
          <a:xfrm>
            <a:off x="766080" y="3904200"/>
            <a:ext cx="10850040" cy="1008000"/>
          </a:xfrm>
          <a:custGeom>
            <a:avLst/>
            <a:gdLst/>
            <a:ahLst/>
            <a:rect l="0" t="0" r="r" b="b"/>
            <a:pathLst>
              <a:path w="30139" h="2800">
                <a:moveTo>
                  <a:pt x="15070" y="2800"/>
                </a:moveTo>
                <a:lnTo>
                  <a:pt x="29663" y="2800"/>
                </a:lnTo>
                <a:cubicBezTo>
                  <a:pt x="29926" y="2800"/>
                  <a:pt x="30139" y="2587"/>
                  <a:pt x="30139" y="2325"/>
                </a:cubicBezTo>
                <a:lnTo>
                  <a:pt x="30139" y="475"/>
                </a:lnTo>
                <a:cubicBezTo>
                  <a:pt x="30139" y="213"/>
                  <a:pt x="29926" y="0"/>
                  <a:pt x="29663" y="0"/>
                </a:cubicBezTo>
                <a:lnTo>
                  <a:pt x="476" y="0"/>
                </a:lnTo>
                <a:cubicBezTo>
                  <a:pt x="213" y="0"/>
                  <a:pt x="0" y="213"/>
                  <a:pt x="0" y="475"/>
                </a:cubicBezTo>
                <a:lnTo>
                  <a:pt x="0" y="2325"/>
                </a:lnTo>
                <a:cubicBezTo>
                  <a:pt x="0" y="2587"/>
                  <a:pt x="213" y="2800"/>
                  <a:pt x="476" y="2800"/>
                </a:cubicBezTo>
                <a:lnTo>
                  <a:pt x="15070" y="2800"/>
                </a:lnTo>
                <a:close/>
              </a:path>
            </a:pathLst>
          </a:custGeom>
          <a:solidFill>
            <a:srgbClr val="fff7f6"/>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53" name=""/>
          <p:cNvSpPr/>
          <p:nvPr/>
        </p:nvSpPr>
        <p:spPr>
          <a:xfrm>
            <a:off x="766080" y="3904200"/>
            <a:ext cx="10850040" cy="1008000"/>
          </a:xfrm>
          <a:custGeom>
            <a:avLst/>
            <a:gdLst/>
            <a:ahLst/>
            <a:rect l="0" t="0" r="r" b="b"/>
            <a:pathLst>
              <a:path w="30139" h="2800">
                <a:moveTo>
                  <a:pt x="15070" y="2800"/>
                </a:moveTo>
                <a:lnTo>
                  <a:pt x="29663" y="2800"/>
                </a:lnTo>
                <a:cubicBezTo>
                  <a:pt x="29926" y="2800"/>
                  <a:pt x="30139" y="2587"/>
                  <a:pt x="30139" y="2325"/>
                </a:cubicBezTo>
                <a:lnTo>
                  <a:pt x="30139" y="475"/>
                </a:lnTo>
                <a:cubicBezTo>
                  <a:pt x="30139" y="213"/>
                  <a:pt x="29926" y="0"/>
                  <a:pt x="29663" y="0"/>
                </a:cubicBezTo>
                <a:lnTo>
                  <a:pt x="476" y="0"/>
                </a:lnTo>
                <a:cubicBezTo>
                  <a:pt x="213" y="0"/>
                  <a:pt x="0" y="213"/>
                  <a:pt x="0" y="475"/>
                </a:cubicBezTo>
                <a:lnTo>
                  <a:pt x="0" y="2325"/>
                </a:lnTo>
                <a:cubicBezTo>
                  <a:pt x="0" y="2587"/>
                  <a:pt x="213" y="2800"/>
                  <a:pt x="476" y="2800"/>
                </a:cubicBezTo>
                <a:lnTo>
                  <a:pt x="15070" y="2800"/>
                </a:lnTo>
                <a:close/>
              </a:path>
            </a:pathLst>
          </a:custGeom>
          <a:noFill/>
          <a:ln w="28440">
            <a:solidFill>
              <a:srgbClr val="9a3d35"/>
            </a:solidFill>
            <a:miter/>
          </a:ln>
        </p:spPr>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54" name=""/>
          <p:cNvSpPr txBox="1"/>
          <p:nvPr/>
        </p:nvSpPr>
        <p:spPr>
          <a:xfrm>
            <a:off x="5215680" y="4070880"/>
            <a:ext cx="1959840" cy="237240"/>
          </a:xfrm>
          <a:prstGeom prst="rect">
            <a:avLst/>
          </a:prstGeom>
          <a:noFill/>
          <a:ln w="0">
            <a:noFill/>
          </a:ln>
        </p:spPr>
        <p:txBody>
          <a:bodyPr wrap="none" lIns="0" rIns="0" tIns="0" bIns="0" anchor="t">
            <a:spAutoFit/>
          </a:bodyPr>
          <a:p>
            <a:r>
              <a:rPr b="1" lang="en-US" sz="1650" strike="noStrike" u="none">
                <a:solidFill>
                  <a:srgbClr val="7b302a"/>
                </a:solidFill>
                <a:effectLst/>
                <a:uFillTx/>
                <a:latin typeface="Times New Roman"/>
              </a:rPr>
              <a:t>STOP AND RETURN</a:t>
            </a:r>
            <a:endParaRPr b="1" lang="en-US" sz="1650" strike="noStrike" u="none">
              <a:solidFill>
                <a:srgbClr val="7b302a"/>
              </a:solidFill>
              <a:effectLst/>
              <a:uFillTx/>
              <a:latin typeface="Times New Roman"/>
              <a:ea typeface="Times New Roman"/>
            </a:endParaRPr>
          </a:p>
        </p:txBody>
      </p:sp>
      <p:sp>
        <p:nvSpPr>
          <p:cNvPr id="55" name=""/>
          <p:cNvSpPr txBox="1"/>
          <p:nvPr/>
        </p:nvSpPr>
        <p:spPr>
          <a:xfrm>
            <a:off x="2969640" y="4403520"/>
            <a:ext cx="6166800" cy="180000"/>
          </a:xfrm>
          <a:prstGeom prst="rect">
            <a:avLst/>
          </a:prstGeom>
          <a:noFill/>
          <a:ln w="0">
            <a:noFill/>
          </a:ln>
        </p:spPr>
        <p:txBody>
          <a:bodyPr wrap="none" lIns="0" rIns="0" tIns="0" bIns="0" anchor="t">
            <a:spAutoFit/>
          </a:bodyPr>
          <a:p>
            <a:r>
              <a:rPr b="0" i="1" lang="en-US" sz="1270" strike="noStrike" u="none">
                <a:solidFill>
                  <a:srgbClr val="6f2c27"/>
                </a:solidFill>
                <a:effectLst/>
                <a:uFillTx/>
                <a:latin typeface="Times New Roman"/>
              </a:rPr>
              <a:t>scientific identity drift · inaccurate declaration · unsafe evidence · unresolved authority conflict</a:t>
            </a:r>
            <a:endParaRPr b="0" i="1" lang="en-US" sz="1270" strike="noStrike" u="none">
              <a:solidFill>
                <a:srgbClr val="6f2c27"/>
              </a:solidFill>
              <a:effectLst/>
              <a:uFillTx/>
              <a:latin typeface="Times New Roman"/>
              <a:ea typeface="Times New Roman"/>
            </a:endParaRPr>
          </a:p>
        </p:txBody>
      </p:sp>
      <p:sp>
        <p:nvSpPr>
          <p:cNvPr id="56" name=""/>
          <p:cNvSpPr txBox="1"/>
          <p:nvPr/>
        </p:nvSpPr>
        <p:spPr>
          <a:xfrm>
            <a:off x="3768840" y="4641480"/>
            <a:ext cx="4777200" cy="180000"/>
          </a:xfrm>
          <a:prstGeom prst="rect">
            <a:avLst/>
          </a:prstGeom>
          <a:noFill/>
          <a:ln w="0">
            <a:noFill/>
          </a:ln>
        </p:spPr>
        <p:txBody>
          <a:bodyPr wrap="none" lIns="0" rIns="0" tIns="0" bIns="0" anchor="t">
            <a:spAutoFit/>
          </a:bodyPr>
          <a:p>
            <a:r>
              <a:rPr b="1" lang="en-US" sz="1270" strike="noStrike" u="none">
                <a:solidFill>
                  <a:srgbClr val="8b2f28"/>
                </a:solidFill>
                <a:effectLst/>
                <a:uFillTx/>
                <a:latin typeface="Times New Roman"/>
              </a:rPr>
              <a:t>repair the earliest responsible gate before submission or performance</a:t>
            </a:r>
            <a:endParaRPr b="1" lang="en-US" sz="1270" strike="noStrike" u="none">
              <a:solidFill>
                <a:srgbClr val="8b2f28"/>
              </a:solidFill>
              <a:effectLst/>
              <a:uFillTx/>
              <a:latin typeface="Times New Roman"/>
              <a:ea typeface="Times New Roman"/>
            </a:endParaRPr>
          </a:p>
        </p:txBody>
      </p:sp>
      <p:sp>
        <p:nvSpPr>
          <p:cNvPr id="57" name=""/>
          <p:cNvSpPr/>
          <p:nvPr/>
        </p:nvSpPr>
        <p:spPr>
          <a:xfrm flipV="1">
            <a:off x="6191280" y="3428640"/>
            <a:ext cx="0" cy="456480"/>
          </a:xfrm>
          <a:prstGeom prst="line">
            <a:avLst/>
          </a:prstGeom>
          <a:ln w="28440">
            <a:solidFill>
              <a:srgbClr val="9a3d35"/>
            </a:solidFill>
            <a:miter/>
          </a:ln>
        </p:spPr>
        <p:style>
          <a:lnRef idx="0"/>
          <a:fillRef idx="0"/>
          <a:effectRef idx="0"/>
          <a:fontRef idx="minor"/>
        </p:style>
        <p:txBody>
          <a:bodyPr lIns="104040" rIns="104040" tIns="59040" bIns="59040" anchor="ctr" anchorCtr="1">
            <a:noAutofit/>
          </a:bodyPr>
          <a:p>
            <a:endParaRPr b="0" lang="en-US" sz="1800" strike="noStrike" u="none">
              <a:solidFill>
                <a:srgbClr val="000000"/>
              </a:solidFill>
              <a:effectLst/>
              <a:uFillTx/>
              <a:latin typeface="Arial"/>
            </a:endParaRPr>
          </a:p>
        </p:txBody>
      </p:sp>
      <p:sp>
        <p:nvSpPr>
          <p:cNvPr id="58" name=""/>
          <p:cNvSpPr/>
          <p:nvPr/>
        </p:nvSpPr>
        <p:spPr>
          <a:xfrm>
            <a:off x="6048360" y="3399840"/>
            <a:ext cx="285480" cy="285480"/>
          </a:xfrm>
          <a:custGeom>
            <a:avLst/>
            <a:gdLst/>
            <a:ahLst/>
            <a:rect l="0" t="0" r="r" b="b"/>
            <a:pathLst>
              <a:path w="793" h="793">
                <a:moveTo>
                  <a:pt x="0" y="793"/>
                </a:moveTo>
                <a:lnTo>
                  <a:pt x="397" y="0"/>
                </a:lnTo>
                <a:lnTo>
                  <a:pt x="793" y="793"/>
                </a:lnTo>
                <a:lnTo>
                  <a:pt x="0" y="793"/>
                </a:lnTo>
                <a:close/>
              </a:path>
            </a:pathLst>
          </a:custGeom>
          <a:solidFill>
            <a:srgbClr val="9a3d35"/>
          </a:solidFill>
          <a:ln w="0">
            <a:noFill/>
          </a:ln>
        </p:spPr>
        <p:txBody>
          <a:bodyPr lIns="90000" rIns="90000" tIns="45000" bIns="45000" anchor="ctr" anchorCtr="1">
            <a:noAutofit/>
          </a:bodyPr>
          <a:p>
            <a:endParaRPr b="0" lang="en-US" sz="1800" strike="noStrike" u="none">
              <a:solidFill>
                <a:srgbClr val="ffffff"/>
              </a:solidFill>
              <a:effectLst/>
              <a:uFillTx/>
              <a:latin typeface="Arial"/>
            </a:endParaRPr>
          </a:p>
        </p:txBody>
      </p:sp>
      <p:sp>
        <p:nvSpPr>
          <p:cNvPr id="59" name=""/>
          <p:cNvSpPr/>
          <p:nvPr/>
        </p:nvSpPr>
        <p:spPr>
          <a:xfrm>
            <a:off x="480600" y="5425920"/>
            <a:ext cx="1903680" cy="666000"/>
          </a:xfrm>
          <a:custGeom>
            <a:avLst/>
            <a:gdLst/>
            <a:ahLst/>
            <a:rect l="0" t="0" r="r" b="b"/>
            <a:pathLst>
              <a:path w="5288" h="1850">
                <a:moveTo>
                  <a:pt x="2644" y="1850"/>
                </a:moveTo>
                <a:lnTo>
                  <a:pt x="4970" y="1850"/>
                </a:lnTo>
                <a:cubicBezTo>
                  <a:pt x="5146" y="1850"/>
                  <a:pt x="5288" y="1708"/>
                  <a:pt x="5288" y="1532"/>
                </a:cubicBezTo>
                <a:lnTo>
                  <a:pt x="5288" y="317"/>
                </a:lnTo>
                <a:cubicBezTo>
                  <a:pt x="5288" y="142"/>
                  <a:pt x="5146" y="0"/>
                  <a:pt x="4970" y="0"/>
                </a:cubicBezTo>
                <a:lnTo>
                  <a:pt x="317" y="0"/>
                </a:lnTo>
                <a:cubicBezTo>
                  <a:pt x="142" y="0"/>
                  <a:pt x="0" y="142"/>
                  <a:pt x="0" y="317"/>
                </a:cubicBezTo>
                <a:lnTo>
                  <a:pt x="0" y="1532"/>
                </a:lnTo>
                <a:cubicBezTo>
                  <a:pt x="0" y="1708"/>
                  <a:pt x="142" y="1850"/>
                  <a:pt x="317" y="1850"/>
                </a:cubicBezTo>
                <a:lnTo>
                  <a:pt x="2644" y="1850"/>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0" name=""/>
          <p:cNvSpPr/>
          <p:nvPr/>
        </p:nvSpPr>
        <p:spPr>
          <a:xfrm>
            <a:off x="480600" y="5425920"/>
            <a:ext cx="1903680" cy="666000"/>
          </a:xfrm>
          <a:custGeom>
            <a:avLst/>
            <a:gdLst/>
            <a:ahLst/>
            <a:rect l="0" t="0" r="r" b="b"/>
            <a:pathLst>
              <a:path w="5288" h="1850">
                <a:moveTo>
                  <a:pt x="2644" y="1850"/>
                </a:moveTo>
                <a:lnTo>
                  <a:pt x="4970" y="1850"/>
                </a:lnTo>
                <a:cubicBezTo>
                  <a:pt x="5146" y="1850"/>
                  <a:pt x="5288" y="1708"/>
                  <a:pt x="5288" y="1532"/>
                </a:cubicBezTo>
                <a:lnTo>
                  <a:pt x="5288" y="317"/>
                </a:lnTo>
                <a:cubicBezTo>
                  <a:pt x="5288" y="142"/>
                  <a:pt x="5146" y="0"/>
                  <a:pt x="4970" y="0"/>
                </a:cubicBezTo>
                <a:lnTo>
                  <a:pt x="317" y="0"/>
                </a:lnTo>
                <a:cubicBezTo>
                  <a:pt x="142" y="0"/>
                  <a:pt x="0" y="142"/>
                  <a:pt x="0" y="317"/>
                </a:cubicBezTo>
                <a:lnTo>
                  <a:pt x="0" y="1532"/>
                </a:lnTo>
                <a:cubicBezTo>
                  <a:pt x="0" y="1708"/>
                  <a:pt x="142" y="1850"/>
                  <a:pt x="317" y="1850"/>
                </a:cubicBezTo>
                <a:lnTo>
                  <a:pt x="2644" y="1850"/>
                </a:lnTo>
                <a:close/>
              </a:path>
            </a:pathLst>
          </a:custGeom>
          <a:noFill/>
          <a:ln w="19080">
            <a:solidFill>
              <a:srgbClr val="5b7696"/>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61" name=""/>
          <p:cNvSpPr txBox="1"/>
          <p:nvPr/>
        </p:nvSpPr>
        <p:spPr>
          <a:xfrm>
            <a:off x="1180080" y="5563800"/>
            <a:ext cx="509040" cy="169560"/>
          </a:xfrm>
          <a:prstGeom prst="rect">
            <a:avLst/>
          </a:prstGeom>
          <a:noFill/>
          <a:ln w="0">
            <a:noFill/>
          </a:ln>
        </p:spPr>
        <p:txBody>
          <a:bodyPr wrap="none" lIns="0" rIns="0" tIns="0" bIns="0" anchor="t">
            <a:spAutoFit/>
          </a:bodyPr>
          <a:p>
            <a:r>
              <a:rPr b="1" lang="en-US" sz="1200" strike="noStrike" u="none">
                <a:solidFill>
                  <a:srgbClr val="1f3654"/>
                </a:solidFill>
                <a:effectLst/>
                <a:uFillTx/>
                <a:latin typeface="Times New Roman"/>
              </a:rPr>
              <a:t>RULES</a:t>
            </a:r>
            <a:endParaRPr b="1" lang="en-US" sz="1200" strike="noStrike" u="none">
              <a:solidFill>
                <a:srgbClr val="1f3654"/>
              </a:solidFill>
              <a:effectLst/>
              <a:uFillTx/>
              <a:latin typeface="Times New Roman"/>
              <a:ea typeface="Times New Roman"/>
            </a:endParaRPr>
          </a:p>
        </p:txBody>
      </p:sp>
      <p:sp>
        <p:nvSpPr>
          <p:cNvPr id="62" name=""/>
          <p:cNvSpPr txBox="1"/>
          <p:nvPr/>
        </p:nvSpPr>
        <p:spPr>
          <a:xfrm>
            <a:off x="1227960" y="5830200"/>
            <a:ext cx="417960" cy="159120"/>
          </a:xfrm>
          <a:prstGeom prst="rect">
            <a:avLst/>
          </a:prstGeom>
          <a:noFill/>
          <a:ln w="0">
            <a:noFill/>
          </a:ln>
        </p:spPr>
        <p:txBody>
          <a:bodyPr wrap="none" lIns="0" rIns="0" tIns="0" bIns="0" anchor="t">
            <a:spAutoFit/>
          </a:bodyPr>
          <a:p>
            <a:r>
              <a:rPr b="0" i="1" lang="en-US" sz="1120" strike="noStrike" u="none">
                <a:solidFill>
                  <a:srgbClr val="52667f"/>
                </a:solidFill>
                <a:effectLst/>
                <a:uFillTx/>
                <a:latin typeface="Times New Roman"/>
              </a:rPr>
              <a:t>current</a:t>
            </a:r>
            <a:endParaRPr b="0" i="1" lang="en-US" sz="1120" strike="noStrike" u="none">
              <a:solidFill>
                <a:srgbClr val="52667f"/>
              </a:solidFill>
              <a:effectLst/>
              <a:uFillTx/>
              <a:latin typeface="Times New Roman"/>
              <a:ea typeface="Times New Roman"/>
            </a:endParaRPr>
          </a:p>
        </p:txBody>
      </p:sp>
      <p:sp>
        <p:nvSpPr>
          <p:cNvPr id="63" name=""/>
          <p:cNvSpPr/>
          <p:nvPr/>
        </p:nvSpPr>
        <p:spPr>
          <a:xfrm>
            <a:off x="2860200" y="5425920"/>
            <a:ext cx="1903320" cy="666000"/>
          </a:xfrm>
          <a:custGeom>
            <a:avLst/>
            <a:gdLst/>
            <a:ahLst/>
            <a:rect l="0" t="0" r="r" b="b"/>
            <a:pathLst>
              <a:path w="5287" h="1850">
                <a:moveTo>
                  <a:pt x="2643" y="1850"/>
                </a:moveTo>
                <a:lnTo>
                  <a:pt x="4970" y="1850"/>
                </a:lnTo>
                <a:cubicBezTo>
                  <a:pt x="5145" y="1850"/>
                  <a:pt x="5287" y="1708"/>
                  <a:pt x="5287" y="1532"/>
                </a:cubicBezTo>
                <a:lnTo>
                  <a:pt x="5287" y="317"/>
                </a:lnTo>
                <a:cubicBezTo>
                  <a:pt x="5287" y="142"/>
                  <a:pt x="5145" y="0"/>
                  <a:pt x="4970" y="0"/>
                </a:cubicBezTo>
                <a:lnTo>
                  <a:pt x="317" y="0"/>
                </a:lnTo>
                <a:cubicBezTo>
                  <a:pt x="142" y="0"/>
                  <a:pt x="0" y="142"/>
                  <a:pt x="0" y="317"/>
                </a:cubicBezTo>
                <a:lnTo>
                  <a:pt x="0" y="1532"/>
                </a:lnTo>
                <a:cubicBezTo>
                  <a:pt x="0" y="1708"/>
                  <a:pt x="142" y="1850"/>
                  <a:pt x="317" y="1850"/>
                </a:cubicBezTo>
                <a:lnTo>
                  <a:pt x="2643" y="1850"/>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4" name=""/>
          <p:cNvSpPr/>
          <p:nvPr/>
        </p:nvSpPr>
        <p:spPr>
          <a:xfrm>
            <a:off x="2860200" y="5425920"/>
            <a:ext cx="1903320" cy="666000"/>
          </a:xfrm>
          <a:custGeom>
            <a:avLst/>
            <a:gdLst/>
            <a:ahLst/>
            <a:rect l="0" t="0" r="r" b="b"/>
            <a:pathLst>
              <a:path w="5287" h="1850">
                <a:moveTo>
                  <a:pt x="2643" y="1850"/>
                </a:moveTo>
                <a:lnTo>
                  <a:pt x="4970" y="1850"/>
                </a:lnTo>
                <a:cubicBezTo>
                  <a:pt x="5145" y="1850"/>
                  <a:pt x="5287" y="1708"/>
                  <a:pt x="5287" y="1532"/>
                </a:cubicBezTo>
                <a:lnTo>
                  <a:pt x="5287" y="317"/>
                </a:lnTo>
                <a:cubicBezTo>
                  <a:pt x="5287" y="142"/>
                  <a:pt x="5145" y="0"/>
                  <a:pt x="4970" y="0"/>
                </a:cubicBezTo>
                <a:lnTo>
                  <a:pt x="317" y="0"/>
                </a:lnTo>
                <a:cubicBezTo>
                  <a:pt x="142" y="0"/>
                  <a:pt x="0" y="142"/>
                  <a:pt x="0" y="317"/>
                </a:cubicBezTo>
                <a:lnTo>
                  <a:pt x="0" y="1532"/>
                </a:lnTo>
                <a:cubicBezTo>
                  <a:pt x="0" y="1708"/>
                  <a:pt x="142" y="1850"/>
                  <a:pt x="317" y="1850"/>
                </a:cubicBezTo>
                <a:lnTo>
                  <a:pt x="2643" y="1850"/>
                </a:lnTo>
                <a:close/>
              </a:path>
            </a:pathLst>
          </a:custGeom>
          <a:noFill/>
          <a:ln w="19080">
            <a:solidFill>
              <a:srgbClr val="5b7696"/>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65" name=""/>
          <p:cNvSpPr txBox="1"/>
          <p:nvPr/>
        </p:nvSpPr>
        <p:spPr>
          <a:xfrm>
            <a:off x="3597840" y="5563800"/>
            <a:ext cx="441000" cy="169560"/>
          </a:xfrm>
          <a:prstGeom prst="rect">
            <a:avLst/>
          </a:prstGeom>
          <a:noFill/>
          <a:ln w="0">
            <a:noFill/>
          </a:ln>
        </p:spPr>
        <p:txBody>
          <a:bodyPr wrap="none" lIns="0" rIns="0" tIns="0" bIns="0" anchor="t">
            <a:spAutoFit/>
          </a:bodyPr>
          <a:p>
            <a:r>
              <a:rPr b="1" lang="en-US" sz="1200" strike="noStrike" u="none">
                <a:solidFill>
                  <a:srgbClr val="1f3654"/>
                </a:solidFill>
                <a:effectLst/>
                <a:uFillTx/>
                <a:latin typeface="Times New Roman"/>
              </a:rPr>
              <a:t>FILES</a:t>
            </a:r>
            <a:endParaRPr b="1" lang="en-US" sz="1200" strike="noStrike" u="none">
              <a:solidFill>
                <a:srgbClr val="1f3654"/>
              </a:solidFill>
              <a:effectLst/>
              <a:uFillTx/>
              <a:latin typeface="Times New Roman"/>
              <a:ea typeface="Times New Roman"/>
            </a:endParaRPr>
          </a:p>
        </p:txBody>
      </p:sp>
      <p:sp>
        <p:nvSpPr>
          <p:cNvPr id="66" name=""/>
          <p:cNvSpPr txBox="1"/>
          <p:nvPr/>
        </p:nvSpPr>
        <p:spPr>
          <a:xfrm>
            <a:off x="3540600" y="5830200"/>
            <a:ext cx="541800" cy="159120"/>
          </a:xfrm>
          <a:prstGeom prst="rect">
            <a:avLst/>
          </a:prstGeom>
          <a:noFill/>
          <a:ln w="0">
            <a:noFill/>
          </a:ln>
        </p:spPr>
        <p:txBody>
          <a:bodyPr wrap="none" lIns="0" rIns="0" tIns="0" bIns="0" anchor="t">
            <a:spAutoFit/>
          </a:bodyPr>
          <a:p>
            <a:r>
              <a:rPr b="0" i="1" lang="en-US" sz="1120" strike="noStrike" u="none">
                <a:solidFill>
                  <a:srgbClr val="52667f"/>
                </a:solidFill>
                <a:effectLst/>
                <a:uFillTx/>
                <a:latin typeface="Times New Roman"/>
              </a:rPr>
              <a:t>identified</a:t>
            </a:r>
            <a:endParaRPr b="0" i="1" lang="en-US" sz="1120" strike="noStrike" u="none">
              <a:solidFill>
                <a:srgbClr val="52667f"/>
              </a:solidFill>
              <a:effectLst/>
              <a:uFillTx/>
              <a:latin typeface="Times New Roman"/>
              <a:ea typeface="Times New Roman"/>
            </a:endParaRPr>
          </a:p>
        </p:txBody>
      </p:sp>
      <p:sp>
        <p:nvSpPr>
          <p:cNvPr id="67" name=""/>
          <p:cNvSpPr/>
          <p:nvPr/>
        </p:nvSpPr>
        <p:spPr>
          <a:xfrm>
            <a:off x="5239440" y="5425920"/>
            <a:ext cx="1903320" cy="666000"/>
          </a:xfrm>
          <a:custGeom>
            <a:avLst/>
            <a:gdLst/>
            <a:ahLst/>
            <a:rect l="0" t="0" r="r" b="b"/>
            <a:pathLst>
              <a:path w="5287" h="1850">
                <a:moveTo>
                  <a:pt x="2644" y="1850"/>
                </a:moveTo>
                <a:lnTo>
                  <a:pt x="4970" y="1850"/>
                </a:lnTo>
                <a:cubicBezTo>
                  <a:pt x="5145" y="1850"/>
                  <a:pt x="5287" y="1708"/>
                  <a:pt x="5287" y="1532"/>
                </a:cubicBezTo>
                <a:lnTo>
                  <a:pt x="5287" y="317"/>
                </a:lnTo>
                <a:cubicBezTo>
                  <a:pt x="5287" y="142"/>
                  <a:pt x="5145" y="0"/>
                  <a:pt x="4970" y="0"/>
                </a:cubicBezTo>
                <a:lnTo>
                  <a:pt x="317" y="0"/>
                </a:lnTo>
                <a:cubicBezTo>
                  <a:pt x="142" y="0"/>
                  <a:pt x="0" y="142"/>
                  <a:pt x="0" y="317"/>
                </a:cubicBezTo>
                <a:lnTo>
                  <a:pt x="0" y="1532"/>
                </a:lnTo>
                <a:cubicBezTo>
                  <a:pt x="0" y="1708"/>
                  <a:pt x="142" y="1850"/>
                  <a:pt x="317" y="1850"/>
                </a:cubicBezTo>
                <a:lnTo>
                  <a:pt x="2644" y="1850"/>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68" name=""/>
          <p:cNvSpPr/>
          <p:nvPr/>
        </p:nvSpPr>
        <p:spPr>
          <a:xfrm>
            <a:off x="5239440" y="5425920"/>
            <a:ext cx="1903320" cy="666000"/>
          </a:xfrm>
          <a:custGeom>
            <a:avLst/>
            <a:gdLst/>
            <a:ahLst/>
            <a:rect l="0" t="0" r="r" b="b"/>
            <a:pathLst>
              <a:path w="5287" h="1850">
                <a:moveTo>
                  <a:pt x="2644" y="1850"/>
                </a:moveTo>
                <a:lnTo>
                  <a:pt x="4970" y="1850"/>
                </a:lnTo>
                <a:cubicBezTo>
                  <a:pt x="5145" y="1850"/>
                  <a:pt x="5287" y="1708"/>
                  <a:pt x="5287" y="1532"/>
                </a:cubicBezTo>
                <a:lnTo>
                  <a:pt x="5287" y="317"/>
                </a:lnTo>
                <a:cubicBezTo>
                  <a:pt x="5287" y="142"/>
                  <a:pt x="5145" y="0"/>
                  <a:pt x="4970" y="0"/>
                </a:cubicBezTo>
                <a:lnTo>
                  <a:pt x="317" y="0"/>
                </a:lnTo>
                <a:cubicBezTo>
                  <a:pt x="142" y="0"/>
                  <a:pt x="0" y="142"/>
                  <a:pt x="0" y="317"/>
                </a:cubicBezTo>
                <a:lnTo>
                  <a:pt x="0" y="1532"/>
                </a:lnTo>
                <a:cubicBezTo>
                  <a:pt x="0" y="1708"/>
                  <a:pt x="142" y="1850"/>
                  <a:pt x="317" y="1850"/>
                </a:cubicBezTo>
                <a:lnTo>
                  <a:pt x="2644" y="1850"/>
                </a:lnTo>
                <a:close/>
              </a:path>
            </a:pathLst>
          </a:custGeom>
          <a:noFill/>
          <a:ln w="19080">
            <a:solidFill>
              <a:srgbClr val="5b7696"/>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69" name=""/>
          <p:cNvSpPr txBox="1"/>
          <p:nvPr/>
        </p:nvSpPr>
        <p:spPr>
          <a:xfrm>
            <a:off x="5577480" y="5563800"/>
            <a:ext cx="1217520" cy="169560"/>
          </a:xfrm>
          <a:prstGeom prst="rect">
            <a:avLst/>
          </a:prstGeom>
          <a:noFill/>
          <a:ln w="0">
            <a:noFill/>
          </a:ln>
        </p:spPr>
        <p:txBody>
          <a:bodyPr wrap="none" lIns="0" rIns="0" tIns="0" bIns="0" anchor="t">
            <a:spAutoFit/>
          </a:bodyPr>
          <a:p>
            <a:r>
              <a:rPr b="1" lang="en-US" sz="1200" strike="noStrike" u="none">
                <a:solidFill>
                  <a:srgbClr val="1f3654"/>
                </a:solidFill>
                <a:effectLst/>
                <a:uFillTx/>
                <a:latin typeface="Times New Roman"/>
              </a:rPr>
              <a:t>DECLARATIONS</a:t>
            </a:r>
            <a:endParaRPr b="1" lang="en-US" sz="1200" strike="noStrike" u="none">
              <a:solidFill>
                <a:srgbClr val="1f3654"/>
              </a:solidFill>
              <a:effectLst/>
              <a:uFillTx/>
              <a:latin typeface="Times New Roman"/>
              <a:ea typeface="Times New Roman"/>
            </a:endParaRPr>
          </a:p>
        </p:txBody>
      </p:sp>
      <p:sp>
        <p:nvSpPr>
          <p:cNvPr id="70" name=""/>
          <p:cNvSpPr txBox="1"/>
          <p:nvPr/>
        </p:nvSpPr>
        <p:spPr>
          <a:xfrm>
            <a:off x="5938920" y="5830200"/>
            <a:ext cx="503640" cy="159120"/>
          </a:xfrm>
          <a:prstGeom prst="rect">
            <a:avLst/>
          </a:prstGeom>
          <a:noFill/>
          <a:ln w="0">
            <a:noFill/>
          </a:ln>
        </p:spPr>
        <p:txBody>
          <a:bodyPr wrap="none" lIns="0" rIns="0" tIns="0" bIns="0" anchor="t">
            <a:spAutoFit/>
          </a:bodyPr>
          <a:p>
            <a:r>
              <a:rPr b="0" i="1" lang="en-US" sz="1120" strike="noStrike" u="none">
                <a:solidFill>
                  <a:srgbClr val="52667f"/>
                </a:solidFill>
                <a:effectLst/>
                <a:uFillTx/>
                <a:latin typeface="Times New Roman"/>
              </a:rPr>
              <a:t>accurate</a:t>
            </a:r>
            <a:endParaRPr b="0" i="1" lang="en-US" sz="1120" strike="noStrike" u="none">
              <a:solidFill>
                <a:srgbClr val="52667f"/>
              </a:solidFill>
              <a:effectLst/>
              <a:uFillTx/>
              <a:latin typeface="Times New Roman"/>
              <a:ea typeface="Times New Roman"/>
            </a:endParaRPr>
          </a:p>
        </p:txBody>
      </p:sp>
      <p:sp>
        <p:nvSpPr>
          <p:cNvPr id="71" name=""/>
          <p:cNvSpPr/>
          <p:nvPr/>
        </p:nvSpPr>
        <p:spPr>
          <a:xfrm>
            <a:off x="7618680" y="5425920"/>
            <a:ext cx="1903320" cy="666000"/>
          </a:xfrm>
          <a:custGeom>
            <a:avLst/>
            <a:gdLst/>
            <a:ahLst/>
            <a:rect l="0" t="0" r="r" b="b"/>
            <a:pathLst>
              <a:path w="5287" h="1850">
                <a:moveTo>
                  <a:pt x="2644" y="1850"/>
                </a:moveTo>
                <a:lnTo>
                  <a:pt x="4970" y="1850"/>
                </a:lnTo>
                <a:cubicBezTo>
                  <a:pt x="5145" y="1850"/>
                  <a:pt x="5287" y="1708"/>
                  <a:pt x="5287" y="1532"/>
                </a:cubicBezTo>
                <a:lnTo>
                  <a:pt x="5287" y="317"/>
                </a:lnTo>
                <a:cubicBezTo>
                  <a:pt x="5287" y="142"/>
                  <a:pt x="5145" y="0"/>
                  <a:pt x="4970" y="0"/>
                </a:cubicBezTo>
                <a:lnTo>
                  <a:pt x="317" y="0"/>
                </a:lnTo>
                <a:cubicBezTo>
                  <a:pt x="142" y="0"/>
                  <a:pt x="0" y="142"/>
                  <a:pt x="0" y="317"/>
                </a:cubicBezTo>
                <a:lnTo>
                  <a:pt x="0" y="1532"/>
                </a:lnTo>
                <a:cubicBezTo>
                  <a:pt x="0" y="1708"/>
                  <a:pt x="142" y="1850"/>
                  <a:pt x="317" y="1850"/>
                </a:cubicBezTo>
                <a:lnTo>
                  <a:pt x="2644" y="1850"/>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2" name=""/>
          <p:cNvSpPr/>
          <p:nvPr/>
        </p:nvSpPr>
        <p:spPr>
          <a:xfrm>
            <a:off x="7618680" y="5425920"/>
            <a:ext cx="1903320" cy="666000"/>
          </a:xfrm>
          <a:custGeom>
            <a:avLst/>
            <a:gdLst/>
            <a:ahLst/>
            <a:rect l="0" t="0" r="r" b="b"/>
            <a:pathLst>
              <a:path w="5287" h="1850">
                <a:moveTo>
                  <a:pt x="2644" y="1850"/>
                </a:moveTo>
                <a:lnTo>
                  <a:pt x="4970" y="1850"/>
                </a:lnTo>
                <a:cubicBezTo>
                  <a:pt x="5145" y="1850"/>
                  <a:pt x="5287" y="1708"/>
                  <a:pt x="5287" y="1532"/>
                </a:cubicBezTo>
                <a:lnTo>
                  <a:pt x="5287" y="317"/>
                </a:lnTo>
                <a:cubicBezTo>
                  <a:pt x="5287" y="142"/>
                  <a:pt x="5145" y="0"/>
                  <a:pt x="4970" y="0"/>
                </a:cubicBezTo>
                <a:lnTo>
                  <a:pt x="317" y="0"/>
                </a:lnTo>
                <a:cubicBezTo>
                  <a:pt x="142" y="0"/>
                  <a:pt x="0" y="142"/>
                  <a:pt x="0" y="317"/>
                </a:cubicBezTo>
                <a:lnTo>
                  <a:pt x="0" y="1532"/>
                </a:lnTo>
                <a:cubicBezTo>
                  <a:pt x="0" y="1708"/>
                  <a:pt x="142" y="1850"/>
                  <a:pt x="317" y="1850"/>
                </a:cubicBezTo>
                <a:lnTo>
                  <a:pt x="2644" y="1850"/>
                </a:lnTo>
                <a:close/>
              </a:path>
            </a:pathLst>
          </a:custGeom>
          <a:noFill/>
          <a:ln w="19080">
            <a:solidFill>
              <a:srgbClr val="5b7696"/>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73" name=""/>
          <p:cNvSpPr txBox="1"/>
          <p:nvPr/>
        </p:nvSpPr>
        <p:spPr>
          <a:xfrm>
            <a:off x="8165880" y="5563800"/>
            <a:ext cx="808200" cy="169560"/>
          </a:xfrm>
          <a:prstGeom prst="rect">
            <a:avLst/>
          </a:prstGeom>
          <a:noFill/>
          <a:ln w="0">
            <a:noFill/>
          </a:ln>
        </p:spPr>
        <p:txBody>
          <a:bodyPr wrap="none" lIns="0" rIns="0" tIns="0" bIns="0" anchor="t">
            <a:spAutoFit/>
          </a:bodyPr>
          <a:p>
            <a:r>
              <a:rPr b="1" lang="en-US" sz="1200" strike="noStrike" u="none">
                <a:solidFill>
                  <a:srgbClr val="1f3654"/>
                </a:solidFill>
                <a:effectLst/>
                <a:uFillTx/>
                <a:latin typeface="Times New Roman"/>
              </a:rPr>
              <a:t>EVIDENCE</a:t>
            </a:r>
            <a:endParaRPr b="1" lang="en-US" sz="1200" strike="noStrike" u="none">
              <a:solidFill>
                <a:srgbClr val="1f3654"/>
              </a:solidFill>
              <a:effectLst/>
              <a:uFillTx/>
              <a:latin typeface="Times New Roman"/>
              <a:ea typeface="Times New Roman"/>
            </a:endParaRPr>
          </a:p>
        </p:txBody>
      </p:sp>
      <p:sp>
        <p:nvSpPr>
          <p:cNvPr id="74" name=""/>
          <p:cNvSpPr txBox="1"/>
          <p:nvPr/>
        </p:nvSpPr>
        <p:spPr>
          <a:xfrm>
            <a:off x="8394120" y="5830200"/>
            <a:ext cx="361080" cy="159120"/>
          </a:xfrm>
          <a:prstGeom prst="rect">
            <a:avLst/>
          </a:prstGeom>
          <a:noFill/>
          <a:ln w="0">
            <a:noFill/>
          </a:ln>
        </p:spPr>
        <p:txBody>
          <a:bodyPr wrap="none" lIns="0" rIns="0" tIns="0" bIns="0" anchor="t">
            <a:spAutoFit/>
          </a:bodyPr>
          <a:p>
            <a:r>
              <a:rPr b="0" i="1" lang="en-US" sz="1120" strike="noStrike" u="none">
                <a:solidFill>
                  <a:srgbClr val="52667f"/>
                </a:solidFill>
                <a:effectLst/>
                <a:uFillTx/>
                <a:latin typeface="Times New Roman"/>
              </a:rPr>
              <a:t>lawful</a:t>
            </a:r>
            <a:endParaRPr b="0" i="1" lang="en-US" sz="1120" strike="noStrike" u="none">
              <a:solidFill>
                <a:srgbClr val="52667f"/>
              </a:solidFill>
              <a:effectLst/>
              <a:uFillTx/>
              <a:latin typeface="Times New Roman"/>
              <a:ea typeface="Times New Roman"/>
            </a:endParaRPr>
          </a:p>
        </p:txBody>
      </p:sp>
      <p:sp>
        <p:nvSpPr>
          <p:cNvPr id="75" name=""/>
          <p:cNvSpPr/>
          <p:nvPr/>
        </p:nvSpPr>
        <p:spPr>
          <a:xfrm>
            <a:off x="9997920" y="5425920"/>
            <a:ext cx="1903680" cy="666000"/>
          </a:xfrm>
          <a:custGeom>
            <a:avLst/>
            <a:gdLst/>
            <a:ahLst/>
            <a:rect l="0" t="0" r="r" b="b"/>
            <a:pathLst>
              <a:path w="5288" h="1850">
                <a:moveTo>
                  <a:pt x="2644" y="1850"/>
                </a:moveTo>
                <a:lnTo>
                  <a:pt x="4971" y="1850"/>
                </a:lnTo>
                <a:cubicBezTo>
                  <a:pt x="5146" y="1850"/>
                  <a:pt x="5288" y="1708"/>
                  <a:pt x="5288" y="1532"/>
                </a:cubicBezTo>
                <a:lnTo>
                  <a:pt x="5288" y="317"/>
                </a:lnTo>
                <a:cubicBezTo>
                  <a:pt x="5288" y="142"/>
                  <a:pt x="5146" y="0"/>
                  <a:pt x="4971" y="0"/>
                </a:cubicBezTo>
                <a:lnTo>
                  <a:pt x="318" y="0"/>
                </a:lnTo>
                <a:cubicBezTo>
                  <a:pt x="142" y="0"/>
                  <a:pt x="0" y="142"/>
                  <a:pt x="0" y="317"/>
                </a:cubicBezTo>
                <a:lnTo>
                  <a:pt x="0" y="1532"/>
                </a:lnTo>
                <a:cubicBezTo>
                  <a:pt x="0" y="1708"/>
                  <a:pt x="142" y="1850"/>
                  <a:pt x="318" y="1850"/>
                </a:cubicBezTo>
                <a:lnTo>
                  <a:pt x="2644" y="1850"/>
                </a:lnTo>
                <a:close/>
              </a:path>
            </a:pathLst>
          </a:custGeom>
          <a:solidFill>
            <a:srgbClr val="f7f9fc"/>
          </a:solidFill>
          <a:ln w="0">
            <a:noFill/>
          </a:ln>
        </p:spPr>
        <p:txBody>
          <a:bodyPr lIns="90000" rIns="90000" tIns="45000" bIns="45000" anchor="ctr" anchorCtr="1">
            <a:noAutofit/>
          </a:bodyPr>
          <a:p>
            <a:endParaRPr b="0" lang="en-US" sz="1800" strike="noStrike" u="none">
              <a:solidFill>
                <a:srgbClr val="000000"/>
              </a:solidFill>
              <a:effectLst/>
              <a:uFillTx/>
              <a:latin typeface="Arial"/>
            </a:endParaRPr>
          </a:p>
        </p:txBody>
      </p:sp>
      <p:sp>
        <p:nvSpPr>
          <p:cNvPr id="76" name=""/>
          <p:cNvSpPr/>
          <p:nvPr/>
        </p:nvSpPr>
        <p:spPr>
          <a:xfrm>
            <a:off x="9997920" y="5425920"/>
            <a:ext cx="1903680" cy="666000"/>
          </a:xfrm>
          <a:custGeom>
            <a:avLst/>
            <a:gdLst/>
            <a:ahLst/>
            <a:rect l="0" t="0" r="r" b="b"/>
            <a:pathLst>
              <a:path w="5288" h="1850">
                <a:moveTo>
                  <a:pt x="2644" y="1850"/>
                </a:moveTo>
                <a:lnTo>
                  <a:pt x="4971" y="1850"/>
                </a:lnTo>
                <a:cubicBezTo>
                  <a:pt x="5146" y="1850"/>
                  <a:pt x="5288" y="1708"/>
                  <a:pt x="5288" y="1532"/>
                </a:cubicBezTo>
                <a:lnTo>
                  <a:pt x="5288" y="317"/>
                </a:lnTo>
                <a:cubicBezTo>
                  <a:pt x="5288" y="142"/>
                  <a:pt x="5146" y="0"/>
                  <a:pt x="4971" y="0"/>
                </a:cubicBezTo>
                <a:lnTo>
                  <a:pt x="318" y="0"/>
                </a:lnTo>
                <a:cubicBezTo>
                  <a:pt x="142" y="0"/>
                  <a:pt x="0" y="142"/>
                  <a:pt x="0" y="317"/>
                </a:cubicBezTo>
                <a:lnTo>
                  <a:pt x="0" y="1532"/>
                </a:lnTo>
                <a:cubicBezTo>
                  <a:pt x="0" y="1708"/>
                  <a:pt x="142" y="1850"/>
                  <a:pt x="318" y="1850"/>
                </a:cubicBezTo>
                <a:lnTo>
                  <a:pt x="2644" y="1850"/>
                </a:lnTo>
                <a:close/>
              </a:path>
            </a:pathLst>
          </a:custGeom>
          <a:noFill/>
          <a:ln w="19080">
            <a:solidFill>
              <a:srgbClr val="5b7696"/>
            </a:solidFill>
            <a:miter/>
          </a:ln>
        </p:spPr>
        <p:txBody>
          <a:bodyPr lIns="99360" rIns="99360" tIns="54360" bIns="54360" anchor="ctr" anchorCtr="1">
            <a:noAutofit/>
          </a:bodyPr>
          <a:p>
            <a:endParaRPr b="0" lang="en-US" sz="1800" strike="noStrike" u="none">
              <a:solidFill>
                <a:srgbClr val="000000"/>
              </a:solidFill>
              <a:effectLst/>
              <a:uFillTx/>
              <a:latin typeface="Arial"/>
            </a:endParaRPr>
          </a:p>
        </p:txBody>
      </p:sp>
      <p:sp>
        <p:nvSpPr>
          <p:cNvPr id="77" name=""/>
          <p:cNvSpPr txBox="1"/>
          <p:nvPr/>
        </p:nvSpPr>
        <p:spPr>
          <a:xfrm>
            <a:off x="10516680" y="5563800"/>
            <a:ext cx="867600" cy="169560"/>
          </a:xfrm>
          <a:prstGeom prst="rect">
            <a:avLst/>
          </a:prstGeom>
          <a:noFill/>
          <a:ln w="0">
            <a:noFill/>
          </a:ln>
        </p:spPr>
        <p:txBody>
          <a:bodyPr wrap="none" lIns="0" rIns="0" tIns="0" bIns="0" anchor="t">
            <a:spAutoFit/>
          </a:bodyPr>
          <a:p>
            <a:r>
              <a:rPr b="1" lang="en-US" sz="1200" strike="noStrike" u="none">
                <a:solidFill>
                  <a:srgbClr val="1f3654"/>
                </a:solidFill>
                <a:effectLst/>
                <a:uFillTx/>
                <a:latin typeface="Times New Roman"/>
              </a:rPr>
              <a:t>RECOVERY</a:t>
            </a:r>
            <a:endParaRPr b="1" lang="en-US" sz="1200" strike="noStrike" u="none">
              <a:solidFill>
                <a:srgbClr val="1f3654"/>
              </a:solidFill>
              <a:effectLst/>
              <a:uFillTx/>
              <a:latin typeface="Times New Roman"/>
              <a:ea typeface="Times New Roman"/>
            </a:endParaRPr>
          </a:p>
        </p:txBody>
      </p:sp>
      <p:sp>
        <p:nvSpPr>
          <p:cNvPr id="78" name=""/>
          <p:cNvSpPr txBox="1"/>
          <p:nvPr/>
        </p:nvSpPr>
        <p:spPr>
          <a:xfrm>
            <a:off x="10783080" y="5830200"/>
            <a:ext cx="334800" cy="159120"/>
          </a:xfrm>
          <a:prstGeom prst="rect">
            <a:avLst/>
          </a:prstGeom>
          <a:noFill/>
          <a:ln w="0">
            <a:noFill/>
          </a:ln>
        </p:spPr>
        <p:txBody>
          <a:bodyPr wrap="none" lIns="0" rIns="0" tIns="0" bIns="0" anchor="t">
            <a:spAutoFit/>
          </a:bodyPr>
          <a:p>
            <a:r>
              <a:rPr b="0" i="1" lang="en-US" sz="1120" strike="noStrike" u="none">
                <a:solidFill>
                  <a:srgbClr val="52667f"/>
                </a:solidFill>
                <a:effectLst/>
                <a:uFillTx/>
                <a:latin typeface="Times New Roman"/>
              </a:rPr>
              <a:t>tested</a:t>
            </a:r>
            <a:endParaRPr b="0" i="1" lang="en-US" sz="1120" strike="noStrike" u="none">
              <a:solidFill>
                <a:srgbClr val="52667f"/>
              </a:solidFill>
              <a:effectLst/>
              <a:uFillTx/>
              <a:latin typeface="Times New Roman"/>
              <a:ea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2026-08-19T10:50:03Z</dcterms:created>
  <dc:creator>Antonio Clim and Martino Aldrigo</dc:creator>
  <dc:description>A five-stage chain moves from author-side closure through a current authority map, an assessable institutional record and controlled performance interfaces to defence readiness. One bounded contribution must preserve one title, route, evidence body, claim boundary and assistance record. Scientific identity drift, inaccurate declarations, unsafe evidence or unresolved authority conflicts require a return to the earliest responsible control. Final checks confirm current rules, identified files, accurate declarations, lawful evidence and tested recovery. Native-object PPTX generated from the canonical SVG; all text, boxes, lines, arrows and colours remain separately editable.</dc:description>
  <dc:language>en-US</dc:language>
  <cp:lastModifiedBy/>
  <dcterms:modified xsi:type="dcterms:W3CDTF">2026-08-19T10:50:04Z</dcterms:modified>
  <cp:revision>1</cp:revision>
  <dc:subject>Fully editable native drawing objects</dc:subject>
  <dc:title>Figure 9.1. From author-side closure to a defence-ready institutional record</dc:title>
</cp:coreProperties>
</file>