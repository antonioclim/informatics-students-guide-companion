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B3E7DA-3C9F-4BF2-A522-3C67271BD5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D1577F-EC56-4C7B-941F-97EB3483D6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4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41_CONN_DECISION_PROTOCOL"/>
          <p:cNvCxnSpPr>
            <a:stCxn id="9" idx="2"/>
            <a:endCxn id="10" idx="0"/>
          </p:cNvCxnSpPr>
          <p:nvPr/>
        </p:nvCxnSpPr>
        <p:spPr>
          <a:xfrm flipH="1" rot="16200000">
            <a:off x="3863880" y="967680"/>
            <a:ext cx="226080" cy="4320"/>
          </a:xfrm>
          <a:prstGeom prst="bentConnector3">
            <a:avLst>
              <a:gd name="adj1" fmla="val 50079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41_CONN_PROTOCOL_TEST"/>
          <p:cNvCxnSpPr>
            <a:stCxn id="10" idx="1"/>
            <a:endCxn id="12" idx="3"/>
          </p:cNvCxnSpPr>
          <p:nvPr/>
        </p:nvCxnSpPr>
        <p:spPr>
          <a:xfrm rot="10800000">
            <a:off x="3227760" y="1284480"/>
            <a:ext cx="3153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3" name="F41_CONN_TEST_RESULT"/>
          <p:cNvCxnSpPr>
            <a:stCxn id="12" idx="1"/>
            <a:endCxn id="14" idx="3"/>
          </p:cNvCxnSpPr>
          <p:nvPr/>
        </p:nvCxnSpPr>
        <p:spPr>
          <a:xfrm rot="10800000">
            <a:off x="2199240" y="1277280"/>
            <a:ext cx="201240" cy="7560"/>
          </a:xfrm>
          <a:prstGeom prst="bentConnector3">
            <a:avLst>
              <a:gd name="adj1" fmla="val 50000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5" name="F41_CONN_RESULT_BRANCH"/>
          <p:cNvCxnSpPr>
            <a:stCxn id="14" idx="2"/>
            <a:endCxn id="16" idx="0"/>
          </p:cNvCxnSpPr>
          <p:nvPr/>
        </p:nvCxnSpPr>
        <p:spPr>
          <a:xfrm flipH="1" rot="16200000">
            <a:off x="1680840" y="1612080"/>
            <a:ext cx="181080" cy="9000"/>
          </a:xfrm>
          <a:prstGeom prst="bentConnector3">
            <a:avLst>
              <a:gd name="adj1" fmla="val 49800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7" name="F41_CONN_BRANCH_REOPEN"/>
          <p:cNvCxnSpPr>
            <a:stCxn id="16" idx="1"/>
            <a:endCxn id="18" idx="0"/>
          </p:cNvCxnSpPr>
          <p:nvPr/>
        </p:nvCxnSpPr>
        <p:spPr>
          <a:xfrm flipV="1" rot="10800000">
            <a:off x="714240" y="1767600"/>
            <a:ext cx="1000080" cy="290160"/>
          </a:xfrm>
          <a:prstGeom prst="bentConnector2">
            <a:avLst/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19" name="F41_CONN_BRANCH_QUALIFY"/>
          <p:cNvCxnSpPr>
            <a:stCxn id="16" idx="2"/>
            <a:endCxn id="20" idx="0"/>
          </p:cNvCxnSpPr>
          <p:nvPr/>
        </p:nvCxnSpPr>
        <p:spPr>
          <a:xfrm flipH="1" rot="16200000">
            <a:off x="1665720" y="1938600"/>
            <a:ext cx="228960" cy="9360"/>
          </a:xfrm>
          <a:prstGeom prst="bentConnector3">
            <a:avLst>
              <a:gd name="adj1" fmla="val 50236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1" name="F41_CONN_BRANCH_RETAIN"/>
          <p:cNvCxnSpPr>
            <a:stCxn id="16" idx="3"/>
            <a:endCxn id="22" idx="0"/>
          </p:cNvCxnSpPr>
          <p:nvPr/>
        </p:nvCxnSpPr>
        <p:spPr>
          <a:xfrm>
            <a:off x="1836720" y="1767960"/>
            <a:ext cx="1735560" cy="28728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3" name="F41_NODE_EVIDENCE"/>
          <p:cNvSpPr/>
          <p:nvPr/>
        </p:nvSpPr>
        <p:spPr>
          <a:xfrm>
            <a:off x="144000" y="425160"/>
            <a:ext cx="10368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41_NODE_DRIVER"/>
          <p:cNvSpPr/>
          <p:nvPr/>
        </p:nvSpPr>
        <p:spPr>
          <a:xfrm>
            <a:off x="1238400" y="425160"/>
            <a:ext cx="10368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41_NODE_OPTIONS"/>
          <p:cNvSpPr/>
          <p:nvPr/>
        </p:nvSpPr>
        <p:spPr>
          <a:xfrm>
            <a:off x="2332800" y="425160"/>
            <a:ext cx="1036800" cy="43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41_NODE_DECISION"/>
          <p:cNvSpPr/>
          <p:nvPr/>
        </p:nvSpPr>
        <p:spPr>
          <a:xfrm>
            <a:off x="3456360" y="425160"/>
            <a:ext cx="1036800" cy="43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41_NODE_PROTOCOL"/>
          <p:cNvSpPr/>
          <p:nvPr/>
        </p:nvSpPr>
        <p:spPr>
          <a:xfrm>
            <a:off x="3543120" y="1082880"/>
            <a:ext cx="871200" cy="40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41_NODE_TEST"/>
          <p:cNvSpPr/>
          <p:nvPr/>
        </p:nvSpPr>
        <p:spPr>
          <a:xfrm>
            <a:off x="2400120" y="1082880"/>
            <a:ext cx="828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41_NODE_RESULT"/>
          <p:cNvSpPr/>
          <p:nvPr/>
        </p:nvSpPr>
        <p:spPr>
          <a:xfrm>
            <a:off x="1334880" y="1028880"/>
            <a:ext cx="864360" cy="497160"/>
          </a:xfrm>
          <a:custGeom>
            <a:avLst/>
            <a:gdLst/>
            <a:ahLst/>
            <a:rect l="0" t="0" r="r" b="b"/>
            <a:pathLst>
              <a:path w="2401" h="1381">
                <a:moveTo>
                  <a:pt x="1201" y="0"/>
                </a:moveTo>
                <a:lnTo>
                  <a:pt x="2401" y="691"/>
                </a:lnTo>
                <a:lnTo>
                  <a:pt x="1201" y="1381"/>
                </a:lnTo>
                <a:lnTo>
                  <a:pt x="0" y="691"/>
                </a:lnTo>
                <a:lnTo>
                  <a:pt x="12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41_NODE_REOPEN"/>
          <p:cNvSpPr/>
          <p:nvPr/>
        </p:nvSpPr>
        <p:spPr>
          <a:xfrm>
            <a:off x="228600" y="2057760"/>
            <a:ext cx="972000" cy="3456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41_NODE_QUALIFY"/>
          <p:cNvSpPr/>
          <p:nvPr/>
        </p:nvSpPr>
        <p:spPr>
          <a:xfrm>
            <a:off x="1298520" y="2057760"/>
            <a:ext cx="972000" cy="3456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41_NODE_RETAIN"/>
          <p:cNvSpPr/>
          <p:nvPr/>
        </p:nvSpPr>
        <p:spPr>
          <a:xfrm>
            <a:off x="3085920" y="2054880"/>
            <a:ext cx="972000" cy="345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41_NODE_BRANCH"/>
          <p:cNvSpPr/>
          <p:nvPr/>
        </p:nvSpPr>
        <p:spPr>
          <a:xfrm>
            <a:off x="1714320" y="1706760"/>
            <a:ext cx="122400" cy="1224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F41_NOTE_REOPEN_CAUSE"/>
          <p:cNvSpPr/>
          <p:nvPr/>
        </p:nvSpPr>
        <p:spPr>
          <a:xfrm>
            <a:off x="132120" y="2514960"/>
            <a:ext cx="2268000" cy="331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41_NOTE_DISPOSITION"/>
          <p:cNvSpPr/>
          <p:nvPr/>
        </p:nvSpPr>
        <p:spPr>
          <a:xfrm>
            <a:off x="2585520" y="2514960"/>
            <a:ext cx="1872000" cy="331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4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4.1 Reversible driver-to-test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41_LABEL_EVIDENCE"/>
          <p:cNvSpPr txBox="1"/>
          <p:nvPr/>
        </p:nvSpPr>
        <p:spPr>
          <a:xfrm>
            <a:off x="1764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41_LABEL_DRIVER"/>
          <p:cNvSpPr txBox="1"/>
          <p:nvPr/>
        </p:nvSpPr>
        <p:spPr>
          <a:xfrm>
            <a:off x="12708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Driver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41_LABEL_OPTIONS"/>
          <p:cNvSpPr txBox="1"/>
          <p:nvPr/>
        </p:nvSpPr>
        <p:spPr>
          <a:xfrm>
            <a:off x="2365200" y="388800"/>
            <a:ext cx="972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Alternatives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criteria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41_LABEL_DECISION"/>
          <p:cNvSpPr txBox="1"/>
          <p:nvPr/>
        </p:nvSpPr>
        <p:spPr>
          <a:xfrm>
            <a:off x="34596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Decision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41_LABEL_PROTOCOL"/>
          <p:cNvSpPr txBox="1"/>
          <p:nvPr/>
        </p:nvSpPr>
        <p:spPr>
          <a:xfrm>
            <a:off x="3625200" y="1165680"/>
            <a:ext cx="8064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Protocol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artefact vN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41_LABEL_TEST"/>
          <p:cNvSpPr txBox="1"/>
          <p:nvPr/>
        </p:nvSpPr>
        <p:spPr>
          <a:xfrm>
            <a:off x="2437200" y="1123920"/>
            <a:ext cx="76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Early test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highest-risk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41_LABEL_RESULT"/>
          <p:cNvSpPr txBox="1"/>
          <p:nvPr/>
        </p:nvSpPr>
        <p:spPr>
          <a:xfrm>
            <a:off x="1488600" y="1143360"/>
            <a:ext cx="5688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Result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41_LABEL_REOPEN"/>
          <p:cNvSpPr txBox="1"/>
          <p:nvPr/>
        </p:nvSpPr>
        <p:spPr>
          <a:xfrm>
            <a:off x="228600" y="2025720"/>
            <a:ext cx="91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Reopen upstream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41_LABEL_QUALIFY"/>
          <p:cNvSpPr txBox="1"/>
          <p:nvPr/>
        </p:nvSpPr>
        <p:spPr>
          <a:xfrm>
            <a:off x="1371600" y="2057760"/>
            <a:ext cx="91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Qualify boundary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41_LABEL_RETAIN"/>
          <p:cNvSpPr txBox="1"/>
          <p:nvPr/>
        </p:nvSpPr>
        <p:spPr>
          <a:xfrm>
            <a:off x="3085920" y="2098080"/>
            <a:ext cx="914400" cy="30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Retain vN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41_LABEL_REOPEN_CAUSE"/>
          <p:cNvSpPr txBox="1"/>
          <p:nvPr/>
        </p:nvSpPr>
        <p:spPr>
          <a:xfrm>
            <a:off x="205920" y="2532600"/>
            <a:ext cx="21456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Reopen when evidence, authority or a driver changes.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41_LABEL_DISPOSITION"/>
          <p:cNvSpPr txBox="1"/>
          <p:nvPr/>
        </p:nvSpPr>
        <p:spPr>
          <a:xfrm>
            <a:off x="2628720" y="2511720"/>
            <a:ext cx="17496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Retain continues; qualify narrows the boundary.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F41_CONN_OPTIONS_DECISION"/>
          <p:cNvCxnSpPr>
            <a:stCxn id="25" idx="3"/>
            <a:endCxn id="26" idx="1"/>
          </p:cNvCxnSpPr>
          <p:nvPr/>
        </p:nvCxnSpPr>
        <p:spPr>
          <a:xfrm>
            <a:off x="3369600" y="641160"/>
            <a:ext cx="8712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0" name="F41_CONN_DRIVER_OPTIONS"/>
          <p:cNvCxnSpPr>
            <a:stCxn id="24" idx="3"/>
            <a:endCxn id="25" idx="1"/>
          </p:cNvCxnSpPr>
          <p:nvPr/>
        </p:nvCxnSpPr>
        <p:spPr>
          <a:xfrm>
            <a:off x="2275200" y="641160"/>
            <a:ext cx="57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1" name="F41_CONN_EVIDENCE_DRIVER"/>
          <p:cNvCxnSpPr>
            <a:stCxn id="23" idx="3"/>
            <a:endCxn id="24" idx="1"/>
          </p:cNvCxnSpPr>
          <p:nvPr/>
        </p:nvCxnSpPr>
        <p:spPr>
          <a:xfrm>
            <a:off x="1180800" y="641160"/>
            <a:ext cx="57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2026-08-23T19:49:26Z</dcterms:created>
  <dc:creator/>
  <dc:description/>
  <dc:language>en-US</dc:language>
  <cp:lastModifiedBy/>
  <dcterms:modified xsi:type="dcterms:W3CDTF">2026-08-23T19:49:26Z</dcterms:modified>
  <cp:revision>1</cp:revision>
  <dc:subject/>
  <dc:title/>
</cp:coreProperties>
</file>