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A6BFCF-88C7-4DDC-8F83-3622D2B40B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A710020-3F4E-41F0-B4B6-3763C8947E5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82_NODE_REPAIR"/>
          <p:cNvSpPr/>
          <p:nvPr/>
        </p:nvSpPr>
        <p:spPr>
          <a:xfrm>
            <a:off x="3657600" y="1587240"/>
            <a:ext cx="828000" cy="4734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F82_BG_TITLE"/>
          <p:cNvSpPr/>
          <p:nvPr/>
        </p:nvSpPr>
        <p:spPr>
          <a:xfrm>
            <a:off x="0" y="324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" name="F82_CONN_CORE_PACKAGE"/>
          <p:cNvCxnSpPr>
            <a:stCxn id="10" idx="1"/>
            <a:endCxn id="11" idx="0"/>
          </p:cNvCxnSpPr>
          <p:nvPr/>
        </p:nvCxnSpPr>
        <p:spPr>
          <a:xfrm flipV="1" rot="10800000">
            <a:off x="828000" y="1194840"/>
            <a:ext cx="72360" cy="4575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12" name="F82_CONN_CORE_EQUIV"/>
          <p:cNvCxnSpPr>
            <a:stCxn id="10" idx="2"/>
            <a:endCxn id="13" idx="0"/>
          </p:cNvCxnSpPr>
          <p:nvPr/>
        </p:nvCxnSpPr>
        <p:spPr>
          <a:xfrm rot="5400000">
            <a:off x="2215440" y="1515240"/>
            <a:ext cx="160560" cy="16560"/>
          </a:xfrm>
          <a:prstGeom prst="bentConnector3">
            <a:avLst>
              <a:gd name="adj1" fmla="val 50337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4" name="F82_CONN_EQUIV_LOCK"/>
          <p:cNvCxnSpPr>
            <a:stCxn id="13" idx="3"/>
            <a:endCxn id="15" idx="1"/>
          </p:cNvCxnSpPr>
          <p:nvPr/>
        </p:nvCxnSpPr>
        <p:spPr>
          <a:xfrm flipV="1">
            <a:off x="2747160" y="1847160"/>
            <a:ext cx="225000" cy="12240"/>
          </a:xfrm>
          <a:prstGeom prst="bentConnector3">
            <a:avLst>
              <a:gd name="adj1" fmla="val 50000"/>
            </a:avLst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16" name="F82_CONN_EQUIV_REPAIR"/>
          <p:cNvCxnSpPr>
            <a:stCxn id="13" idx="1"/>
            <a:endCxn id="17" idx="2"/>
          </p:cNvCxnSpPr>
          <p:nvPr/>
        </p:nvCxnSpPr>
        <p:spPr>
          <a:xfrm flipH="1" flipV="1" rot="10800000">
            <a:off x="1828800" y="1858680"/>
            <a:ext cx="2243880" cy="156960"/>
          </a:xfrm>
          <a:prstGeom prst="bentConnector4">
            <a:avLst>
              <a:gd name="adj1" fmla="val -8311"/>
              <a:gd name="adj2" fmla="val 282528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sp>
        <p:nvSpPr>
          <p:cNvPr id="18" name="F82_NODE_HEADLINE"/>
          <p:cNvSpPr/>
          <p:nvPr/>
        </p:nvSpPr>
        <p:spPr>
          <a:xfrm>
            <a:off x="162000" y="399240"/>
            <a:ext cx="1332000" cy="43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F82_NODE_MANUSCRIPT"/>
          <p:cNvSpPr/>
          <p:nvPr/>
        </p:nvSpPr>
        <p:spPr>
          <a:xfrm>
            <a:off x="3114000" y="399240"/>
            <a:ext cx="1332000" cy="43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F82_NODE_CORE"/>
          <p:cNvSpPr/>
          <p:nvPr/>
        </p:nvSpPr>
        <p:spPr>
          <a:xfrm>
            <a:off x="900000" y="946440"/>
            <a:ext cx="2808000" cy="4968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F82_NODE_PACKAGE"/>
          <p:cNvSpPr/>
          <p:nvPr/>
        </p:nvSpPr>
        <p:spPr>
          <a:xfrm>
            <a:off x="162000" y="1652040"/>
            <a:ext cx="1332000" cy="4320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F82_NODE_EQUIV"/>
          <p:cNvSpPr/>
          <p:nvPr/>
        </p:nvSpPr>
        <p:spPr>
          <a:xfrm>
            <a:off x="1828800" y="1603440"/>
            <a:ext cx="918360" cy="511560"/>
          </a:xfrm>
          <a:custGeom>
            <a:avLst/>
            <a:gdLst/>
            <a:ahLst/>
            <a:rect l="0" t="0" r="r" b="b"/>
            <a:pathLst>
              <a:path w="2551" h="1421">
                <a:moveTo>
                  <a:pt x="1276" y="0"/>
                </a:moveTo>
                <a:lnTo>
                  <a:pt x="2551" y="711"/>
                </a:lnTo>
                <a:lnTo>
                  <a:pt x="1276" y="1421"/>
                </a:lnTo>
                <a:lnTo>
                  <a:pt x="0" y="711"/>
                </a:lnTo>
                <a:lnTo>
                  <a:pt x="1276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82_NODE_LOCK"/>
          <p:cNvSpPr/>
          <p:nvPr/>
        </p:nvSpPr>
        <p:spPr>
          <a:xfrm>
            <a:off x="2971800" y="1717560"/>
            <a:ext cx="576000" cy="2592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82_NOTE_EQUIV"/>
          <p:cNvSpPr/>
          <p:nvPr/>
        </p:nvSpPr>
        <p:spPr>
          <a:xfrm>
            <a:off x="324000" y="2361240"/>
            <a:ext cx="3960000" cy="2232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82_LABEL_TITLE"/>
          <p:cNvSpPr txBox="1"/>
          <p:nvPr/>
        </p:nvSpPr>
        <p:spPr>
          <a:xfrm>
            <a:off x="151200" y="-180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8.2 One-study consistency lock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82_LABEL_HEADLINE"/>
          <p:cNvSpPr txBox="1"/>
          <p:nvPr/>
        </p:nvSpPr>
        <p:spPr>
          <a:xfrm>
            <a:off x="198000" y="408240"/>
            <a:ext cx="1260000" cy="41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Headline layer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COMPRESSES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title · abstract · keywords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82_LABEL_MANUSCRIPT"/>
          <p:cNvSpPr txBox="1"/>
          <p:nvPr/>
        </p:nvSpPr>
        <p:spPr>
          <a:xfrm>
            <a:off x="3150000" y="408240"/>
            <a:ext cx="1260000" cy="41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Manuscript layer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EXPRESSES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promise · evidence · limit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82_LABEL_CORE"/>
          <p:cNvSpPr txBox="1"/>
          <p:nvPr/>
        </p:nvSpPr>
        <p:spPr>
          <a:xfrm>
            <a:off x="936000" y="952920"/>
            <a:ext cx="2736000" cy="48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AUTHORITATIVE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same question · route · units · counts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uncertainty · claim scope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82_LABEL_PACKAGE"/>
          <p:cNvSpPr txBox="1"/>
          <p:nvPr/>
        </p:nvSpPr>
        <p:spPr>
          <a:xfrm>
            <a:off x="198000" y="1661040"/>
            <a:ext cx="1260000" cy="41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Package layer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RECORDS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metadata · file · version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82_LABEL_EQUIV"/>
          <p:cNvSpPr txBox="1"/>
          <p:nvPr/>
        </p:nvSpPr>
        <p:spPr>
          <a:xfrm>
            <a:off x="1869120" y="1664640"/>
            <a:ext cx="759600" cy="39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Equivalent?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82_LABEL_LOCK"/>
          <p:cNvSpPr txBox="1"/>
          <p:nvPr/>
        </p:nvSpPr>
        <p:spPr>
          <a:xfrm>
            <a:off x="2971800" y="1717560"/>
            <a:ext cx="5184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548235"/>
                </a:solidFill>
                <a:effectLst/>
                <a:uFillTx/>
                <a:latin typeface="Liberation Sans Narrow"/>
              </a:rPr>
              <a:t>YES · lock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82_LABEL_REPAIR"/>
          <p:cNvSpPr txBox="1"/>
          <p:nvPr/>
        </p:nvSpPr>
        <p:spPr>
          <a:xfrm>
            <a:off x="3687120" y="1603440"/>
            <a:ext cx="770400" cy="41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NO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repair earliest layer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82_LABEL_EQUIV_RULE"/>
          <p:cNvSpPr txBox="1"/>
          <p:nvPr/>
        </p:nvSpPr>
        <p:spPr>
          <a:xfrm>
            <a:off x="396000" y="2363760"/>
            <a:ext cx="3816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Compression may shorten detail; it may not alter identity or claim scope.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" name="F82_CONN_CORE_MANUSCRIPT"/>
          <p:cNvCxnSpPr>
            <a:stCxn id="20" idx="0"/>
            <a:endCxn id="27" idx="1"/>
          </p:cNvCxnSpPr>
          <p:nvPr/>
        </p:nvCxnSpPr>
        <p:spPr>
          <a:xfrm flipH="1" flipV="1" rot="5400000">
            <a:off x="2561040" y="357480"/>
            <a:ext cx="331920" cy="846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35" name="F82_CONN_CORE_HEADLINE"/>
          <p:cNvCxnSpPr>
            <a:stCxn id="20" idx="0"/>
            <a:endCxn id="26" idx="3"/>
          </p:cNvCxnSpPr>
          <p:nvPr/>
        </p:nvCxnSpPr>
        <p:spPr>
          <a:xfrm flipV="1" rot="16200000">
            <a:off x="1715400" y="357480"/>
            <a:ext cx="331920" cy="846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2026-08-23T19:50:18Z</dcterms:created>
  <dc:creator/>
  <dc:description/>
  <dc:language>en-US</dc:language>
  <cp:lastModifiedBy/>
  <dcterms:modified xsi:type="dcterms:W3CDTF">2026-08-23T19:50:19Z</dcterms:modified>
  <cp:revision>1</cp:revision>
  <dc:subject/>
  <dc:title/>
</cp:coreProperties>
</file>