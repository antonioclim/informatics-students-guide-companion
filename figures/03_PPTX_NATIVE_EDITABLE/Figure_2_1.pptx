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EB3F2B-4E2D-4C0D-B500-B06A14E2CF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5016837-F93F-4F5D-A055-B8BA0009A5A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749880" y="1028880"/>
            <a:ext cx="0" cy="22860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F2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21_CONN_FEASIBILITY_DECISION"/>
          <p:cNvCxnSpPr>
            <a:stCxn id="10" idx="2"/>
            <a:endCxn id="11" idx="0"/>
          </p:cNvCxnSpPr>
          <p:nvPr/>
        </p:nvCxnSpPr>
        <p:spPr>
          <a:xfrm>
            <a:off x="3933000" y="839160"/>
            <a:ext cx="10080" cy="33552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2" name="F21_CONN_DECISION_PIVOT"/>
          <p:cNvCxnSpPr>
            <a:stCxn id="13" idx="1"/>
            <a:endCxn id="14" idx="3"/>
          </p:cNvCxnSpPr>
          <p:nvPr/>
        </p:nvCxnSpPr>
        <p:spPr>
          <a:xfrm flipH="1">
            <a:off x="1371600" y="1445400"/>
            <a:ext cx="585720" cy="360"/>
          </a:xfrm>
          <a:prstGeom prst="straightConnector1">
            <a:avLst/>
          </a:prstGeom>
          <a:ln w="144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5" name="F21_CONN_PIVOT_SCOPE"/>
          <p:cNvCxnSpPr>
            <a:endCxn id="16" idx="2"/>
          </p:cNvCxnSpPr>
          <p:nvPr/>
        </p:nvCxnSpPr>
        <p:spPr>
          <a:xfrm flipH="1" flipV="1">
            <a:off x="2016000" y="839160"/>
            <a:ext cx="1440" cy="88560"/>
          </a:xfrm>
          <a:prstGeom prst="straightConnector1">
            <a:avLst/>
          </a:prstGeom>
          <a:ln w="126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7" name="F21_CONN_DECISION_CONTINUE"/>
          <p:cNvCxnSpPr>
            <a:stCxn id="11" idx="2"/>
            <a:endCxn id="18" idx="0"/>
          </p:cNvCxnSpPr>
          <p:nvPr/>
        </p:nvCxnSpPr>
        <p:spPr>
          <a:xfrm flipH="1">
            <a:off x="3940920" y="1714680"/>
            <a:ext cx="2160" cy="2289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9" name="F21_CONN_DECISION_STOP"/>
          <p:cNvCxnSpPr>
            <a:stCxn id="11" idx="1"/>
            <a:endCxn id="13" idx="3"/>
          </p:cNvCxnSpPr>
          <p:nvPr/>
        </p:nvCxnSpPr>
        <p:spPr>
          <a:xfrm flipH="1">
            <a:off x="3108960" y="1444320"/>
            <a:ext cx="366120" cy="1440"/>
          </a:xfrm>
          <a:prstGeom prst="straightConnector1">
            <a:avLst/>
          </a:prstGeom>
          <a:ln w="162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20" name="F21_CONN_DECISION_NARROW"/>
          <p:cNvCxnSpPr>
            <a:stCxn id="18" idx="1"/>
            <a:endCxn id="21" idx="3"/>
          </p:cNvCxnSpPr>
          <p:nvPr/>
        </p:nvCxnSpPr>
        <p:spPr>
          <a:xfrm flipH="1">
            <a:off x="3085920" y="2144880"/>
            <a:ext cx="279360" cy="5400"/>
          </a:xfrm>
          <a:prstGeom prst="straightConnector1">
            <a:avLst/>
          </a:prstGeom>
          <a:ln w="14400">
            <a:solidFill>
              <a:srgbClr val="224b12"/>
            </a:solidFill>
            <a:round/>
            <a:tailEnd len="med" type="triangle" w="med"/>
          </a:ln>
        </p:spPr>
      </p:cxnSp>
      <p:sp>
        <p:nvSpPr>
          <p:cNvPr id="22" name="F21_NODE_INTEREST"/>
          <p:cNvSpPr/>
          <p:nvPr/>
        </p:nvSpPr>
        <p:spPr>
          <a:xfrm>
            <a:off x="126000" y="389160"/>
            <a:ext cx="684000" cy="450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21_NODE_BOUNDED"/>
          <p:cNvSpPr/>
          <p:nvPr/>
        </p:nvSpPr>
        <p:spPr>
          <a:xfrm>
            <a:off x="882000" y="389160"/>
            <a:ext cx="756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21_NODE_SCOPE"/>
          <p:cNvSpPr/>
          <p:nvPr/>
        </p:nvSpPr>
        <p:spPr>
          <a:xfrm>
            <a:off x="1710000" y="389160"/>
            <a:ext cx="612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21_NODE_QUESTION"/>
          <p:cNvSpPr/>
          <p:nvPr/>
        </p:nvSpPr>
        <p:spPr>
          <a:xfrm>
            <a:off x="2394000" y="389160"/>
            <a:ext cx="918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21_NODE_FEASIBILITY"/>
          <p:cNvSpPr/>
          <p:nvPr/>
        </p:nvSpPr>
        <p:spPr>
          <a:xfrm>
            <a:off x="3384000" y="389160"/>
            <a:ext cx="1098000" cy="450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21_NODE_DECISION"/>
          <p:cNvSpPr/>
          <p:nvPr/>
        </p:nvSpPr>
        <p:spPr>
          <a:xfrm>
            <a:off x="3474720" y="1174320"/>
            <a:ext cx="936360" cy="540360"/>
          </a:xfrm>
          <a:custGeom>
            <a:avLst/>
            <a:gdLst/>
            <a:ahLst/>
            <a:rect l="0" t="0" r="r" b="b"/>
            <a:pathLst>
              <a:path w="2601" h="1501">
                <a:moveTo>
                  <a:pt x="1301" y="0"/>
                </a:moveTo>
                <a:lnTo>
                  <a:pt x="2601" y="751"/>
                </a:lnTo>
                <a:lnTo>
                  <a:pt x="1301" y="1501"/>
                </a:lnTo>
                <a:lnTo>
                  <a:pt x="0" y="751"/>
                </a:lnTo>
                <a:lnTo>
                  <a:pt x="13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21_NODE_PIVOT"/>
          <p:cNvSpPr/>
          <p:nvPr/>
        </p:nvSpPr>
        <p:spPr>
          <a:xfrm>
            <a:off x="219600" y="1243800"/>
            <a:ext cx="1152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21_NODE_CONTINUE"/>
          <p:cNvSpPr/>
          <p:nvPr/>
        </p:nvSpPr>
        <p:spPr>
          <a:xfrm>
            <a:off x="3364920" y="1943280"/>
            <a:ext cx="1152000" cy="403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21_NODE_STOP"/>
          <p:cNvSpPr/>
          <p:nvPr/>
        </p:nvSpPr>
        <p:spPr>
          <a:xfrm>
            <a:off x="1956960" y="1243800"/>
            <a:ext cx="1152000" cy="4032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21_NODE_NARROW"/>
          <p:cNvSpPr/>
          <p:nvPr/>
        </p:nvSpPr>
        <p:spPr>
          <a:xfrm>
            <a:off x="1942920" y="1943280"/>
            <a:ext cx="1152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21_NOTE_OUTCOME"/>
          <p:cNvSpPr/>
          <p:nvPr/>
        </p:nvSpPr>
        <p:spPr>
          <a:xfrm>
            <a:off x="173520" y="2598480"/>
            <a:ext cx="4284000" cy="259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2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2.1 Topic decision path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21_LABEL_INTEREST"/>
          <p:cNvSpPr txBox="1"/>
          <p:nvPr/>
        </p:nvSpPr>
        <p:spPr>
          <a:xfrm>
            <a:off x="162000" y="432360"/>
            <a:ext cx="612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Topic interest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21_LABEL_BOUNDED"/>
          <p:cNvSpPr txBox="1"/>
          <p:nvPr/>
        </p:nvSpPr>
        <p:spPr>
          <a:xfrm>
            <a:off x="918000" y="432360"/>
            <a:ext cx="684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Bounded problem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21_LABEL_SCOPE"/>
          <p:cNvSpPr txBox="1"/>
          <p:nvPr/>
        </p:nvSpPr>
        <p:spPr>
          <a:xfrm>
            <a:off x="1746000" y="432360"/>
            <a:ext cx="540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21_LABEL_QUESTION"/>
          <p:cNvSpPr txBox="1"/>
          <p:nvPr/>
        </p:nvSpPr>
        <p:spPr>
          <a:xfrm>
            <a:off x="2430000" y="432360"/>
            <a:ext cx="846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Route-specific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21_LABEL_FEASIBILITY"/>
          <p:cNvSpPr txBox="1"/>
          <p:nvPr/>
        </p:nvSpPr>
        <p:spPr>
          <a:xfrm>
            <a:off x="3420000" y="432360"/>
            <a:ext cx="1026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Feasibility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21_LABEL_DECISION"/>
          <p:cNvSpPr txBox="1"/>
          <p:nvPr/>
        </p:nvSpPr>
        <p:spPr>
          <a:xfrm>
            <a:off x="3616920" y="1371960"/>
            <a:ext cx="612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Decision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21_LABEL_PIVOT"/>
          <p:cNvSpPr txBox="1"/>
          <p:nvPr/>
        </p:nvSpPr>
        <p:spPr>
          <a:xfrm>
            <a:off x="228600" y="1294200"/>
            <a:ext cx="10512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PIVOT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return to SCOPE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21_LABEL_CONTINUE"/>
          <p:cNvSpPr txBox="1"/>
          <p:nvPr/>
        </p:nvSpPr>
        <p:spPr>
          <a:xfrm>
            <a:off x="3406320" y="1980000"/>
            <a:ext cx="10512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CONTINUE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Problem Gate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21_LABEL_STOP"/>
          <p:cNvSpPr txBox="1"/>
          <p:nvPr/>
        </p:nvSpPr>
        <p:spPr>
          <a:xfrm>
            <a:off x="2034720" y="1295640"/>
            <a:ext cx="10512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STOP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archive decision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21_LABEL_NARROW"/>
          <p:cNvSpPr txBox="1"/>
          <p:nvPr/>
        </p:nvSpPr>
        <p:spPr>
          <a:xfrm>
            <a:off x="1942920" y="1943280"/>
            <a:ext cx="1143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NARROW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update SCOPE →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21_LABEL_OUTCOME"/>
          <p:cNvSpPr txBox="1"/>
          <p:nvPr/>
        </p:nvSpPr>
        <p:spPr>
          <a:xfrm>
            <a:off x="259200" y="2559960"/>
            <a:ext cx="414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Continue passes directly; Narrow updates scope.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Pivot reframes; Stop terminates.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F21_CONN_INTEREST_BOUNDED"/>
          <p:cNvCxnSpPr>
            <a:stCxn id="22" idx="3"/>
            <a:endCxn id="23" idx="1"/>
          </p:cNvCxnSpPr>
          <p:nvPr/>
        </p:nvCxnSpPr>
        <p:spPr>
          <a:xfrm>
            <a:off x="810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6" name="F21_CONN_BOUNDED_SCOPE"/>
          <p:cNvCxnSpPr>
            <a:stCxn id="23" idx="3"/>
            <a:endCxn id="24" idx="1"/>
          </p:cNvCxnSpPr>
          <p:nvPr/>
        </p:nvCxnSpPr>
        <p:spPr>
          <a:xfrm>
            <a:off x="1638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7" name="F21_CONN_SCOPE_QUESTION"/>
          <p:cNvCxnSpPr>
            <a:stCxn id="24" idx="3"/>
            <a:endCxn id="25" idx="1"/>
          </p:cNvCxnSpPr>
          <p:nvPr/>
        </p:nvCxnSpPr>
        <p:spPr>
          <a:xfrm>
            <a:off x="2322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8" name="F21_CONN_QUESTION_FEASIBILITY"/>
          <p:cNvCxnSpPr>
            <a:stCxn id="25" idx="3"/>
            <a:endCxn id="26" idx="1"/>
          </p:cNvCxnSpPr>
          <p:nvPr/>
        </p:nvCxnSpPr>
        <p:spPr>
          <a:xfrm>
            <a:off x="3312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49" name=""/>
          <p:cNvSpPr/>
          <p:nvPr/>
        </p:nvSpPr>
        <p:spPr>
          <a:xfrm>
            <a:off x="2011680" y="914760"/>
            <a:ext cx="0" cy="11412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749880" y="1028880"/>
            <a:ext cx="1257480" cy="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2026-08-23T19:49:15Z</dcterms:created>
  <dc:creator/>
  <dc:description/>
  <dc:language>en-US</dc:language>
  <cp:lastModifiedBy/>
  <dcterms:modified xsi:type="dcterms:W3CDTF">2026-08-23T19:49:16Z</dcterms:modified>
  <cp:revision>1</cp:revision>
  <dc:subject/>
  <dc:title/>
</cp:coreProperties>
</file>