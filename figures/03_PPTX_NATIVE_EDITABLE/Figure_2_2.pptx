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25AEC7-8281-4B42-B2C8-CD52AE8C0D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7BBCA08-7ABA-4E16-AF85-7A9A22E2595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2286000" y="1600560"/>
            <a:ext cx="0" cy="342720"/>
          </a:xfrm>
          <a:prstGeom prst="line">
            <a:avLst/>
          </a:prstGeom>
          <a:ln w="38160">
            <a:solidFill>
              <a:srgbClr val="b85c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1371600" y="1371960"/>
            <a:ext cx="228600" cy="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 flipH="1">
            <a:off x="2971800" y="1371960"/>
            <a:ext cx="342720" cy="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371600" y="800280"/>
            <a:ext cx="457200" cy="34308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2286000" y="800280"/>
            <a:ext cx="0" cy="2286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 flipH="1">
            <a:off x="2743200" y="800280"/>
            <a:ext cx="457200" cy="34308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F22_NODE_O"/>
          <p:cNvSpPr/>
          <p:nvPr/>
        </p:nvSpPr>
        <p:spPr>
          <a:xfrm>
            <a:off x="3168000" y="378360"/>
            <a:ext cx="1296000" cy="46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F2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F22_NODE_S"/>
          <p:cNvSpPr/>
          <p:nvPr/>
        </p:nvSpPr>
        <p:spPr>
          <a:xfrm>
            <a:off x="144000" y="378360"/>
            <a:ext cx="1296000" cy="46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F22_NODE_C"/>
          <p:cNvSpPr/>
          <p:nvPr/>
        </p:nvSpPr>
        <p:spPr>
          <a:xfrm>
            <a:off x="1656000" y="378360"/>
            <a:ext cx="1296000" cy="4680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F22_NODE_P"/>
          <p:cNvSpPr/>
          <p:nvPr/>
        </p:nvSpPr>
        <p:spPr>
          <a:xfrm>
            <a:off x="111600" y="1143360"/>
            <a:ext cx="1260000" cy="486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F22_NODE_TRACTABLE"/>
          <p:cNvSpPr/>
          <p:nvPr/>
        </p:nvSpPr>
        <p:spPr>
          <a:xfrm>
            <a:off x="1674000" y="1062360"/>
            <a:ext cx="1260000" cy="612000"/>
          </a:xfrm>
          <a:prstGeom prst="ellipse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F22_NODE_E"/>
          <p:cNvSpPr/>
          <p:nvPr/>
        </p:nvSpPr>
        <p:spPr>
          <a:xfrm>
            <a:off x="3312000" y="1114560"/>
            <a:ext cx="1260000" cy="486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F22_NODE_EVIDENCE_BASIS"/>
          <p:cNvSpPr/>
          <p:nvPr/>
        </p:nvSpPr>
        <p:spPr>
          <a:xfrm>
            <a:off x="34920" y="2171880"/>
            <a:ext cx="1908000" cy="3672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F22_NODE_UNCERTAINTY"/>
          <p:cNvSpPr/>
          <p:nvPr/>
        </p:nvSpPr>
        <p:spPr>
          <a:xfrm>
            <a:off x="2628720" y="2171880"/>
            <a:ext cx="1908000" cy="367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F2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2.2 SCOPE framing canvas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22_LABEL_S"/>
          <p:cNvSpPr txBox="1"/>
          <p:nvPr/>
        </p:nvSpPr>
        <p:spPr>
          <a:xfrm>
            <a:off x="194400" y="421560"/>
            <a:ext cx="1195200" cy="37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 — Scope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problem boundary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22_LABEL_C"/>
          <p:cNvSpPr txBox="1"/>
          <p:nvPr/>
        </p:nvSpPr>
        <p:spPr>
          <a:xfrm>
            <a:off x="1706400" y="364680"/>
            <a:ext cx="1195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 — Constraints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time · data · authority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22_LABEL_O"/>
          <p:cNvSpPr txBox="1"/>
          <p:nvPr/>
        </p:nvSpPr>
        <p:spPr>
          <a:xfrm>
            <a:off x="3218400" y="421560"/>
            <a:ext cx="1195200" cy="37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O — Output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assessed product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22_LABEL_P"/>
          <p:cNvSpPr txBox="1"/>
          <p:nvPr/>
        </p:nvSpPr>
        <p:spPr>
          <a:xfrm>
            <a:off x="105120" y="1143360"/>
            <a:ext cx="11520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P — Proof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evidence · comparison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22_LABEL_TRACTABLE"/>
          <p:cNvSpPr txBox="1"/>
          <p:nvPr/>
        </p:nvSpPr>
        <p:spPr>
          <a:xfrm>
            <a:off x="1792800" y="1175760"/>
            <a:ext cx="1022400" cy="38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TRACTABLE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PROJECT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22_LABEL_E"/>
          <p:cNvSpPr txBox="1"/>
          <p:nvPr/>
        </p:nvSpPr>
        <p:spPr>
          <a:xfrm>
            <a:off x="3429000" y="1222560"/>
            <a:ext cx="1152000" cy="37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 — Exclusions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claims not covered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22_LABEL_EVIDENCE_BASIS"/>
          <p:cNvSpPr txBox="1"/>
          <p:nvPr/>
        </p:nvSpPr>
        <p:spPr>
          <a:xfrm>
            <a:off x="114120" y="2171880"/>
            <a:ext cx="17856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Evidence basis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what supports each commitment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22_LABEL_UNCERTAINTY"/>
          <p:cNvSpPr txBox="1"/>
          <p:nvPr/>
        </p:nvSpPr>
        <p:spPr>
          <a:xfrm>
            <a:off x="2743200" y="2171880"/>
            <a:ext cx="17856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Unresolved uncertainty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what can still reopen framing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22_NOTE_SEQUENCE"/>
          <p:cNvSpPr txBox="1"/>
          <p:nvPr/>
        </p:nvSpPr>
        <p:spPr>
          <a:xfrm>
            <a:off x="228600" y="2546280"/>
            <a:ext cx="4140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Read </a:t>
            </a:r>
            <a:r>
              <a:rPr b="1" lang="en-US" sz="8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S–C–O–P–E</a:t>
            </a: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, reconcile conflicts, then record evidence and remaining uncertainty.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2286000" y="1943280"/>
            <a:ext cx="1143000" cy="0"/>
          </a:xfrm>
          <a:prstGeom prst="line">
            <a:avLst/>
          </a:prstGeom>
          <a:ln w="291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028520" y="1943280"/>
            <a:ext cx="1257480" cy="0"/>
          </a:xfrm>
          <a:prstGeom prst="line">
            <a:avLst/>
          </a:prstGeom>
          <a:ln w="29160">
            <a:solidFill>
              <a:srgbClr val="1276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3429000" y="1943280"/>
            <a:ext cx="0" cy="228600"/>
          </a:xfrm>
          <a:prstGeom prst="line">
            <a:avLst/>
          </a:prstGeom>
          <a:ln w="291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028520" y="1943280"/>
            <a:ext cx="0" cy="228600"/>
          </a:xfrm>
          <a:prstGeom prst="line">
            <a:avLst/>
          </a:prstGeom>
          <a:ln w="29160">
            <a:solidFill>
              <a:srgbClr val="12762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2026-08-23T19:49:18Z</dcterms:created>
  <dc:creator/>
  <dc:description/>
  <dc:language>en-US</dc:language>
  <cp:lastModifiedBy/>
  <dcterms:modified xsi:type="dcterms:W3CDTF">2026-08-23T19:49:18Z</dcterms:modified>
  <cp:revision>1</cp:revision>
  <dc:subject/>
  <dc:title/>
</cp:coreProperties>
</file>