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4608513" cy="28797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02E97D-D285-4FD6-A96F-26365C0619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F068E5E-D559-4DF8-AC7C-8356C63E782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12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F12_CONN_SUPERVISOR_STUDENT"/>
          <p:cNvCxnSpPr>
            <a:stCxn id="9" idx="3"/>
            <a:endCxn id="10" idx="1"/>
          </p:cNvCxnSpPr>
          <p:nvPr/>
        </p:nvCxnSpPr>
        <p:spPr>
          <a:xfrm>
            <a:off x="1386000" y="680760"/>
            <a:ext cx="252360" cy="596160"/>
          </a:xfrm>
          <a:prstGeom prst="straightConnector1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11" name="F12_CONN_INSTITUTION_STUDENT"/>
          <p:cNvCxnSpPr>
            <a:stCxn id="12" idx="1"/>
            <a:endCxn id="10" idx="3"/>
          </p:cNvCxnSpPr>
          <p:nvPr/>
        </p:nvCxnSpPr>
        <p:spPr>
          <a:xfrm flipH="1">
            <a:off x="2970000" y="680760"/>
            <a:ext cx="252360" cy="5961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3" name="F12_CONN_ORGANISATION_STUDENT"/>
          <p:cNvCxnSpPr>
            <a:stCxn id="14" idx="3"/>
            <a:endCxn id="10" idx="1"/>
          </p:cNvCxnSpPr>
          <p:nvPr/>
        </p:nvCxnSpPr>
        <p:spPr>
          <a:xfrm flipV="1">
            <a:off x="1386000" y="1276560"/>
            <a:ext cx="252360" cy="707760"/>
          </a:xfrm>
          <a:prstGeom prst="straightConnector1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15" name="F12_CONN_AI_STUDENT"/>
          <p:cNvCxnSpPr>
            <a:stCxn id="16" idx="1"/>
            <a:endCxn id="10" idx="3"/>
          </p:cNvCxnSpPr>
          <p:nvPr/>
        </p:nvCxnSpPr>
        <p:spPr>
          <a:xfrm flipH="1" flipV="1">
            <a:off x="2970000" y="1276560"/>
            <a:ext cx="252360" cy="707760"/>
          </a:xfrm>
          <a:prstGeom prst="straightConnector1">
            <a:avLst/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sp>
        <p:nvSpPr>
          <p:cNvPr id="17" name="F12_NODE_STUDENT"/>
          <p:cNvSpPr/>
          <p:nvPr/>
        </p:nvSpPr>
        <p:spPr>
          <a:xfrm>
            <a:off x="1638000" y="907560"/>
            <a:ext cx="1332000" cy="738000"/>
          </a:xfrm>
          <a:prstGeom prst="ellipse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F12_NODE_SUPERVISOR"/>
          <p:cNvSpPr/>
          <p:nvPr/>
        </p:nvSpPr>
        <p:spPr>
          <a:xfrm>
            <a:off x="144000" y="389160"/>
            <a:ext cx="1242000" cy="5832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F12_NODE_INSTITUTION"/>
          <p:cNvSpPr/>
          <p:nvPr/>
        </p:nvSpPr>
        <p:spPr>
          <a:xfrm>
            <a:off x="3222000" y="389160"/>
            <a:ext cx="1242000" cy="5832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F12_NODE_ORGANISATION"/>
          <p:cNvSpPr/>
          <p:nvPr/>
        </p:nvSpPr>
        <p:spPr>
          <a:xfrm>
            <a:off x="144000" y="1692360"/>
            <a:ext cx="1242000" cy="5832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F12_NODE_AI"/>
          <p:cNvSpPr/>
          <p:nvPr/>
        </p:nvSpPr>
        <p:spPr>
          <a:xfrm>
            <a:off x="3222000" y="1692360"/>
            <a:ext cx="1242000" cy="5832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F12_NOTE_RESPONSIBILITY"/>
          <p:cNvSpPr/>
          <p:nvPr/>
        </p:nvSpPr>
        <p:spPr>
          <a:xfrm>
            <a:off x="270000" y="2405160"/>
            <a:ext cx="4068000" cy="273600"/>
          </a:xfrm>
          <a:prstGeom prst="rect">
            <a:avLst/>
          </a:prstGeom>
          <a:solidFill>
            <a:srgbClr val="fce4e4"/>
          </a:solidFill>
          <a:ln w="12600">
            <a:solidFill>
              <a:srgbClr val="b22222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F12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1.2 Advice, authority and authorship map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12_LABEL_STUDENT"/>
          <p:cNvSpPr txBox="1"/>
          <p:nvPr/>
        </p:nvSpPr>
        <p:spPr>
          <a:xfrm>
            <a:off x="1782000" y="958680"/>
            <a:ext cx="1044000" cy="62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STUDENT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authors · verifies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discloses · defends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12_LABEL_SUPERVISOR"/>
          <p:cNvSpPr txBox="1"/>
          <p:nvPr/>
        </p:nvSpPr>
        <p:spPr>
          <a:xfrm>
            <a:off x="190800" y="389520"/>
            <a:ext cx="1148400" cy="57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Supervisor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17365d"/>
                </a:solidFill>
                <a:effectLst/>
                <a:uFillTx/>
                <a:latin typeface="Arial"/>
              </a:rPr>
              <a:t>ADVICE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advises · approves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academically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12_LABEL_INSTITUTION"/>
          <p:cNvSpPr txBox="1"/>
          <p:nvPr/>
        </p:nvSpPr>
        <p:spPr>
          <a:xfrm>
            <a:off x="3268800" y="389520"/>
            <a:ext cx="1148400" cy="57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Institution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17365d"/>
                </a:solidFill>
                <a:effectLst/>
                <a:uFillTx/>
                <a:latin typeface="Arial"/>
              </a:rPr>
              <a:t>AUTHORITY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sets rules · decides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formally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12_LABEL_ORGANISATION"/>
          <p:cNvSpPr txBox="1"/>
          <p:nvPr/>
        </p:nvSpPr>
        <p:spPr>
          <a:xfrm>
            <a:off x="190800" y="1629720"/>
            <a:ext cx="1148400" cy="70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External organisation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17365d"/>
                </a:solidFill>
                <a:effectLst/>
                <a:uFillTx/>
                <a:latin typeface="Arial"/>
              </a:rPr>
              <a:t>ACCESS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provides context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grants access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12_LABEL_AI"/>
          <p:cNvSpPr txBox="1"/>
          <p:nvPr/>
        </p:nvSpPr>
        <p:spPr>
          <a:xfrm>
            <a:off x="3268800" y="1702440"/>
            <a:ext cx="1148400" cy="555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AI tools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CANDIDATE ONLY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propose assistance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not authority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12_LABEL_RESPONSIBILITY"/>
          <p:cNvSpPr txBox="1"/>
          <p:nvPr/>
        </p:nvSpPr>
        <p:spPr>
          <a:xfrm>
            <a:off x="345600" y="2363400"/>
            <a:ext cx="3916800" cy="34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70" strike="noStrike" u="none">
                <a:solidFill>
                  <a:srgbClr val="b22222"/>
                </a:solidFill>
                <a:effectLst/>
                <a:uFillTx/>
                <a:latin typeface="Arial"/>
              </a:rPr>
              <a:t>Responsibility for sources, method, wording, conclusions and oral defence never transfers.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2026-08-23T19:48:42Z</dcterms:created>
  <dc:creator/>
  <dc:description/>
  <dc:language>en-US</dc:language>
  <cp:lastModifiedBy/>
  <dcterms:modified xsi:type="dcterms:W3CDTF">2026-08-23T19:48:42Z</dcterms:modified>
  <cp:revision>1</cp:revision>
  <dc:subject/>
  <dc:title/>
</cp:coreProperties>
</file>