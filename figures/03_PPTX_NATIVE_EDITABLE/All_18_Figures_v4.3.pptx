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slide3.xml" ContentType="application/vnd.openxmlformats-officedocument.presentationml.slide+xml"/>
  <Override PartName="/ppt/slides/_rels/slide3.xml.rels" ContentType="application/vnd.openxmlformats-package.relationships+xml"/>
  <Override PartName="/ppt/slides/slide4.xml" ContentType="application/vnd.openxmlformats-officedocument.presentationml.slide+xml"/>
  <Override PartName="/ppt/slides/_rels/slide4.xml.rels" ContentType="application/vnd.openxmlformats-package.relationships+xml"/>
  <Override PartName="/ppt/slides/slide5.xml" ContentType="application/vnd.openxmlformats-officedocument.presentationml.slide+xml"/>
  <Override PartName="/ppt/slides/_rels/slide5.xml.rels" ContentType="application/vnd.openxmlformats-package.relationships+xml"/>
  <Override PartName="/ppt/slides/slide6.xml" ContentType="application/vnd.openxmlformats-officedocument.presentationml.slide+xml"/>
  <Override PartName="/ppt/slides/_rels/slide6.xml.rels" ContentType="application/vnd.openxmlformats-package.relationships+xml"/>
  <Override PartName="/ppt/slides/slide7.xml" ContentType="application/vnd.openxmlformats-officedocument.presentationml.slide+xml"/>
  <Override PartName="/ppt/slides/_rels/slide7.xml.rels" ContentType="application/vnd.openxmlformats-package.relationships+xml"/>
  <Override PartName="/ppt/slides/slide8.xml" ContentType="application/vnd.openxmlformats-officedocument.presentationml.slide+xml"/>
  <Override PartName="/ppt/slides/_rels/slide8.xml.rels" ContentType="application/vnd.openxmlformats-package.relationships+xml"/>
  <Override PartName="/ppt/slides/slide9.xml" ContentType="application/vnd.openxmlformats-officedocument.presentationml.slide+xml"/>
  <Override PartName="/ppt/slides/_rels/slide9.xml.rels" ContentType="application/vnd.openxmlformats-package.relationships+xml"/>
  <Override PartName="/ppt/slides/slide10.xml" ContentType="application/vnd.openxmlformats-officedocument.presentationml.slide+xml"/>
  <Override PartName="/ppt/slides/_rels/slide10.xml.rels" ContentType="application/vnd.openxmlformats-package.relationships+xml"/>
  <Override PartName="/ppt/slides/slide11.xml" ContentType="application/vnd.openxmlformats-officedocument.presentationml.slide+xml"/>
  <Override PartName="/ppt/slides/_rels/slide11.xml.rels" ContentType="application/vnd.openxmlformats-package.relationships+xml"/>
  <Override PartName="/ppt/slides/slide12.xml" ContentType="application/vnd.openxmlformats-officedocument.presentationml.slide+xml"/>
  <Override PartName="/ppt/slides/_rels/slide12.xml.rels" ContentType="application/vnd.openxmlformats-package.relationships+xml"/>
  <Override PartName="/ppt/slides/slide13.xml" ContentType="application/vnd.openxmlformats-officedocument.presentationml.slide+xml"/>
  <Override PartName="/ppt/slides/_rels/slide13.xml.rels" ContentType="application/vnd.openxmlformats-package.relationships+xml"/>
  <Override PartName="/ppt/slides/slide14.xml" ContentType="application/vnd.openxmlformats-officedocument.presentationml.slide+xml"/>
  <Override PartName="/ppt/slides/_rels/slide14.xml.rels" ContentType="application/vnd.openxmlformats-package.relationships+xml"/>
  <Override PartName="/ppt/slides/slide15.xml" ContentType="application/vnd.openxmlformats-officedocument.presentationml.slide+xml"/>
  <Override PartName="/ppt/slides/_rels/slide15.xml.rels" ContentType="application/vnd.openxmlformats-package.relationships+xml"/>
  <Override PartName="/ppt/slides/slide16.xml" ContentType="application/vnd.openxmlformats-officedocument.presentationml.slide+xml"/>
  <Override PartName="/ppt/slides/_rels/slide16.xml.rels" ContentType="application/vnd.openxmlformats-package.relationships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slide18.xml" ContentType="application/vnd.openxmlformats-officedocument.presentationml.slide+xml"/>
  <Override PartName="/ppt/slides/_rels/slide18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4608513" cy="28797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F0D561-3C16-44BF-9D70-2C4B4FB4B9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3C2B1B-11DB-4CDB-90BC-955BA9156F2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11_BG_TITLE"/>
          <p:cNvSpPr/>
          <p:nvPr/>
        </p:nvSpPr>
        <p:spPr>
          <a:xfrm>
            <a:off x="0" y="324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11_CONN_ROUTE_START"/>
          <p:cNvCxnSpPr>
            <a:stCxn id="9" idx="3"/>
            <a:endCxn id="10" idx="1"/>
          </p:cNvCxnSpPr>
          <p:nvPr/>
        </p:nvCxnSpPr>
        <p:spPr>
          <a:xfrm>
            <a:off x="1044000" y="564840"/>
            <a:ext cx="126360" cy="5760"/>
          </a:xfrm>
          <a:prstGeom prst="bentConnector3">
            <a:avLst>
              <a:gd name="adj1" fmla="val 49714"/>
            </a:avLst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1" name="F11_CONN_START_PROBLEM"/>
          <p:cNvCxnSpPr>
            <a:stCxn id="10" idx="3"/>
            <a:endCxn id="12" idx="1"/>
          </p:cNvCxnSpPr>
          <p:nvPr/>
        </p:nvCxnSpPr>
        <p:spPr>
          <a:xfrm>
            <a:off x="2052000" y="570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11_CONN_PROBLEM_EVIDENCE"/>
          <p:cNvCxnSpPr>
            <a:stCxn id="12" idx="3"/>
            <a:endCxn id="14" idx="1"/>
          </p:cNvCxnSpPr>
          <p:nvPr/>
        </p:nvCxnSpPr>
        <p:spPr>
          <a:xfrm>
            <a:off x="3132000" y="570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11_CONN_EVIDENCE_DESIGN"/>
          <p:cNvCxnSpPr>
            <a:stCxn id="14" idx="2"/>
            <a:endCxn id="16" idx="0"/>
          </p:cNvCxnSpPr>
          <p:nvPr/>
        </p:nvCxnSpPr>
        <p:spPr>
          <a:xfrm rot="16200000">
            <a:off x="3573000" y="957240"/>
            <a:ext cx="39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11_CONN_DESIGN_EXECUTION"/>
          <p:cNvCxnSpPr>
            <a:stCxn id="16" idx="1"/>
            <a:endCxn id="18" idx="3"/>
          </p:cNvCxnSpPr>
          <p:nvPr/>
        </p:nvCxnSpPr>
        <p:spPr>
          <a:xfrm rot="10800000">
            <a:off x="3132000" y="1344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11_CONN_EXECUTION_CLAIM"/>
          <p:cNvCxnSpPr>
            <a:stCxn id="18" idx="1"/>
            <a:endCxn id="20" idx="3"/>
          </p:cNvCxnSpPr>
          <p:nvPr/>
        </p:nvCxnSpPr>
        <p:spPr>
          <a:xfrm rot="10800000">
            <a:off x="2052000" y="1344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1" name="F11_CONN_CLAIM_ARGUMENT"/>
          <p:cNvCxnSpPr>
            <a:stCxn id="20" idx="2"/>
            <a:endCxn id="22" idx="0"/>
          </p:cNvCxnSpPr>
          <p:nvPr/>
        </p:nvCxnSpPr>
        <p:spPr>
          <a:xfrm rot="16200000">
            <a:off x="1413000" y="1731240"/>
            <a:ext cx="39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3" name="F11_CONN_ARGUMENT_EDITORIAL"/>
          <p:cNvCxnSpPr>
            <a:stCxn id="22" idx="3"/>
            <a:endCxn id="24" idx="1"/>
          </p:cNvCxnSpPr>
          <p:nvPr/>
        </p:nvCxnSpPr>
        <p:spPr>
          <a:xfrm>
            <a:off x="2052000" y="2118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5" name="F11_CONN_EDITORIAL_DEFENCE"/>
          <p:cNvCxnSpPr>
            <a:stCxn id="24" idx="3"/>
            <a:endCxn id="26" idx="1"/>
          </p:cNvCxnSpPr>
          <p:nvPr/>
        </p:nvCxnSpPr>
        <p:spPr>
          <a:xfrm>
            <a:off x="3132000" y="211824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27" name="F11_NODE_ROUTE"/>
          <p:cNvSpPr/>
          <p:nvPr/>
        </p:nvSpPr>
        <p:spPr>
          <a:xfrm>
            <a:off x="126000" y="381240"/>
            <a:ext cx="918000" cy="367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11_NODE_TRACE"/>
          <p:cNvSpPr/>
          <p:nvPr/>
        </p:nvSpPr>
        <p:spPr>
          <a:xfrm>
            <a:off x="126000" y="874440"/>
            <a:ext cx="918000" cy="784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F11_NODE_START"/>
          <p:cNvSpPr/>
          <p:nvPr/>
        </p:nvSpPr>
        <p:spPr>
          <a:xfrm>
            <a:off x="1170000" y="381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11_NODE_PROBLEM"/>
          <p:cNvSpPr/>
          <p:nvPr/>
        </p:nvSpPr>
        <p:spPr>
          <a:xfrm>
            <a:off x="2250000" y="381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11_NODE_EVIDENCE"/>
          <p:cNvSpPr/>
          <p:nvPr/>
        </p:nvSpPr>
        <p:spPr>
          <a:xfrm>
            <a:off x="3330000" y="381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11_NODE_DESIGN"/>
          <p:cNvSpPr/>
          <p:nvPr/>
        </p:nvSpPr>
        <p:spPr>
          <a:xfrm>
            <a:off x="3330000" y="1155240"/>
            <a:ext cx="882000" cy="378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11_NODE_EXECUTION"/>
          <p:cNvSpPr/>
          <p:nvPr/>
        </p:nvSpPr>
        <p:spPr>
          <a:xfrm>
            <a:off x="2250000" y="1155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11_NODE_CLAIM"/>
          <p:cNvSpPr/>
          <p:nvPr/>
        </p:nvSpPr>
        <p:spPr>
          <a:xfrm>
            <a:off x="1170000" y="1155240"/>
            <a:ext cx="882000" cy="37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11_NODE_ARGUMENT"/>
          <p:cNvSpPr/>
          <p:nvPr/>
        </p:nvSpPr>
        <p:spPr>
          <a:xfrm>
            <a:off x="1170000" y="1929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11_NODE_EDITORIAL"/>
          <p:cNvSpPr/>
          <p:nvPr/>
        </p:nvSpPr>
        <p:spPr>
          <a:xfrm>
            <a:off x="2250000" y="1929240"/>
            <a:ext cx="882000" cy="37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11_NODE_DEFENCE"/>
          <p:cNvSpPr/>
          <p:nvPr/>
        </p:nvSpPr>
        <p:spPr>
          <a:xfrm>
            <a:off x="3330000" y="1929240"/>
            <a:ext cx="882000" cy="37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11_NOTE_REOPEN"/>
          <p:cNvSpPr/>
          <p:nvPr/>
        </p:nvSpPr>
        <p:spPr>
          <a:xfrm>
            <a:off x="126000" y="2422440"/>
            <a:ext cx="4356000" cy="259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11_LABEL_TITLE"/>
          <p:cNvSpPr txBox="1"/>
          <p:nvPr/>
        </p:nvSpPr>
        <p:spPr>
          <a:xfrm>
            <a:off x="151200" y="-180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1.1 Evidence-to-defence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11_LABEL_ROUTE"/>
          <p:cNvSpPr txBox="1"/>
          <p:nvPr/>
        </p:nvSpPr>
        <p:spPr>
          <a:xfrm>
            <a:off x="172800" y="312480"/>
            <a:ext cx="8244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Inquiry route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one of eight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11_LABEL_TRACE"/>
          <p:cNvSpPr txBox="1"/>
          <p:nvPr/>
        </p:nvSpPr>
        <p:spPr>
          <a:xfrm>
            <a:off x="187200" y="939240"/>
            <a:ext cx="795600" cy="65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TRACE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AI use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provenance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ffff"/>
                </a:solidFill>
                <a:effectLst/>
                <a:uFillTx/>
                <a:latin typeface="Liberation Sans Narrow"/>
              </a:rPr>
              <a:t>responsibility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11_LABEL_START"/>
          <p:cNvSpPr txBox="1"/>
          <p:nvPr/>
        </p:nvSpPr>
        <p:spPr>
          <a:xfrm>
            <a:off x="1206000" y="325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Project Start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Pack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11_LABEL_PROBLEM"/>
          <p:cNvSpPr txBox="1"/>
          <p:nvPr/>
        </p:nvSpPr>
        <p:spPr>
          <a:xfrm>
            <a:off x="2286000" y="325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Problem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SCOPE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11_LABEL_EVIDENCE"/>
          <p:cNvSpPr txBox="1"/>
          <p:nvPr/>
        </p:nvSpPr>
        <p:spPr>
          <a:xfrm>
            <a:off x="3366000" y="325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CORPUS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11_LABEL_DESIGN"/>
          <p:cNvSpPr txBox="1"/>
          <p:nvPr/>
        </p:nvSpPr>
        <p:spPr>
          <a:xfrm>
            <a:off x="3366000" y="1099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Design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DECIDE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11_LABEL_EXECUTION"/>
          <p:cNvSpPr txBox="1"/>
          <p:nvPr/>
        </p:nvSpPr>
        <p:spPr>
          <a:xfrm>
            <a:off x="2286000" y="1162800"/>
            <a:ext cx="81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Execution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11_LABEL_CLAIM"/>
          <p:cNvSpPr txBox="1"/>
          <p:nvPr/>
        </p:nvSpPr>
        <p:spPr>
          <a:xfrm>
            <a:off x="1206000" y="1184040"/>
            <a:ext cx="810000" cy="316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11_LABEL_ARGUMENT"/>
          <p:cNvSpPr txBox="1"/>
          <p:nvPr/>
        </p:nvSpPr>
        <p:spPr>
          <a:xfrm>
            <a:off x="1206000" y="1936800"/>
            <a:ext cx="81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Argument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11_LABEL_EDITORIAL"/>
          <p:cNvSpPr txBox="1"/>
          <p:nvPr/>
        </p:nvSpPr>
        <p:spPr>
          <a:xfrm>
            <a:off x="2286000" y="1936800"/>
            <a:ext cx="81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Editorial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11_LABEL_DEFENCE"/>
          <p:cNvSpPr txBox="1"/>
          <p:nvPr/>
        </p:nvSpPr>
        <p:spPr>
          <a:xfrm>
            <a:off x="3366000" y="1873080"/>
            <a:ext cx="810000" cy="4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Defence readiness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11_LABEL_REOPEN"/>
          <p:cNvSpPr txBox="1"/>
          <p:nvPr/>
        </p:nvSpPr>
        <p:spPr>
          <a:xfrm>
            <a:off x="198000" y="2438280"/>
            <a:ext cx="4212000" cy="21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A failed condition reopens the responsible earlier gate.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1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12_CONN_SUPERVISOR_STUDENT"/>
          <p:cNvCxnSpPr>
            <a:stCxn id="9" idx="3"/>
            <a:endCxn id="10" idx="1"/>
          </p:cNvCxnSpPr>
          <p:nvPr/>
        </p:nvCxnSpPr>
        <p:spPr>
          <a:xfrm>
            <a:off x="1386000" y="680760"/>
            <a:ext cx="252360" cy="596160"/>
          </a:xfrm>
          <a:prstGeom prst="straightConnector1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1" name="F12_CONN_INSTITUTION_STUDENT"/>
          <p:cNvCxnSpPr>
            <a:stCxn id="12" idx="1"/>
            <a:endCxn id="10" idx="3"/>
          </p:cNvCxnSpPr>
          <p:nvPr/>
        </p:nvCxnSpPr>
        <p:spPr>
          <a:xfrm flipH="1">
            <a:off x="2970000" y="680760"/>
            <a:ext cx="252360" cy="5961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12_CONN_ORGANISATION_STUDENT"/>
          <p:cNvCxnSpPr>
            <a:stCxn id="14" idx="3"/>
            <a:endCxn id="10" idx="1"/>
          </p:cNvCxnSpPr>
          <p:nvPr/>
        </p:nvCxnSpPr>
        <p:spPr>
          <a:xfrm flipV="1">
            <a:off x="1386000" y="1276560"/>
            <a:ext cx="252360" cy="707760"/>
          </a:xfrm>
          <a:prstGeom prst="straightConnector1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5" name="F12_CONN_AI_STUDENT"/>
          <p:cNvCxnSpPr>
            <a:stCxn id="16" idx="1"/>
            <a:endCxn id="10" idx="3"/>
          </p:cNvCxnSpPr>
          <p:nvPr/>
        </p:nvCxnSpPr>
        <p:spPr>
          <a:xfrm flipH="1" flipV="1">
            <a:off x="2970000" y="1276560"/>
            <a:ext cx="252360" cy="70776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sp>
        <p:nvSpPr>
          <p:cNvPr id="17" name="F12_NODE_STUDENT"/>
          <p:cNvSpPr/>
          <p:nvPr/>
        </p:nvSpPr>
        <p:spPr>
          <a:xfrm>
            <a:off x="1638000" y="907560"/>
            <a:ext cx="1332000" cy="738000"/>
          </a:xfrm>
          <a:prstGeom prst="ellipse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F12_NODE_SUPERVISOR"/>
          <p:cNvSpPr/>
          <p:nvPr/>
        </p:nvSpPr>
        <p:spPr>
          <a:xfrm>
            <a:off x="144000" y="389160"/>
            <a:ext cx="1242000" cy="583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12_NODE_INSTITUTION"/>
          <p:cNvSpPr/>
          <p:nvPr/>
        </p:nvSpPr>
        <p:spPr>
          <a:xfrm>
            <a:off x="3222000" y="389160"/>
            <a:ext cx="1242000" cy="583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12_NODE_ORGANISATION"/>
          <p:cNvSpPr/>
          <p:nvPr/>
        </p:nvSpPr>
        <p:spPr>
          <a:xfrm>
            <a:off x="144000" y="1692360"/>
            <a:ext cx="1242000" cy="58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12_NODE_AI"/>
          <p:cNvSpPr/>
          <p:nvPr/>
        </p:nvSpPr>
        <p:spPr>
          <a:xfrm>
            <a:off x="3222000" y="1692360"/>
            <a:ext cx="1242000" cy="58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12_NOTE_RESPONSIBILITY"/>
          <p:cNvSpPr/>
          <p:nvPr/>
        </p:nvSpPr>
        <p:spPr>
          <a:xfrm>
            <a:off x="270000" y="2405160"/>
            <a:ext cx="4068000" cy="2736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1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1.2 Advice, authority and authorship map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12_LABEL_STUDENT"/>
          <p:cNvSpPr txBox="1"/>
          <p:nvPr/>
        </p:nvSpPr>
        <p:spPr>
          <a:xfrm>
            <a:off x="1782000" y="958680"/>
            <a:ext cx="1044000" cy="62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STUDENT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authors · verifies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discloses · defends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12_LABEL_SUPERVISOR"/>
          <p:cNvSpPr txBox="1"/>
          <p:nvPr/>
        </p:nvSpPr>
        <p:spPr>
          <a:xfrm>
            <a:off x="190800" y="389520"/>
            <a:ext cx="1148400" cy="57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Supervisor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ADVICE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advises · approves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academically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12_LABEL_INSTITUTION"/>
          <p:cNvSpPr txBox="1"/>
          <p:nvPr/>
        </p:nvSpPr>
        <p:spPr>
          <a:xfrm>
            <a:off x="3268800" y="389520"/>
            <a:ext cx="1148400" cy="57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Institution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AUTHORITY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sets rules · decides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formally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12_LABEL_ORGANISATION"/>
          <p:cNvSpPr txBox="1"/>
          <p:nvPr/>
        </p:nvSpPr>
        <p:spPr>
          <a:xfrm>
            <a:off x="190800" y="1629720"/>
            <a:ext cx="1148400" cy="701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External organisation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17365d"/>
                </a:solidFill>
                <a:effectLst/>
                <a:uFillTx/>
                <a:latin typeface="Arial"/>
              </a:rPr>
              <a:t>ACCESS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provides context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grants access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12_LABEL_AI"/>
          <p:cNvSpPr txBox="1"/>
          <p:nvPr/>
        </p:nvSpPr>
        <p:spPr>
          <a:xfrm>
            <a:off x="3268800" y="1702440"/>
            <a:ext cx="1148400" cy="555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AI tools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CANDIDATE ONLY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propose assistance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not authority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12_LABEL_RESPONSIBILITY"/>
          <p:cNvSpPr txBox="1"/>
          <p:nvPr/>
        </p:nvSpPr>
        <p:spPr>
          <a:xfrm>
            <a:off x="345600" y="2363400"/>
            <a:ext cx="39168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Responsibility for sources, method, wording, conclusions and oral defence never transfers.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749880" y="1028880"/>
            <a:ext cx="0" cy="22860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F2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21_CONN_FEASIBILITY_DECISION"/>
          <p:cNvCxnSpPr>
            <a:stCxn id="10" idx="2"/>
            <a:endCxn id="11" idx="0"/>
          </p:cNvCxnSpPr>
          <p:nvPr/>
        </p:nvCxnSpPr>
        <p:spPr>
          <a:xfrm>
            <a:off x="3933000" y="839160"/>
            <a:ext cx="10080" cy="33552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2" name="F21_CONN_DECISION_PIVOT"/>
          <p:cNvCxnSpPr>
            <a:stCxn id="13" idx="1"/>
            <a:endCxn id="14" idx="3"/>
          </p:cNvCxnSpPr>
          <p:nvPr/>
        </p:nvCxnSpPr>
        <p:spPr>
          <a:xfrm flipH="1">
            <a:off x="1371600" y="1445400"/>
            <a:ext cx="585720" cy="360"/>
          </a:xfrm>
          <a:prstGeom prst="straightConnector1">
            <a:avLst/>
          </a:prstGeom>
          <a:ln w="144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5" name="F21_CONN_PIVOT_SCOPE"/>
          <p:cNvCxnSpPr>
            <a:endCxn id="16" idx="2"/>
          </p:cNvCxnSpPr>
          <p:nvPr/>
        </p:nvCxnSpPr>
        <p:spPr>
          <a:xfrm flipH="1" flipV="1">
            <a:off x="2016000" y="839160"/>
            <a:ext cx="1440" cy="88560"/>
          </a:xfrm>
          <a:prstGeom prst="straightConnector1">
            <a:avLst/>
          </a:prstGeom>
          <a:ln w="126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17" name="F21_CONN_DECISION_CONTINUE"/>
          <p:cNvCxnSpPr>
            <a:stCxn id="11" idx="2"/>
            <a:endCxn id="18" idx="0"/>
          </p:cNvCxnSpPr>
          <p:nvPr/>
        </p:nvCxnSpPr>
        <p:spPr>
          <a:xfrm flipH="1">
            <a:off x="3940920" y="1714680"/>
            <a:ext cx="2160" cy="22896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9" name="F21_CONN_DECISION_STOP"/>
          <p:cNvCxnSpPr>
            <a:stCxn id="11" idx="1"/>
            <a:endCxn id="13" idx="3"/>
          </p:cNvCxnSpPr>
          <p:nvPr/>
        </p:nvCxnSpPr>
        <p:spPr>
          <a:xfrm flipH="1">
            <a:off x="3108960" y="1444320"/>
            <a:ext cx="366120" cy="1440"/>
          </a:xfrm>
          <a:prstGeom prst="straightConnector1">
            <a:avLst/>
          </a:prstGeom>
          <a:ln w="16200">
            <a:solidFill>
              <a:srgbClr val="ff0000"/>
            </a:solidFill>
            <a:round/>
            <a:tailEnd len="med" type="triangle" w="med"/>
          </a:ln>
        </p:spPr>
      </p:cxnSp>
      <p:cxnSp>
        <p:nvCxnSpPr>
          <p:cNvPr id="20" name="F21_CONN_DECISION_NARROW"/>
          <p:cNvCxnSpPr>
            <a:stCxn id="18" idx="1"/>
            <a:endCxn id="21" idx="3"/>
          </p:cNvCxnSpPr>
          <p:nvPr/>
        </p:nvCxnSpPr>
        <p:spPr>
          <a:xfrm flipH="1">
            <a:off x="3085920" y="2144880"/>
            <a:ext cx="279360" cy="5400"/>
          </a:xfrm>
          <a:prstGeom prst="straightConnector1">
            <a:avLst/>
          </a:prstGeom>
          <a:ln w="14400">
            <a:solidFill>
              <a:srgbClr val="224b12"/>
            </a:solidFill>
            <a:round/>
            <a:tailEnd len="med" type="triangle" w="med"/>
          </a:ln>
        </p:spPr>
      </p:cxnSp>
      <p:sp>
        <p:nvSpPr>
          <p:cNvPr id="22" name="F21_NODE_INTEREST"/>
          <p:cNvSpPr/>
          <p:nvPr/>
        </p:nvSpPr>
        <p:spPr>
          <a:xfrm>
            <a:off x="126000" y="389160"/>
            <a:ext cx="684000" cy="450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21_NODE_BOUNDED"/>
          <p:cNvSpPr/>
          <p:nvPr/>
        </p:nvSpPr>
        <p:spPr>
          <a:xfrm>
            <a:off x="882000" y="389160"/>
            <a:ext cx="756000" cy="450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21_NODE_SCOPE"/>
          <p:cNvSpPr/>
          <p:nvPr/>
        </p:nvSpPr>
        <p:spPr>
          <a:xfrm>
            <a:off x="1710000" y="389160"/>
            <a:ext cx="612000" cy="450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21_NODE_QUESTION"/>
          <p:cNvSpPr/>
          <p:nvPr/>
        </p:nvSpPr>
        <p:spPr>
          <a:xfrm>
            <a:off x="2394000" y="389160"/>
            <a:ext cx="918000" cy="450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21_NODE_FEASIBILITY"/>
          <p:cNvSpPr/>
          <p:nvPr/>
        </p:nvSpPr>
        <p:spPr>
          <a:xfrm>
            <a:off x="3384000" y="389160"/>
            <a:ext cx="1098000" cy="450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21_NODE_DECISION"/>
          <p:cNvSpPr/>
          <p:nvPr/>
        </p:nvSpPr>
        <p:spPr>
          <a:xfrm>
            <a:off x="3474720" y="1174320"/>
            <a:ext cx="936360" cy="540360"/>
          </a:xfrm>
          <a:custGeom>
            <a:avLst/>
            <a:gdLst/>
            <a:ahLst/>
            <a:rect l="0" t="0" r="r" b="b"/>
            <a:pathLst>
              <a:path w="2601" h="1501">
                <a:moveTo>
                  <a:pt x="1301" y="0"/>
                </a:moveTo>
                <a:lnTo>
                  <a:pt x="2601" y="751"/>
                </a:lnTo>
                <a:lnTo>
                  <a:pt x="1301" y="1501"/>
                </a:lnTo>
                <a:lnTo>
                  <a:pt x="0" y="751"/>
                </a:lnTo>
                <a:lnTo>
                  <a:pt x="130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21_NODE_PIVOT"/>
          <p:cNvSpPr/>
          <p:nvPr/>
        </p:nvSpPr>
        <p:spPr>
          <a:xfrm>
            <a:off x="219600" y="1243800"/>
            <a:ext cx="1152000" cy="40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21_NODE_CONTINUE"/>
          <p:cNvSpPr/>
          <p:nvPr/>
        </p:nvSpPr>
        <p:spPr>
          <a:xfrm>
            <a:off x="3364920" y="1943280"/>
            <a:ext cx="1152000" cy="403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21_NODE_STOP"/>
          <p:cNvSpPr/>
          <p:nvPr/>
        </p:nvSpPr>
        <p:spPr>
          <a:xfrm>
            <a:off x="1956960" y="1243800"/>
            <a:ext cx="1152000" cy="4032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21_NODE_NARROW"/>
          <p:cNvSpPr/>
          <p:nvPr/>
        </p:nvSpPr>
        <p:spPr>
          <a:xfrm>
            <a:off x="1942920" y="1943280"/>
            <a:ext cx="1152000" cy="40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21_NOTE_OUTCOME"/>
          <p:cNvSpPr/>
          <p:nvPr/>
        </p:nvSpPr>
        <p:spPr>
          <a:xfrm>
            <a:off x="173520" y="2598480"/>
            <a:ext cx="4284000" cy="259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2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2.1 Topic decision path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21_LABEL_INTEREST"/>
          <p:cNvSpPr txBox="1"/>
          <p:nvPr/>
        </p:nvSpPr>
        <p:spPr>
          <a:xfrm>
            <a:off x="162000" y="432360"/>
            <a:ext cx="612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Topic interest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21_LABEL_BOUNDED"/>
          <p:cNvSpPr txBox="1"/>
          <p:nvPr/>
        </p:nvSpPr>
        <p:spPr>
          <a:xfrm>
            <a:off x="918000" y="432360"/>
            <a:ext cx="684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Bounded problem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21_LABEL_SCOPE"/>
          <p:cNvSpPr txBox="1"/>
          <p:nvPr/>
        </p:nvSpPr>
        <p:spPr>
          <a:xfrm>
            <a:off x="1746000" y="432360"/>
            <a:ext cx="540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SCOPE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21_LABEL_QUESTION"/>
          <p:cNvSpPr txBox="1"/>
          <p:nvPr/>
        </p:nvSpPr>
        <p:spPr>
          <a:xfrm>
            <a:off x="2430000" y="432360"/>
            <a:ext cx="846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Route-specific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question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21_LABEL_FEASIBILITY"/>
          <p:cNvSpPr txBox="1"/>
          <p:nvPr/>
        </p:nvSpPr>
        <p:spPr>
          <a:xfrm>
            <a:off x="3420000" y="432360"/>
            <a:ext cx="102600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Feasibility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21_LABEL_DECISION"/>
          <p:cNvSpPr txBox="1"/>
          <p:nvPr/>
        </p:nvSpPr>
        <p:spPr>
          <a:xfrm>
            <a:off x="3616920" y="1371960"/>
            <a:ext cx="612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Decision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21_LABEL_PIVOT"/>
          <p:cNvSpPr txBox="1"/>
          <p:nvPr/>
        </p:nvSpPr>
        <p:spPr>
          <a:xfrm>
            <a:off x="228600" y="1294200"/>
            <a:ext cx="1051200" cy="3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PIVOT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return to SCOPE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21_LABEL_CONTINUE"/>
          <p:cNvSpPr txBox="1"/>
          <p:nvPr/>
        </p:nvSpPr>
        <p:spPr>
          <a:xfrm>
            <a:off x="3406320" y="1980000"/>
            <a:ext cx="1051200" cy="3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CONTINUE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Problem Gate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21_LABEL_STOP"/>
          <p:cNvSpPr txBox="1"/>
          <p:nvPr/>
        </p:nvSpPr>
        <p:spPr>
          <a:xfrm>
            <a:off x="2034720" y="1295640"/>
            <a:ext cx="10512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STOP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archive decision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21_LABEL_NARROW"/>
          <p:cNvSpPr txBox="1"/>
          <p:nvPr/>
        </p:nvSpPr>
        <p:spPr>
          <a:xfrm>
            <a:off x="1942920" y="1943280"/>
            <a:ext cx="1143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NARROW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update SCOPE → 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21_LABEL_OUTCOME"/>
          <p:cNvSpPr txBox="1"/>
          <p:nvPr/>
        </p:nvSpPr>
        <p:spPr>
          <a:xfrm>
            <a:off x="259200" y="2559960"/>
            <a:ext cx="4140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Continue passes directly; Narrow updates scope.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Pivot reframes; Stop terminates.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" name="F21_CONN_INTEREST_BOUNDED"/>
          <p:cNvCxnSpPr>
            <a:stCxn id="22" idx="3"/>
            <a:endCxn id="23" idx="1"/>
          </p:cNvCxnSpPr>
          <p:nvPr/>
        </p:nvCxnSpPr>
        <p:spPr>
          <a:xfrm>
            <a:off x="810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6" name="F21_CONN_BOUNDED_SCOPE"/>
          <p:cNvCxnSpPr>
            <a:stCxn id="23" idx="3"/>
            <a:endCxn id="24" idx="1"/>
          </p:cNvCxnSpPr>
          <p:nvPr/>
        </p:nvCxnSpPr>
        <p:spPr>
          <a:xfrm>
            <a:off x="1638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7" name="F21_CONN_SCOPE_QUESTION"/>
          <p:cNvCxnSpPr>
            <a:stCxn id="24" idx="3"/>
            <a:endCxn id="25" idx="1"/>
          </p:cNvCxnSpPr>
          <p:nvPr/>
        </p:nvCxnSpPr>
        <p:spPr>
          <a:xfrm>
            <a:off x="2322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8" name="F21_CONN_QUESTION_FEASIBILITY"/>
          <p:cNvCxnSpPr>
            <a:stCxn id="25" idx="3"/>
            <a:endCxn id="26" idx="1"/>
          </p:cNvCxnSpPr>
          <p:nvPr/>
        </p:nvCxnSpPr>
        <p:spPr>
          <a:xfrm>
            <a:off x="3312000" y="614160"/>
            <a:ext cx="72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49" name=""/>
          <p:cNvSpPr/>
          <p:nvPr/>
        </p:nvSpPr>
        <p:spPr>
          <a:xfrm>
            <a:off x="2011680" y="914760"/>
            <a:ext cx="0" cy="11412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 flipH="1">
            <a:off x="749880" y="1028880"/>
            <a:ext cx="1257480" cy="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286000" y="1600560"/>
            <a:ext cx="0" cy="342720"/>
          </a:xfrm>
          <a:prstGeom prst="line">
            <a:avLst/>
          </a:prstGeom>
          <a:ln w="38160">
            <a:solidFill>
              <a:srgbClr val="b85c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1371600" y="1371960"/>
            <a:ext cx="228600" cy="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 flipH="1">
            <a:off x="2971800" y="1371960"/>
            <a:ext cx="342720" cy="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-64080" bIns="-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371600" y="800280"/>
            <a:ext cx="457200" cy="34308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2286000" y="800280"/>
            <a:ext cx="0" cy="22860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 flipH="1">
            <a:off x="2743200" y="800280"/>
            <a:ext cx="457200" cy="343080"/>
          </a:xfrm>
          <a:prstGeom prst="line">
            <a:avLst/>
          </a:prstGeom>
          <a:ln w="38160">
            <a:solidFill>
              <a:srgbClr val="3465a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9080" rIns="109080" tIns="64080" bIns="6408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F22_NODE_O"/>
          <p:cNvSpPr/>
          <p:nvPr/>
        </p:nvSpPr>
        <p:spPr>
          <a:xfrm>
            <a:off x="3168000" y="378360"/>
            <a:ext cx="1296000" cy="46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F2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F22_NODE_S"/>
          <p:cNvSpPr/>
          <p:nvPr/>
        </p:nvSpPr>
        <p:spPr>
          <a:xfrm>
            <a:off x="144000" y="378360"/>
            <a:ext cx="1296000" cy="46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F22_NODE_C"/>
          <p:cNvSpPr/>
          <p:nvPr/>
        </p:nvSpPr>
        <p:spPr>
          <a:xfrm>
            <a:off x="1656000" y="378360"/>
            <a:ext cx="1296000" cy="468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F22_NODE_P"/>
          <p:cNvSpPr/>
          <p:nvPr/>
        </p:nvSpPr>
        <p:spPr>
          <a:xfrm>
            <a:off x="111600" y="1143360"/>
            <a:ext cx="1260000" cy="486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F22_NODE_TRACTABLE"/>
          <p:cNvSpPr/>
          <p:nvPr/>
        </p:nvSpPr>
        <p:spPr>
          <a:xfrm>
            <a:off x="1674000" y="1062360"/>
            <a:ext cx="1260000" cy="612000"/>
          </a:xfrm>
          <a:prstGeom prst="ellipse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F22_NODE_E"/>
          <p:cNvSpPr/>
          <p:nvPr/>
        </p:nvSpPr>
        <p:spPr>
          <a:xfrm>
            <a:off x="3312000" y="1114560"/>
            <a:ext cx="1260000" cy="486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22_NODE_EVIDENCE_BASIS"/>
          <p:cNvSpPr/>
          <p:nvPr/>
        </p:nvSpPr>
        <p:spPr>
          <a:xfrm>
            <a:off x="34920" y="2171880"/>
            <a:ext cx="1908000" cy="367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22_NODE_UNCERTAINTY"/>
          <p:cNvSpPr/>
          <p:nvPr/>
        </p:nvSpPr>
        <p:spPr>
          <a:xfrm>
            <a:off x="2628720" y="2171880"/>
            <a:ext cx="1908000" cy="367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2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2.2 SCOPE framing canvas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22_LABEL_S"/>
          <p:cNvSpPr txBox="1"/>
          <p:nvPr/>
        </p:nvSpPr>
        <p:spPr>
          <a:xfrm>
            <a:off x="194400" y="421560"/>
            <a:ext cx="1195200" cy="3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 — Scope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problem 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22_LABEL_C"/>
          <p:cNvSpPr txBox="1"/>
          <p:nvPr/>
        </p:nvSpPr>
        <p:spPr>
          <a:xfrm>
            <a:off x="1706400" y="364680"/>
            <a:ext cx="1195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 — Constraints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time · data · 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22_LABEL_O"/>
          <p:cNvSpPr txBox="1"/>
          <p:nvPr/>
        </p:nvSpPr>
        <p:spPr>
          <a:xfrm>
            <a:off x="3218400" y="421560"/>
            <a:ext cx="1195200" cy="3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 — Output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assessed product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22_LABEL_P"/>
          <p:cNvSpPr txBox="1"/>
          <p:nvPr/>
        </p:nvSpPr>
        <p:spPr>
          <a:xfrm>
            <a:off x="105120" y="1143360"/>
            <a:ext cx="11520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 — Proof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· comparison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22_LABEL_TRACTABLE"/>
          <p:cNvSpPr txBox="1"/>
          <p:nvPr/>
        </p:nvSpPr>
        <p:spPr>
          <a:xfrm>
            <a:off x="1792800" y="1175760"/>
            <a:ext cx="1022400" cy="381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TRACTABLE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PROJECT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22_LABEL_E"/>
          <p:cNvSpPr txBox="1"/>
          <p:nvPr/>
        </p:nvSpPr>
        <p:spPr>
          <a:xfrm>
            <a:off x="3429000" y="1222560"/>
            <a:ext cx="1152000" cy="37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 — Exclusions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claims not covered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22_LABEL_EVIDENCE_BASIS"/>
          <p:cNvSpPr txBox="1"/>
          <p:nvPr/>
        </p:nvSpPr>
        <p:spPr>
          <a:xfrm>
            <a:off x="114120" y="2171880"/>
            <a:ext cx="17856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basis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what supports each commitment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22_LABEL_UNCERTAINTY"/>
          <p:cNvSpPr txBox="1"/>
          <p:nvPr/>
        </p:nvSpPr>
        <p:spPr>
          <a:xfrm>
            <a:off x="2743200" y="2171880"/>
            <a:ext cx="17856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Unresolved uncertainty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what can still reopen framing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22_NOTE_SEQUENCE"/>
          <p:cNvSpPr txBox="1"/>
          <p:nvPr/>
        </p:nvSpPr>
        <p:spPr>
          <a:xfrm>
            <a:off x="228600" y="2546280"/>
            <a:ext cx="4140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Read </a:t>
            </a:r>
            <a:r>
              <a:rPr b="1" lang="en-US" sz="86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S–C–O–P–E</a:t>
            </a: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, reconcile conflicts, then record evidence and remaining uncertainty.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286000" y="1943280"/>
            <a:ext cx="1143000" cy="0"/>
          </a:xfrm>
          <a:prstGeom prst="line">
            <a:avLst/>
          </a:prstGeom>
          <a:ln w="291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028520" y="1943280"/>
            <a:ext cx="1257480" cy="0"/>
          </a:xfrm>
          <a:prstGeom prst="line">
            <a:avLst/>
          </a:prstGeom>
          <a:ln w="29160">
            <a:solidFill>
              <a:srgbClr val="1276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429000" y="1943280"/>
            <a:ext cx="0" cy="228600"/>
          </a:xfrm>
          <a:prstGeom prst="line">
            <a:avLst/>
          </a:prstGeom>
          <a:ln w="2916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1028520" y="1943280"/>
            <a:ext cx="0" cy="228600"/>
          </a:xfrm>
          <a:prstGeom prst="line">
            <a:avLst/>
          </a:prstGeom>
          <a:ln w="29160">
            <a:solidFill>
              <a:srgbClr val="1276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4400" rIns="104400" tIns="59400" bIns="594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3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31_CONN_IDENTITY_RESOLVED"/>
          <p:cNvCxnSpPr>
            <a:stCxn id="9" idx="2"/>
            <a:endCxn id="10" idx="0"/>
          </p:cNvCxnSpPr>
          <p:nvPr/>
        </p:nvCxnSpPr>
        <p:spPr>
          <a:xfrm flipH="1">
            <a:off x="3504960" y="911160"/>
            <a:ext cx="7560" cy="19260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1" name="F31_CONN_RESOLVED_APPRAISAL"/>
          <p:cNvCxnSpPr>
            <a:stCxn id="10" idx="1"/>
            <a:endCxn id="12" idx="3"/>
          </p:cNvCxnSpPr>
          <p:nvPr/>
        </p:nvCxnSpPr>
        <p:spPr>
          <a:xfrm flipH="1">
            <a:off x="2704320" y="1351800"/>
            <a:ext cx="306000" cy="1512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3" name="F31_CONN_RESOLVED_REPAIR"/>
          <p:cNvCxnSpPr>
            <a:stCxn id="10" idx="2"/>
            <a:endCxn id="14" idx="0"/>
          </p:cNvCxnSpPr>
          <p:nvPr/>
        </p:nvCxnSpPr>
        <p:spPr>
          <a:xfrm>
            <a:off x="3504960" y="1600560"/>
            <a:ext cx="24840" cy="343080"/>
          </a:xfrm>
          <a:prstGeom prst="straightConnector1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sp>
        <p:nvSpPr>
          <p:cNvPr id="15" name="F31_NODE_SEARCH"/>
          <p:cNvSpPr/>
          <p:nvPr/>
        </p:nvSpPr>
        <p:spPr>
          <a:xfrm>
            <a:off x="126000" y="389160"/>
            <a:ext cx="828000" cy="522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F31_NODE_DISCOVERY"/>
          <p:cNvSpPr/>
          <p:nvPr/>
        </p:nvSpPr>
        <p:spPr>
          <a:xfrm>
            <a:off x="1044000" y="389160"/>
            <a:ext cx="900000" cy="522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F31_NODE_SOURCE"/>
          <p:cNvSpPr/>
          <p:nvPr/>
        </p:nvSpPr>
        <p:spPr>
          <a:xfrm>
            <a:off x="2034000" y="389160"/>
            <a:ext cx="900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F31_NODE_IDENTITY"/>
          <p:cNvSpPr/>
          <p:nvPr/>
        </p:nvSpPr>
        <p:spPr>
          <a:xfrm>
            <a:off x="3024000" y="389160"/>
            <a:ext cx="97632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31_NODE_RESOLVED"/>
          <p:cNvSpPr/>
          <p:nvPr/>
        </p:nvSpPr>
        <p:spPr>
          <a:xfrm>
            <a:off x="3009960" y="1103400"/>
            <a:ext cx="990360" cy="497160"/>
          </a:xfrm>
          <a:custGeom>
            <a:avLst/>
            <a:gdLst/>
            <a:ahLst/>
            <a:rect l="0" t="0" r="r" b="b"/>
            <a:pathLst>
              <a:path w="2751" h="1381">
                <a:moveTo>
                  <a:pt x="1376" y="0"/>
                </a:moveTo>
                <a:lnTo>
                  <a:pt x="2751" y="691"/>
                </a:lnTo>
                <a:lnTo>
                  <a:pt x="1376" y="1381"/>
                </a:lnTo>
                <a:lnTo>
                  <a:pt x="0" y="691"/>
                </a:lnTo>
                <a:lnTo>
                  <a:pt x="1376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31_NODE_APPRAISAL"/>
          <p:cNvSpPr/>
          <p:nvPr/>
        </p:nvSpPr>
        <p:spPr>
          <a:xfrm>
            <a:off x="1714320" y="1132560"/>
            <a:ext cx="990000" cy="468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31_NODE_EVIDENCE"/>
          <p:cNvSpPr/>
          <p:nvPr/>
        </p:nvSpPr>
        <p:spPr>
          <a:xfrm>
            <a:off x="1143000" y="1943280"/>
            <a:ext cx="954000" cy="46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31_NODE_DECISION"/>
          <p:cNvSpPr/>
          <p:nvPr/>
        </p:nvSpPr>
        <p:spPr>
          <a:xfrm>
            <a:off x="110520" y="1943280"/>
            <a:ext cx="918000" cy="468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31_NODE_REPAIR"/>
          <p:cNvSpPr/>
          <p:nvPr/>
        </p:nvSpPr>
        <p:spPr>
          <a:xfrm>
            <a:off x="3085920" y="1943280"/>
            <a:ext cx="887400" cy="396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31_NOTE_RETURN"/>
          <p:cNvSpPr/>
          <p:nvPr/>
        </p:nvSpPr>
        <p:spPr>
          <a:xfrm>
            <a:off x="114120" y="2580480"/>
            <a:ext cx="4356000" cy="277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3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3.1 Evidence identity chain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31_LABEL_SEARCH"/>
          <p:cNvSpPr txBox="1"/>
          <p:nvPr/>
        </p:nvSpPr>
        <p:spPr>
          <a:xfrm>
            <a:off x="169200" y="359640"/>
            <a:ext cx="741600" cy="57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Search route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query · source · date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31_LABEL_DISCOVERY"/>
          <p:cNvSpPr txBox="1"/>
          <p:nvPr/>
        </p:nvSpPr>
        <p:spPr>
          <a:xfrm>
            <a:off x="1087200" y="432360"/>
            <a:ext cx="813600" cy="42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Discovery 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candidate only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31_LABEL_SOURCE"/>
          <p:cNvSpPr txBox="1"/>
          <p:nvPr/>
        </p:nvSpPr>
        <p:spPr>
          <a:xfrm>
            <a:off x="2077200" y="432360"/>
            <a:ext cx="813600" cy="42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Verified source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object checked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31_LABEL_IDENTITY"/>
          <p:cNvSpPr txBox="1"/>
          <p:nvPr/>
        </p:nvSpPr>
        <p:spPr>
          <a:xfrm>
            <a:off x="3067200" y="384840"/>
            <a:ext cx="933120" cy="52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Publication–study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identity map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versions resolved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31_LABEL_RESOLVED"/>
          <p:cNvSpPr txBox="1"/>
          <p:nvPr/>
        </p:nvSpPr>
        <p:spPr>
          <a:xfrm>
            <a:off x="3200400" y="1257480"/>
            <a:ext cx="6300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Resolved?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31_LABEL_APPRAISAL"/>
          <p:cNvSpPr txBox="1"/>
          <p:nvPr/>
        </p:nvSpPr>
        <p:spPr>
          <a:xfrm>
            <a:off x="1828800" y="1185480"/>
            <a:ext cx="889200" cy="41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YES · Read + appraise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fitness + limits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31_LABEL_EVIDENCE"/>
          <p:cNvSpPr txBox="1"/>
          <p:nvPr/>
        </p:nvSpPr>
        <p:spPr>
          <a:xfrm>
            <a:off x="1204200" y="1985400"/>
            <a:ext cx="853200" cy="41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Claim-linked 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support · conflict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31_LABEL_DECISION"/>
          <p:cNvSpPr txBox="1"/>
          <p:nvPr/>
        </p:nvSpPr>
        <p:spPr>
          <a:xfrm>
            <a:off x="114120" y="1943280"/>
            <a:ext cx="817200" cy="52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Project decision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use · repair · return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31_LABEL_REPAIR"/>
          <p:cNvSpPr txBox="1"/>
          <p:nvPr/>
        </p:nvSpPr>
        <p:spPr>
          <a:xfrm>
            <a:off x="3085920" y="1943280"/>
            <a:ext cx="893880" cy="415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ff0000"/>
                </a:solidFill>
                <a:effectLst/>
                <a:uFillTx/>
                <a:latin typeface="Liberation Sans Narrow"/>
              </a:rPr>
              <a:t>NO · Repair identity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ff0000"/>
                </a:solidFill>
                <a:effectLst/>
                <a:uFillTx/>
                <a:latin typeface="Liberation Sans Narrow"/>
              </a:rPr>
              <a:t>before use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31_LABEL_RETURN"/>
          <p:cNvSpPr txBox="1"/>
          <p:nvPr/>
        </p:nvSpPr>
        <p:spPr>
          <a:xfrm>
            <a:off x="228600" y="2514960"/>
            <a:ext cx="42120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If evidence changes the problem or design,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reopen the responsible earlier gate.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228920" y="686160"/>
            <a:ext cx="0" cy="148572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000320" y="2171880"/>
            <a:ext cx="228600" cy="0"/>
          </a:xfrm>
          <a:prstGeom prst="line">
            <a:avLst/>
          </a:prstGeom>
          <a:ln w="126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 flipH="1">
            <a:off x="4000320" y="686160"/>
            <a:ext cx="228600" cy="0"/>
          </a:xfrm>
          <a:prstGeom prst="line">
            <a:avLst/>
          </a:prstGeom>
          <a:ln w="12600">
            <a:solidFill>
              <a:srgbClr val="ff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2286000" y="1600560"/>
            <a:ext cx="0" cy="571320"/>
          </a:xfrm>
          <a:prstGeom prst="line">
            <a:avLst/>
          </a:prstGeom>
          <a:ln w="12600">
            <a:solidFill>
              <a:srgbClr val="1276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 flipH="1">
            <a:off x="2057400" y="2171880"/>
            <a:ext cx="228600" cy="0"/>
          </a:xfrm>
          <a:prstGeom prst="line">
            <a:avLst/>
          </a:prstGeom>
          <a:ln w="12600">
            <a:solidFill>
              <a:srgbClr val="127622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F31_CONN_SEARCH_DISCOVERY"/>
          <p:cNvCxnSpPr>
            <a:stCxn id="15" idx="3"/>
            <a:endCxn id="16" idx="1"/>
          </p:cNvCxnSpPr>
          <p:nvPr/>
        </p:nvCxnSpPr>
        <p:spPr>
          <a:xfrm>
            <a:off x="954000" y="650160"/>
            <a:ext cx="90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2" name="F31_CONN_DISCOVERY_SOURCE"/>
          <p:cNvCxnSpPr>
            <a:stCxn id="16" idx="3"/>
            <a:endCxn id="17" idx="1"/>
          </p:cNvCxnSpPr>
          <p:nvPr/>
        </p:nvCxnSpPr>
        <p:spPr>
          <a:xfrm>
            <a:off x="1944000" y="650160"/>
            <a:ext cx="90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3" name="F31_CONN_SOURCE_IDENTITY"/>
          <p:cNvCxnSpPr>
            <a:stCxn id="17" idx="3"/>
            <a:endCxn id="18" idx="1"/>
          </p:cNvCxnSpPr>
          <p:nvPr/>
        </p:nvCxnSpPr>
        <p:spPr>
          <a:xfrm>
            <a:off x="2934000" y="650160"/>
            <a:ext cx="90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4" name="F31_CONN_EVIDENCE_DECISION"/>
          <p:cNvCxnSpPr>
            <a:stCxn id="21" idx="1"/>
            <a:endCxn id="22" idx="3"/>
          </p:cNvCxnSpPr>
          <p:nvPr/>
        </p:nvCxnSpPr>
        <p:spPr>
          <a:xfrm flipH="1">
            <a:off x="1028520" y="2177280"/>
            <a:ext cx="114840" cy="36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3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32_CONN_COLLECT_ORGANISE"/>
          <p:cNvCxnSpPr>
            <a:stCxn id="9" idx="3"/>
            <a:endCxn id="10" idx="1"/>
          </p:cNvCxnSpPr>
          <p:nvPr/>
        </p:nvCxnSpPr>
        <p:spPr>
          <a:xfrm>
            <a:off x="1332000" y="686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32_CONN_ORGANISE_READ"/>
          <p:cNvCxnSpPr>
            <a:stCxn id="10" idx="3"/>
            <a:endCxn id="12" idx="1"/>
          </p:cNvCxnSpPr>
          <p:nvPr/>
        </p:nvCxnSpPr>
        <p:spPr>
          <a:xfrm>
            <a:off x="2736000" y="686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32_CONN_READ_PROBE"/>
          <p:cNvCxnSpPr>
            <a:stCxn id="12" idx="2"/>
            <a:endCxn id="14" idx="0"/>
          </p:cNvCxnSpPr>
          <p:nvPr/>
        </p:nvCxnSpPr>
        <p:spPr>
          <a:xfrm>
            <a:off x="3591000" y="947160"/>
            <a:ext cx="360" cy="414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32_CONN_PROBE_USE"/>
          <p:cNvCxnSpPr>
            <a:stCxn id="14" idx="1"/>
            <a:endCxn id="16" idx="3"/>
          </p:cNvCxnSpPr>
          <p:nvPr/>
        </p:nvCxnSpPr>
        <p:spPr>
          <a:xfrm flipH="1">
            <a:off x="2736000" y="1622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32_CONN_USE_SYNTHESISE"/>
          <p:cNvCxnSpPr>
            <a:stCxn id="16" idx="1"/>
            <a:endCxn id="18" idx="3"/>
          </p:cNvCxnSpPr>
          <p:nvPr/>
        </p:nvCxnSpPr>
        <p:spPr>
          <a:xfrm flipH="1">
            <a:off x="1332000" y="1622160"/>
            <a:ext cx="306360" cy="360"/>
          </a:xfrm>
          <a:prstGeom prst="straightConnector1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32_CONN_SYNTHESISE_COLLECT"/>
          <p:cNvCxnSpPr>
            <a:stCxn id="18" idx="0"/>
            <a:endCxn id="9" idx="2"/>
          </p:cNvCxnSpPr>
          <p:nvPr/>
        </p:nvCxnSpPr>
        <p:spPr>
          <a:xfrm flipV="1">
            <a:off x="783000" y="947160"/>
            <a:ext cx="360" cy="414360"/>
          </a:xfrm>
          <a:prstGeom prst="straightConnector1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0" name="F32_CONN_SYNTHESISE_PACK"/>
          <p:cNvCxnSpPr>
            <a:stCxn id="18" idx="2"/>
            <a:endCxn id="21" idx="1"/>
          </p:cNvCxnSpPr>
          <p:nvPr/>
        </p:nvCxnSpPr>
        <p:spPr>
          <a:xfrm>
            <a:off x="783000" y="1883160"/>
            <a:ext cx="711360" cy="493560"/>
          </a:xfrm>
          <a:prstGeom prst="straightConnector1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22" name="F32_NODE_COLLECT"/>
          <p:cNvSpPr/>
          <p:nvPr/>
        </p:nvSpPr>
        <p:spPr>
          <a:xfrm>
            <a:off x="234000" y="425160"/>
            <a:ext cx="1098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32_NODE_ORGANISE"/>
          <p:cNvSpPr/>
          <p:nvPr/>
        </p:nvSpPr>
        <p:spPr>
          <a:xfrm>
            <a:off x="1638000" y="425160"/>
            <a:ext cx="1098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32_NODE_READ"/>
          <p:cNvSpPr/>
          <p:nvPr/>
        </p:nvSpPr>
        <p:spPr>
          <a:xfrm>
            <a:off x="3042000" y="425160"/>
            <a:ext cx="1098000" cy="52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32_NODE_PROBE"/>
          <p:cNvSpPr/>
          <p:nvPr/>
        </p:nvSpPr>
        <p:spPr>
          <a:xfrm>
            <a:off x="3042000" y="1361160"/>
            <a:ext cx="1098000" cy="522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32_NODE_USE"/>
          <p:cNvSpPr/>
          <p:nvPr/>
        </p:nvSpPr>
        <p:spPr>
          <a:xfrm>
            <a:off x="1638000" y="1361160"/>
            <a:ext cx="1098000" cy="522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32_NODE_SYNTHESISE"/>
          <p:cNvSpPr/>
          <p:nvPr/>
        </p:nvSpPr>
        <p:spPr>
          <a:xfrm>
            <a:off x="234000" y="1361160"/>
            <a:ext cx="1098000" cy="522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32_NODE_PACK"/>
          <p:cNvSpPr/>
          <p:nvPr/>
        </p:nvSpPr>
        <p:spPr>
          <a:xfrm>
            <a:off x="1494000" y="2214360"/>
            <a:ext cx="1620000" cy="3240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F3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3.2 CORPUS records cycle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32_LABEL_COLLECT"/>
          <p:cNvSpPr txBox="1"/>
          <p:nvPr/>
        </p:nvSpPr>
        <p:spPr>
          <a:xfrm>
            <a:off x="284400" y="479160"/>
            <a:ext cx="9972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 — Collect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Search Strategy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32_LABEL_ORGANISE"/>
          <p:cNvSpPr txBox="1"/>
          <p:nvPr/>
        </p:nvSpPr>
        <p:spPr>
          <a:xfrm>
            <a:off x="1688400" y="479160"/>
            <a:ext cx="997200" cy="41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 — Organise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Source Ledger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32_LABEL_READ"/>
          <p:cNvSpPr txBox="1"/>
          <p:nvPr/>
        </p:nvSpPr>
        <p:spPr>
          <a:xfrm>
            <a:off x="3092400" y="440280"/>
            <a:ext cx="99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 — Read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Core Source Note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32_LABEL_PROBE"/>
          <p:cNvSpPr txBox="1"/>
          <p:nvPr/>
        </p:nvSpPr>
        <p:spPr>
          <a:xfrm>
            <a:off x="3092400" y="1376280"/>
            <a:ext cx="99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 — Probe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Appraisal 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32_LABEL_USE"/>
          <p:cNvSpPr txBox="1"/>
          <p:nvPr/>
        </p:nvSpPr>
        <p:spPr>
          <a:xfrm>
            <a:off x="1688400" y="1376280"/>
            <a:ext cx="99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U — Use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Claim–Evidence Map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32_LABEL_SYNTHESISE"/>
          <p:cNvSpPr txBox="1"/>
          <p:nvPr/>
        </p:nvSpPr>
        <p:spPr>
          <a:xfrm>
            <a:off x="284400" y="1305000"/>
            <a:ext cx="997200" cy="6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 — Synthesise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Synthesis Memo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32_LABEL_PACK"/>
          <p:cNvSpPr txBox="1"/>
          <p:nvPr/>
        </p:nvSpPr>
        <p:spPr>
          <a:xfrm>
            <a:off x="1576800" y="2254680"/>
            <a:ext cx="1454400" cy="23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Evidence Base Pack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32_NOTE_ITERATE"/>
          <p:cNvSpPr txBox="1"/>
          <p:nvPr/>
        </p:nvSpPr>
        <p:spPr>
          <a:xfrm>
            <a:off x="123120" y="2057760"/>
            <a:ext cx="1134000" cy="47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Return to Collect only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when gaps remain.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32_NOTE_OUTPUT"/>
          <p:cNvSpPr txBox="1"/>
          <p:nvPr/>
        </p:nvSpPr>
        <p:spPr>
          <a:xfrm>
            <a:off x="3222000" y="2032200"/>
            <a:ext cx="1188000" cy="601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The pack is the output of synthesis,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not the hub of every step.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4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41_CONN_DECISION_PROTOCOL"/>
          <p:cNvCxnSpPr>
            <a:stCxn id="9" idx="2"/>
            <a:endCxn id="10" idx="0"/>
          </p:cNvCxnSpPr>
          <p:nvPr/>
        </p:nvCxnSpPr>
        <p:spPr>
          <a:xfrm flipH="1" rot="16200000">
            <a:off x="3863880" y="967680"/>
            <a:ext cx="226080" cy="4320"/>
          </a:xfrm>
          <a:prstGeom prst="bentConnector3">
            <a:avLst>
              <a:gd name="adj1" fmla="val 50079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41_CONN_PROTOCOL_TEST"/>
          <p:cNvCxnSpPr>
            <a:stCxn id="10" idx="1"/>
            <a:endCxn id="12" idx="3"/>
          </p:cNvCxnSpPr>
          <p:nvPr/>
        </p:nvCxnSpPr>
        <p:spPr>
          <a:xfrm rot="10800000">
            <a:off x="3227760" y="1284480"/>
            <a:ext cx="3153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3" name="F41_CONN_TEST_RESULT"/>
          <p:cNvCxnSpPr>
            <a:stCxn id="12" idx="1"/>
            <a:endCxn id="14" idx="3"/>
          </p:cNvCxnSpPr>
          <p:nvPr/>
        </p:nvCxnSpPr>
        <p:spPr>
          <a:xfrm rot="10800000">
            <a:off x="2199240" y="1277280"/>
            <a:ext cx="201240" cy="7560"/>
          </a:xfrm>
          <a:prstGeom prst="bentConnector3">
            <a:avLst>
              <a:gd name="adj1" fmla="val 50000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5" name="F41_CONN_RESULT_BRANCH"/>
          <p:cNvCxnSpPr>
            <a:stCxn id="14" idx="2"/>
            <a:endCxn id="16" idx="0"/>
          </p:cNvCxnSpPr>
          <p:nvPr/>
        </p:nvCxnSpPr>
        <p:spPr>
          <a:xfrm flipH="1" rot="16200000">
            <a:off x="1680840" y="1612080"/>
            <a:ext cx="181080" cy="9000"/>
          </a:xfrm>
          <a:prstGeom prst="bentConnector3">
            <a:avLst>
              <a:gd name="adj1" fmla="val 49800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7" name="F41_CONN_BRANCH_REOPEN"/>
          <p:cNvCxnSpPr>
            <a:stCxn id="16" idx="1"/>
            <a:endCxn id="18" idx="0"/>
          </p:cNvCxnSpPr>
          <p:nvPr/>
        </p:nvCxnSpPr>
        <p:spPr>
          <a:xfrm flipV="1" rot="10800000">
            <a:off x="714240" y="1767600"/>
            <a:ext cx="1000080" cy="290160"/>
          </a:xfrm>
          <a:prstGeom prst="bentConnector2">
            <a:avLst/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19" name="F41_CONN_BRANCH_QUALIFY"/>
          <p:cNvCxnSpPr>
            <a:stCxn id="16" idx="2"/>
            <a:endCxn id="20" idx="0"/>
          </p:cNvCxnSpPr>
          <p:nvPr/>
        </p:nvCxnSpPr>
        <p:spPr>
          <a:xfrm flipH="1" rot="16200000">
            <a:off x="1665720" y="1938600"/>
            <a:ext cx="228960" cy="9360"/>
          </a:xfrm>
          <a:prstGeom prst="bentConnector3">
            <a:avLst>
              <a:gd name="adj1" fmla="val 50236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1" name="F41_CONN_BRANCH_RETAIN"/>
          <p:cNvCxnSpPr>
            <a:stCxn id="16" idx="3"/>
            <a:endCxn id="22" idx="0"/>
          </p:cNvCxnSpPr>
          <p:nvPr/>
        </p:nvCxnSpPr>
        <p:spPr>
          <a:xfrm>
            <a:off x="1836720" y="1767960"/>
            <a:ext cx="1735560" cy="28728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23" name="F41_NODE_EVIDENCE"/>
          <p:cNvSpPr/>
          <p:nvPr/>
        </p:nvSpPr>
        <p:spPr>
          <a:xfrm>
            <a:off x="144000" y="425160"/>
            <a:ext cx="10368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41_NODE_DRIVER"/>
          <p:cNvSpPr/>
          <p:nvPr/>
        </p:nvSpPr>
        <p:spPr>
          <a:xfrm>
            <a:off x="1238400" y="425160"/>
            <a:ext cx="10368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41_NODE_OPTIONS"/>
          <p:cNvSpPr/>
          <p:nvPr/>
        </p:nvSpPr>
        <p:spPr>
          <a:xfrm>
            <a:off x="2332800" y="425160"/>
            <a:ext cx="1036800" cy="432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41_NODE_DECISION"/>
          <p:cNvSpPr/>
          <p:nvPr/>
        </p:nvSpPr>
        <p:spPr>
          <a:xfrm>
            <a:off x="3456360" y="425160"/>
            <a:ext cx="1036800" cy="432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41_NODE_PROTOCOL"/>
          <p:cNvSpPr/>
          <p:nvPr/>
        </p:nvSpPr>
        <p:spPr>
          <a:xfrm>
            <a:off x="3543120" y="1082880"/>
            <a:ext cx="871200" cy="403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41_NODE_TEST"/>
          <p:cNvSpPr/>
          <p:nvPr/>
        </p:nvSpPr>
        <p:spPr>
          <a:xfrm>
            <a:off x="2400120" y="1082880"/>
            <a:ext cx="828000" cy="403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41_NODE_RESULT"/>
          <p:cNvSpPr/>
          <p:nvPr/>
        </p:nvSpPr>
        <p:spPr>
          <a:xfrm>
            <a:off x="1334880" y="1028880"/>
            <a:ext cx="864360" cy="497160"/>
          </a:xfrm>
          <a:custGeom>
            <a:avLst/>
            <a:gdLst/>
            <a:ahLst/>
            <a:rect l="0" t="0" r="r" b="b"/>
            <a:pathLst>
              <a:path w="2401" h="1381">
                <a:moveTo>
                  <a:pt x="1201" y="0"/>
                </a:moveTo>
                <a:lnTo>
                  <a:pt x="2401" y="691"/>
                </a:lnTo>
                <a:lnTo>
                  <a:pt x="1201" y="1381"/>
                </a:lnTo>
                <a:lnTo>
                  <a:pt x="0" y="691"/>
                </a:lnTo>
                <a:lnTo>
                  <a:pt x="120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41_NODE_REOPEN"/>
          <p:cNvSpPr/>
          <p:nvPr/>
        </p:nvSpPr>
        <p:spPr>
          <a:xfrm>
            <a:off x="228600" y="2057760"/>
            <a:ext cx="972000" cy="3456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41_NODE_QUALIFY"/>
          <p:cNvSpPr/>
          <p:nvPr/>
        </p:nvSpPr>
        <p:spPr>
          <a:xfrm>
            <a:off x="1298520" y="2057760"/>
            <a:ext cx="972000" cy="3456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41_NODE_RETAIN"/>
          <p:cNvSpPr/>
          <p:nvPr/>
        </p:nvSpPr>
        <p:spPr>
          <a:xfrm>
            <a:off x="3085920" y="2054880"/>
            <a:ext cx="972000" cy="345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41_NODE_BRANCH"/>
          <p:cNvSpPr/>
          <p:nvPr/>
        </p:nvSpPr>
        <p:spPr>
          <a:xfrm>
            <a:off x="1714320" y="1706760"/>
            <a:ext cx="122400" cy="122400"/>
          </a:xfrm>
          <a:prstGeom prst="ellipse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F41_NOTE_REOPEN_CAUSE"/>
          <p:cNvSpPr/>
          <p:nvPr/>
        </p:nvSpPr>
        <p:spPr>
          <a:xfrm>
            <a:off x="132120" y="2514960"/>
            <a:ext cx="2268000" cy="331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41_NOTE_DISPOSITION"/>
          <p:cNvSpPr/>
          <p:nvPr/>
        </p:nvSpPr>
        <p:spPr>
          <a:xfrm>
            <a:off x="2585520" y="2514960"/>
            <a:ext cx="1872000" cy="331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4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4.1 Reversible driver-to-test chain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41_LABEL_EVIDENCE"/>
          <p:cNvSpPr txBox="1"/>
          <p:nvPr/>
        </p:nvSpPr>
        <p:spPr>
          <a:xfrm>
            <a:off x="176400" y="453960"/>
            <a:ext cx="972000" cy="37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41_LABEL_DRIVER"/>
          <p:cNvSpPr txBox="1"/>
          <p:nvPr/>
        </p:nvSpPr>
        <p:spPr>
          <a:xfrm>
            <a:off x="1270800" y="453960"/>
            <a:ext cx="972000" cy="37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Driver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41_LABEL_OPTIONS"/>
          <p:cNvSpPr txBox="1"/>
          <p:nvPr/>
        </p:nvSpPr>
        <p:spPr>
          <a:xfrm>
            <a:off x="2365200" y="388800"/>
            <a:ext cx="972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Alternatives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criteria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41_LABEL_DECISION"/>
          <p:cNvSpPr txBox="1"/>
          <p:nvPr/>
        </p:nvSpPr>
        <p:spPr>
          <a:xfrm>
            <a:off x="3459600" y="453960"/>
            <a:ext cx="972000" cy="37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Decision +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trigger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41_LABEL_PROTOCOL"/>
          <p:cNvSpPr txBox="1"/>
          <p:nvPr/>
        </p:nvSpPr>
        <p:spPr>
          <a:xfrm>
            <a:off x="3625200" y="1165680"/>
            <a:ext cx="8064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Protocol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artefact vN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41_LABEL_TEST"/>
          <p:cNvSpPr txBox="1"/>
          <p:nvPr/>
        </p:nvSpPr>
        <p:spPr>
          <a:xfrm>
            <a:off x="2437200" y="1123920"/>
            <a:ext cx="763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Early test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highest-risk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41_LABEL_RESULT"/>
          <p:cNvSpPr txBox="1"/>
          <p:nvPr/>
        </p:nvSpPr>
        <p:spPr>
          <a:xfrm>
            <a:off x="1488600" y="1143360"/>
            <a:ext cx="56880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Result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41_LABEL_REOPEN"/>
          <p:cNvSpPr txBox="1"/>
          <p:nvPr/>
        </p:nvSpPr>
        <p:spPr>
          <a:xfrm>
            <a:off x="228600" y="2025720"/>
            <a:ext cx="91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Reopen upstream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41_LABEL_QUALIFY"/>
          <p:cNvSpPr txBox="1"/>
          <p:nvPr/>
        </p:nvSpPr>
        <p:spPr>
          <a:xfrm>
            <a:off x="1371600" y="2057760"/>
            <a:ext cx="91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Qualify boundary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41_LABEL_RETAIN"/>
          <p:cNvSpPr txBox="1"/>
          <p:nvPr/>
        </p:nvSpPr>
        <p:spPr>
          <a:xfrm>
            <a:off x="3085920" y="2098080"/>
            <a:ext cx="914400" cy="302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Retain vN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41_LABEL_REOPEN_CAUSE"/>
          <p:cNvSpPr txBox="1"/>
          <p:nvPr/>
        </p:nvSpPr>
        <p:spPr>
          <a:xfrm>
            <a:off x="205920" y="2532600"/>
            <a:ext cx="21456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Reopen when evidence, authority or a driver changes.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41_LABEL_DISPOSITION"/>
          <p:cNvSpPr txBox="1"/>
          <p:nvPr/>
        </p:nvSpPr>
        <p:spPr>
          <a:xfrm>
            <a:off x="2628720" y="2511720"/>
            <a:ext cx="17496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Retain continues; qualify narrows the boundary.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F41_CONN_OPTIONS_DECISION"/>
          <p:cNvCxnSpPr>
            <a:stCxn id="25" idx="3"/>
            <a:endCxn id="26" idx="1"/>
          </p:cNvCxnSpPr>
          <p:nvPr/>
        </p:nvCxnSpPr>
        <p:spPr>
          <a:xfrm>
            <a:off x="3369600" y="641160"/>
            <a:ext cx="8712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0" name="F41_CONN_DRIVER_OPTIONS"/>
          <p:cNvCxnSpPr>
            <a:stCxn id="24" idx="3"/>
            <a:endCxn id="25" idx="1"/>
          </p:cNvCxnSpPr>
          <p:nvPr/>
        </p:nvCxnSpPr>
        <p:spPr>
          <a:xfrm>
            <a:off x="2275200" y="641160"/>
            <a:ext cx="579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1" name="F41_CONN_EVIDENCE_DRIVER"/>
          <p:cNvCxnSpPr>
            <a:stCxn id="23" idx="3"/>
            <a:endCxn id="24" idx="1"/>
          </p:cNvCxnSpPr>
          <p:nvPr/>
        </p:nvCxnSpPr>
        <p:spPr>
          <a:xfrm>
            <a:off x="1180800" y="641160"/>
            <a:ext cx="579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4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42_CONN_1_2"/>
          <p:cNvCxnSpPr>
            <a:stCxn id="9" idx="3"/>
            <a:endCxn id="10" idx="1"/>
          </p:cNvCxnSpPr>
          <p:nvPr/>
        </p:nvCxnSpPr>
        <p:spPr>
          <a:xfrm>
            <a:off x="1296000" y="644760"/>
            <a:ext cx="201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42_CONN_2_3"/>
          <p:cNvCxnSpPr>
            <a:stCxn id="10" idx="2"/>
            <a:endCxn id="12" idx="0"/>
          </p:cNvCxnSpPr>
          <p:nvPr/>
        </p:nvCxnSpPr>
        <p:spPr>
          <a:xfrm rot="16200000">
            <a:off x="3735000" y="1017360"/>
            <a:ext cx="306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42_CONN_3_4"/>
          <p:cNvCxnSpPr>
            <a:stCxn id="12" idx="2"/>
            <a:endCxn id="14" idx="0"/>
          </p:cNvCxnSpPr>
          <p:nvPr/>
        </p:nvCxnSpPr>
        <p:spPr>
          <a:xfrm rot="5400000">
            <a:off x="3717720" y="1773000"/>
            <a:ext cx="334080" cy="6840"/>
          </a:xfrm>
          <a:prstGeom prst="bentConnector3">
            <a:avLst>
              <a:gd name="adj1" fmla="val 50053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42_CONN_4_5"/>
          <p:cNvCxnSpPr>
            <a:stCxn id="14" idx="1"/>
            <a:endCxn id="16" idx="3"/>
          </p:cNvCxnSpPr>
          <p:nvPr/>
        </p:nvCxnSpPr>
        <p:spPr>
          <a:xfrm rot="10800000">
            <a:off x="1371600" y="2134080"/>
            <a:ext cx="1934280" cy="29160"/>
          </a:xfrm>
          <a:prstGeom prst="bentConnector3">
            <a:avLst>
              <a:gd name="adj1" fmla="val 50167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42_CONN_5_OUTPUT"/>
          <p:cNvCxnSpPr>
            <a:stCxn id="18" idx="3"/>
            <a:endCxn id="19" idx="2"/>
          </p:cNvCxnSpPr>
          <p:nvPr/>
        </p:nvCxnSpPr>
        <p:spPr>
          <a:xfrm flipV="1">
            <a:off x="1371600" y="1645560"/>
            <a:ext cx="932760" cy="4215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0" name="F42_CONN_OUTPUT_6"/>
          <p:cNvCxnSpPr>
            <a:stCxn id="19" idx="1"/>
            <a:endCxn id="21" idx="3"/>
          </p:cNvCxnSpPr>
          <p:nvPr/>
        </p:nvCxnSpPr>
        <p:spPr>
          <a:xfrm flipV="1" rot="10800000">
            <a:off x="1296000" y="1366200"/>
            <a:ext cx="353160" cy="23760"/>
          </a:xfrm>
          <a:prstGeom prst="bentConnector3">
            <a:avLst>
              <a:gd name="adj1" fmla="val 50102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2" name="F42_CONN_6_1"/>
          <p:cNvCxnSpPr>
            <a:stCxn id="21" idx="0"/>
            <a:endCxn id="9" idx="2"/>
          </p:cNvCxnSpPr>
          <p:nvPr/>
        </p:nvCxnSpPr>
        <p:spPr>
          <a:xfrm rot="16200000">
            <a:off x="567000" y="1017360"/>
            <a:ext cx="306360" cy="360"/>
          </a:xfrm>
          <a:prstGeom prst="bentConnector2">
            <a:avLst/>
          </a:prstGeom>
          <a:ln w="12600">
            <a:solidFill>
              <a:srgbClr val="a66a00"/>
            </a:solidFill>
            <a:round/>
            <a:tailEnd len="med" type="triangle" w="med"/>
          </a:ln>
        </p:spPr>
      </p:cxnSp>
      <p:sp>
        <p:nvSpPr>
          <p:cNvPr id="23" name="F42_NODE_1_DEFINE"/>
          <p:cNvSpPr/>
          <p:nvPr/>
        </p:nvSpPr>
        <p:spPr>
          <a:xfrm>
            <a:off x="144000" y="425160"/>
            <a:ext cx="1152000" cy="439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42_NODE_2_ESTABLISH"/>
          <p:cNvSpPr/>
          <p:nvPr/>
        </p:nvSpPr>
        <p:spPr>
          <a:xfrm>
            <a:off x="3312000" y="425160"/>
            <a:ext cx="1152000" cy="439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42_NODE_3_CONSTRUCT"/>
          <p:cNvSpPr/>
          <p:nvPr/>
        </p:nvSpPr>
        <p:spPr>
          <a:xfrm>
            <a:off x="3312000" y="1170360"/>
            <a:ext cx="1152000" cy="439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42_NODE_4_INSPECT"/>
          <p:cNvSpPr/>
          <p:nvPr/>
        </p:nvSpPr>
        <p:spPr>
          <a:xfrm>
            <a:off x="3305520" y="1943280"/>
            <a:ext cx="1152000" cy="439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42_NODE_5_DECIDE"/>
          <p:cNvSpPr/>
          <p:nvPr/>
        </p:nvSpPr>
        <p:spPr>
          <a:xfrm>
            <a:off x="219600" y="1847160"/>
            <a:ext cx="1152000" cy="439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42_NODE_6_EVALUATE"/>
          <p:cNvSpPr/>
          <p:nvPr/>
        </p:nvSpPr>
        <p:spPr>
          <a:xfrm>
            <a:off x="144000" y="1170360"/>
            <a:ext cx="1152000" cy="4392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42_NODE_COMMITMENT"/>
          <p:cNvSpPr/>
          <p:nvPr/>
        </p:nvSpPr>
        <p:spPr>
          <a:xfrm>
            <a:off x="1648800" y="1087560"/>
            <a:ext cx="1310400" cy="5580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F4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4.2 DECIDE conditional commitment cycle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42_LABEL_1_DEFINE"/>
          <p:cNvSpPr txBox="1"/>
          <p:nvPr/>
        </p:nvSpPr>
        <p:spPr>
          <a:xfrm>
            <a:off x="176400" y="45396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D - Define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drivers + bounds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42_LABEL_2_ESTABLISH"/>
          <p:cNvSpPr txBox="1"/>
          <p:nvPr/>
        </p:nvSpPr>
        <p:spPr>
          <a:xfrm>
            <a:off x="3344400" y="45396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E - Establish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evidence + criteria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42_LABEL_3_CONSTRUCT"/>
          <p:cNvSpPr txBox="1"/>
          <p:nvPr/>
        </p:nvSpPr>
        <p:spPr>
          <a:xfrm>
            <a:off x="3344400" y="119916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C - Construct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alternatives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42_LABEL_4_INSPECT"/>
          <p:cNvSpPr txBox="1"/>
          <p:nvPr/>
        </p:nvSpPr>
        <p:spPr>
          <a:xfrm>
            <a:off x="3370320" y="1943280"/>
            <a:ext cx="108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I - Inspect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risks + reversibility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42_LABEL_5_DECIDE"/>
          <p:cNvSpPr txBox="1"/>
          <p:nvPr/>
        </p:nvSpPr>
        <p:spPr>
          <a:xfrm>
            <a:off x="284400" y="1943280"/>
            <a:ext cx="1087200" cy="38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D - Decide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rationale + trigger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42_LABEL_6_EVALUATE"/>
          <p:cNvSpPr txBox="1"/>
          <p:nvPr/>
        </p:nvSpPr>
        <p:spPr>
          <a:xfrm>
            <a:off x="176400" y="1144080"/>
            <a:ext cx="108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6 E - Test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highest-risk assumption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42_LABEL_COMMITMENT"/>
          <p:cNvSpPr txBox="1"/>
          <p:nvPr/>
        </p:nvSpPr>
        <p:spPr>
          <a:xfrm>
            <a:off x="1681200" y="1110960"/>
            <a:ext cx="1245600" cy="51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Conditional commitment vN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decision + trigger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42_NOTE_RESULT"/>
          <p:cNvSpPr txBox="1"/>
          <p:nvPr/>
        </p:nvSpPr>
        <p:spPr>
          <a:xfrm>
            <a:off x="1197000" y="2511720"/>
            <a:ext cx="223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Early-test result: retain, qualify or reopen the current commitment.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5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51_CONN_CANDIDATE_INSPECTION"/>
          <p:cNvCxnSpPr>
            <a:stCxn id="9" idx="2"/>
            <a:endCxn id="10" idx="3"/>
          </p:cNvCxnSpPr>
          <p:nvPr/>
        </p:nvCxnSpPr>
        <p:spPr>
          <a:xfrm flipH="1" rot="16200000">
            <a:off x="3895560" y="925920"/>
            <a:ext cx="593640" cy="277560"/>
          </a:xfrm>
          <a:prstGeom prst="bentConnector4">
            <a:avLst>
              <a:gd name="adj1" fmla="val 32402"/>
              <a:gd name="adj2" fmla="val 167272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51_CONN_INSPECTION_DISPOSITION"/>
          <p:cNvCxnSpPr>
            <a:stCxn id="12" idx="0"/>
            <a:endCxn id="13" idx="0"/>
          </p:cNvCxnSpPr>
          <p:nvPr/>
        </p:nvCxnSpPr>
        <p:spPr>
          <a:xfrm flipV="1" rot="16200000">
            <a:off x="2933280" y="372960"/>
            <a:ext cx="29160" cy="1418040"/>
          </a:xfrm>
          <a:prstGeom prst="bentConnector3">
            <a:avLst>
              <a:gd name="adj1" fmla="val 747500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51_CONN_DISPOSITION_REPAIR"/>
          <p:cNvCxnSpPr>
            <a:stCxn id="13" idx="1"/>
            <a:endCxn id="15" idx="3"/>
          </p:cNvCxnSpPr>
          <p:nvPr/>
        </p:nvCxnSpPr>
        <p:spPr>
          <a:xfrm flipV="1" rot="10800000">
            <a:off x="1223640" y="1333800"/>
            <a:ext cx="511200" cy="625320"/>
          </a:xfrm>
          <a:prstGeom prst="bentConnector3">
            <a:avLst>
              <a:gd name="adj1" fmla="val 49964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6" name="F51_CONN_DISPOSITION_ACCEPT"/>
          <p:cNvCxnSpPr>
            <a:stCxn id="13" idx="2"/>
            <a:endCxn id="17" idx="0"/>
          </p:cNvCxnSpPr>
          <p:nvPr/>
        </p:nvCxnSpPr>
        <p:spPr>
          <a:xfrm flipH="1" rot="16200000">
            <a:off x="2149200" y="1690200"/>
            <a:ext cx="182160" cy="2520"/>
          </a:xfrm>
          <a:prstGeom prst="bentConnector3">
            <a:avLst>
              <a:gd name="adj1" fmla="val 50099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8" name="F51_CONN_DISPOSITION_REJECT"/>
          <p:cNvCxnSpPr>
            <a:stCxn id="13" idx="3"/>
            <a:endCxn id="19" idx="1"/>
          </p:cNvCxnSpPr>
          <p:nvPr/>
        </p:nvCxnSpPr>
        <p:spPr>
          <a:xfrm>
            <a:off x="2743200" y="1333800"/>
            <a:ext cx="461160" cy="625320"/>
          </a:xfrm>
          <a:prstGeom prst="bentConnector3">
            <a:avLst>
              <a:gd name="adj1" fmla="val 49921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20" name="F51_CONN_REPAIR_UNIT"/>
          <p:cNvCxnSpPr>
            <a:stCxn id="15" idx="0"/>
            <a:endCxn id="21" idx="2"/>
          </p:cNvCxnSpPr>
          <p:nvPr/>
        </p:nvCxnSpPr>
        <p:spPr>
          <a:xfrm flipH="1" flipV="1" rot="5400000">
            <a:off x="740880" y="756000"/>
            <a:ext cx="1014840" cy="1038960"/>
          </a:xfrm>
          <a:prstGeom prst="bentConnector3">
            <a:avLst>
              <a:gd name="adj1" fmla="val 67033"/>
            </a:avLst>
          </a:prstGeom>
          <a:ln w="126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2" name="F51_CONN_ACCEPT_DOSSIER"/>
          <p:cNvCxnSpPr>
            <a:stCxn id="17" idx="2"/>
            <a:endCxn id="23" idx="0"/>
          </p:cNvCxnSpPr>
          <p:nvPr/>
        </p:nvCxnSpPr>
        <p:spPr>
          <a:xfrm rot="16200000">
            <a:off x="2178000" y="2198160"/>
            <a:ext cx="12636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4" name="F51_CONN_DOSSIER_EVALUATION"/>
          <p:cNvCxnSpPr>
            <a:stCxn id="23" idx="3"/>
            <a:endCxn id="25" idx="1"/>
          </p:cNvCxnSpPr>
          <p:nvPr/>
        </p:nvCxnSpPr>
        <p:spPr>
          <a:xfrm>
            <a:off x="2790000" y="2415960"/>
            <a:ext cx="41436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sp>
        <p:nvSpPr>
          <p:cNvPr id="26" name="F51_NODE_COMMITMENT"/>
          <p:cNvSpPr/>
          <p:nvPr/>
        </p:nvSpPr>
        <p:spPr>
          <a:xfrm>
            <a:off x="114120" y="343080"/>
            <a:ext cx="10368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51_NODE_UNIT"/>
          <p:cNvSpPr/>
          <p:nvPr/>
        </p:nvSpPr>
        <p:spPr>
          <a:xfrm>
            <a:off x="1249200" y="343080"/>
            <a:ext cx="10368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51_NODE_STATE"/>
          <p:cNvSpPr/>
          <p:nvPr/>
        </p:nvSpPr>
        <p:spPr>
          <a:xfrm>
            <a:off x="2392200" y="343080"/>
            <a:ext cx="10368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51_NODE_CANDIDATE"/>
          <p:cNvSpPr/>
          <p:nvPr/>
        </p:nvSpPr>
        <p:spPr>
          <a:xfrm>
            <a:off x="3535200" y="343080"/>
            <a:ext cx="1036800" cy="424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51_NODE_INSPECTION"/>
          <p:cNvSpPr/>
          <p:nvPr/>
        </p:nvSpPr>
        <p:spPr>
          <a:xfrm>
            <a:off x="3124800" y="1152360"/>
            <a:ext cx="1206000" cy="41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51_NODE_DISPOSITION"/>
          <p:cNvSpPr/>
          <p:nvPr/>
        </p:nvSpPr>
        <p:spPr>
          <a:xfrm>
            <a:off x="1734840" y="1067400"/>
            <a:ext cx="1008360" cy="533160"/>
          </a:xfrm>
          <a:custGeom>
            <a:avLst/>
            <a:gdLst/>
            <a:ahLst/>
            <a:rect l="0" t="0" r="r" b="b"/>
            <a:pathLst>
              <a:path w="2801" h="1481">
                <a:moveTo>
                  <a:pt x="1401" y="0"/>
                </a:moveTo>
                <a:lnTo>
                  <a:pt x="2801" y="741"/>
                </a:lnTo>
                <a:lnTo>
                  <a:pt x="1401" y="1481"/>
                </a:lnTo>
                <a:lnTo>
                  <a:pt x="0" y="741"/>
                </a:lnTo>
                <a:lnTo>
                  <a:pt x="140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51_NODE_REPAIR"/>
          <p:cNvSpPr/>
          <p:nvPr/>
        </p:nvSpPr>
        <p:spPr>
          <a:xfrm>
            <a:off x="234000" y="1782360"/>
            <a:ext cx="990000" cy="352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51_NODE_ACCEPT"/>
          <p:cNvSpPr/>
          <p:nvPr/>
        </p:nvSpPr>
        <p:spPr>
          <a:xfrm>
            <a:off x="1692000" y="1782360"/>
            <a:ext cx="1098000" cy="352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51_NODE_REJECT"/>
          <p:cNvSpPr/>
          <p:nvPr/>
        </p:nvSpPr>
        <p:spPr>
          <a:xfrm>
            <a:off x="3204000" y="1782360"/>
            <a:ext cx="1116000" cy="352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51_NODE_DOSSIER"/>
          <p:cNvSpPr/>
          <p:nvPr/>
        </p:nvSpPr>
        <p:spPr>
          <a:xfrm>
            <a:off x="1692000" y="2261160"/>
            <a:ext cx="1098000" cy="309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51_NODE_EVALUATION"/>
          <p:cNvSpPr/>
          <p:nvPr/>
        </p:nvSpPr>
        <p:spPr>
          <a:xfrm>
            <a:off x="3204000" y="2261160"/>
            <a:ext cx="1116000" cy="309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5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5.1 Candidate-to-admission chain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51_LABEL_COMMITMENT"/>
          <p:cNvSpPr txBox="1"/>
          <p:nvPr/>
        </p:nvSpPr>
        <p:spPr>
          <a:xfrm>
            <a:off x="17100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Approved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commitment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51_LABEL_UNIT"/>
          <p:cNvSpPr txBox="1"/>
          <p:nvPr/>
        </p:nvSpPr>
        <p:spPr>
          <a:xfrm>
            <a:off x="125712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Bounded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work unit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51_LABEL_STATE"/>
          <p:cNvSpPr txBox="1"/>
          <p:nvPr/>
        </p:nvSpPr>
        <p:spPr>
          <a:xfrm>
            <a:off x="240012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Frozen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start state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51_LABEL_CANDIDATE"/>
          <p:cNvSpPr txBox="1"/>
          <p:nvPr/>
        </p:nvSpPr>
        <p:spPr>
          <a:xfrm>
            <a:off x="3543120" y="343080"/>
            <a:ext cx="972000" cy="36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Candidate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output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51_LABEL_INSPECTION"/>
          <p:cNvSpPr txBox="1"/>
          <p:nvPr/>
        </p:nvSpPr>
        <p:spPr>
          <a:xfrm>
            <a:off x="3085920" y="1096200"/>
            <a:ext cx="1141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Inspect primary artefact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checks + basis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51_LABEL_DISPOSITION"/>
          <p:cNvSpPr txBox="1"/>
          <p:nvPr/>
        </p:nvSpPr>
        <p:spPr>
          <a:xfrm>
            <a:off x="1940400" y="1230840"/>
            <a:ext cx="7128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Decision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51_LABEL_REPAIR"/>
          <p:cNvSpPr txBox="1"/>
          <p:nvPr/>
        </p:nvSpPr>
        <p:spPr>
          <a:xfrm>
            <a:off x="262800" y="1771200"/>
            <a:ext cx="932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Repair / repeat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51_LABEL_ACCEPT"/>
          <p:cNvSpPr txBox="1"/>
          <p:nvPr/>
        </p:nvSpPr>
        <p:spPr>
          <a:xfrm>
            <a:off x="1720800" y="1771200"/>
            <a:ext cx="1040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Accept local unit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51_LABEL_REJECT"/>
          <p:cNvSpPr txBox="1"/>
          <p:nvPr/>
        </p:nvSpPr>
        <p:spPr>
          <a:xfrm>
            <a:off x="3232800" y="1771200"/>
            <a:ext cx="1058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Reject / quarantine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51_LABEL_DOSSIER"/>
          <p:cNvSpPr txBox="1"/>
          <p:nvPr/>
        </p:nvSpPr>
        <p:spPr>
          <a:xfrm>
            <a:off x="1720800" y="2228400"/>
            <a:ext cx="1040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Execution dossier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51_LABEL_EVALUATION"/>
          <p:cNvSpPr txBox="1"/>
          <p:nvPr/>
        </p:nvSpPr>
        <p:spPr>
          <a:xfrm>
            <a:off x="3232800" y="2228400"/>
            <a:ext cx="1058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Chapter 6 evaluation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51_NOTE_LIMIT"/>
          <p:cNvSpPr txBox="1"/>
          <p:nvPr/>
        </p:nvSpPr>
        <p:spPr>
          <a:xfrm>
            <a:off x="198000" y="2262600"/>
            <a:ext cx="1278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Local admission is not thesis proof.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" name="F51_CONN_COMMITMENT_UNIT"/>
          <p:cNvCxnSpPr>
            <a:stCxn id="26" idx="3"/>
            <a:endCxn id="27" idx="1"/>
          </p:cNvCxnSpPr>
          <p:nvPr/>
        </p:nvCxnSpPr>
        <p:spPr>
          <a:xfrm>
            <a:off x="1150920" y="555480"/>
            <a:ext cx="986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1" name="F51_CONN_UNIT_STATE"/>
          <p:cNvCxnSpPr>
            <a:stCxn id="27" idx="3"/>
            <a:endCxn id="28" idx="1"/>
          </p:cNvCxnSpPr>
          <p:nvPr/>
        </p:nvCxnSpPr>
        <p:spPr>
          <a:xfrm>
            <a:off x="2286000" y="555480"/>
            <a:ext cx="1065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52" name="F51_CONN_STATE_CANDIDATE"/>
          <p:cNvCxnSpPr>
            <a:stCxn id="28" idx="3"/>
            <a:endCxn id="29" idx="1"/>
          </p:cNvCxnSpPr>
          <p:nvPr/>
        </p:nvCxnSpPr>
        <p:spPr>
          <a:xfrm>
            <a:off x="3429000" y="555480"/>
            <a:ext cx="1065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5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52_CONN_1_2"/>
          <p:cNvCxnSpPr>
            <a:stCxn id="9" idx="3"/>
            <a:endCxn id="10" idx="1"/>
          </p:cNvCxnSpPr>
          <p:nvPr/>
        </p:nvCxnSpPr>
        <p:spPr>
          <a:xfrm>
            <a:off x="1143000" y="595080"/>
            <a:ext cx="14688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52_CONN_2_SAFETY"/>
          <p:cNvCxnSpPr>
            <a:stCxn id="10" idx="3"/>
            <a:endCxn id="12" idx="1"/>
          </p:cNvCxnSpPr>
          <p:nvPr/>
        </p:nvCxnSpPr>
        <p:spPr>
          <a:xfrm>
            <a:off x="2171520" y="595080"/>
            <a:ext cx="200880" cy="18360"/>
          </a:xfrm>
          <a:prstGeom prst="bentConnector3">
            <a:avLst>
              <a:gd name="adj1" fmla="val 50089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3" name="F52_CONN_SAFETY_PRODUCE"/>
          <p:cNvCxnSpPr>
            <a:stCxn id="12" idx="3"/>
            <a:endCxn id="14" idx="1"/>
          </p:cNvCxnSpPr>
          <p:nvPr/>
        </p:nvCxnSpPr>
        <p:spPr>
          <a:xfrm>
            <a:off x="3200400" y="613080"/>
            <a:ext cx="228960" cy="6480"/>
          </a:xfrm>
          <a:prstGeom prst="bentConnector3">
            <a:avLst>
              <a:gd name="adj1" fmla="val 51496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5" name="F52_CONN_SAFETY_STOP"/>
          <p:cNvCxnSpPr>
            <a:stCxn id="12" idx="2"/>
            <a:endCxn id="16" idx="0"/>
          </p:cNvCxnSpPr>
          <p:nvPr/>
        </p:nvCxnSpPr>
        <p:spPr>
          <a:xfrm flipH="1" rot="16200000">
            <a:off x="2676240" y="993240"/>
            <a:ext cx="225720" cy="6120"/>
          </a:xfrm>
          <a:prstGeom prst="bentConnector3">
            <a:avLst>
              <a:gd name="adj1" fmla="val 51437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17" name="F52_CONN_3_4"/>
          <p:cNvCxnSpPr>
            <a:stCxn id="18" idx="2"/>
            <a:endCxn id="19" idx="0"/>
          </p:cNvCxnSpPr>
          <p:nvPr/>
        </p:nvCxnSpPr>
        <p:spPr>
          <a:xfrm flipH="1" rot="16200000">
            <a:off x="3443760" y="1240920"/>
            <a:ext cx="914760" cy="33480"/>
          </a:xfrm>
          <a:prstGeom prst="bentConnector3">
            <a:avLst>
              <a:gd name="adj1" fmla="val 50000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0" name="F52_CONN_4_5"/>
          <p:cNvCxnSpPr>
            <a:stCxn id="19" idx="1"/>
            <a:endCxn id="21" idx="3"/>
          </p:cNvCxnSpPr>
          <p:nvPr/>
        </p:nvCxnSpPr>
        <p:spPr>
          <a:xfrm rot="10800000">
            <a:off x="1229760" y="1919880"/>
            <a:ext cx="21477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2" name="F52_CONN_5_1"/>
          <p:cNvCxnSpPr>
            <a:stCxn id="23" idx="0"/>
            <a:endCxn id="24" idx="2"/>
          </p:cNvCxnSpPr>
          <p:nvPr/>
        </p:nvCxnSpPr>
        <p:spPr>
          <a:xfrm flipH="1" flipV="1" rot="5400000">
            <a:off x="190080" y="1249920"/>
            <a:ext cx="914760" cy="15840"/>
          </a:xfrm>
          <a:prstGeom prst="bentConnector3">
            <a:avLst>
              <a:gd name="adj1" fmla="val 50000"/>
            </a:avLst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sp>
        <p:nvSpPr>
          <p:cNvPr id="25" name="F52_NODE_1_BOUND"/>
          <p:cNvSpPr/>
          <p:nvPr/>
        </p:nvSpPr>
        <p:spPr>
          <a:xfrm>
            <a:off x="225000" y="389880"/>
            <a:ext cx="918000" cy="410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52_NODE_2_FREEZE"/>
          <p:cNvSpPr/>
          <p:nvPr/>
        </p:nvSpPr>
        <p:spPr>
          <a:xfrm>
            <a:off x="1289520" y="389880"/>
            <a:ext cx="882000" cy="410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52_NODE_SAFETY"/>
          <p:cNvSpPr/>
          <p:nvPr/>
        </p:nvSpPr>
        <p:spPr>
          <a:xfrm>
            <a:off x="2372040" y="343080"/>
            <a:ext cx="828360" cy="540360"/>
          </a:xfrm>
          <a:custGeom>
            <a:avLst/>
            <a:gdLst/>
            <a:ahLst/>
            <a:rect l="0" t="0" r="r" b="b"/>
            <a:pathLst>
              <a:path w="2301" h="1501">
                <a:moveTo>
                  <a:pt x="1151" y="0"/>
                </a:moveTo>
                <a:lnTo>
                  <a:pt x="2301" y="751"/>
                </a:lnTo>
                <a:lnTo>
                  <a:pt x="1151" y="1501"/>
                </a:lnTo>
                <a:lnTo>
                  <a:pt x="0" y="751"/>
                </a:lnTo>
                <a:lnTo>
                  <a:pt x="115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52_NODE_3_PRODUCE"/>
          <p:cNvSpPr/>
          <p:nvPr/>
        </p:nvSpPr>
        <p:spPr>
          <a:xfrm>
            <a:off x="3425400" y="389880"/>
            <a:ext cx="918000" cy="4104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52_NODE_STOP"/>
          <p:cNvSpPr/>
          <p:nvPr/>
        </p:nvSpPr>
        <p:spPr>
          <a:xfrm>
            <a:off x="2318400" y="1143360"/>
            <a:ext cx="882000" cy="424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52_NODE_4_INSPECT"/>
          <p:cNvSpPr/>
          <p:nvPr/>
        </p:nvSpPr>
        <p:spPr>
          <a:xfrm>
            <a:off x="3377520" y="1714680"/>
            <a:ext cx="1080000" cy="4104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52_NODE_5_RECORD"/>
          <p:cNvSpPr/>
          <p:nvPr/>
        </p:nvSpPr>
        <p:spPr>
          <a:xfrm>
            <a:off x="114120" y="1714680"/>
            <a:ext cx="1116000" cy="4104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52_NODE_UNIT"/>
          <p:cNvSpPr/>
          <p:nvPr/>
        </p:nvSpPr>
        <p:spPr>
          <a:xfrm>
            <a:off x="1060920" y="1143360"/>
            <a:ext cx="882000" cy="4104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F5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5.2 Bounded execution loop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52_LABEL_1_BOUND"/>
          <p:cNvSpPr txBox="1"/>
          <p:nvPr/>
        </p:nvSpPr>
        <p:spPr>
          <a:xfrm>
            <a:off x="228600" y="438120"/>
            <a:ext cx="853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Authorise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+ bound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52_LABEL_2_FREEZE"/>
          <p:cNvSpPr txBox="1"/>
          <p:nvPr/>
        </p:nvSpPr>
        <p:spPr>
          <a:xfrm>
            <a:off x="1371600" y="438120"/>
            <a:ext cx="817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Freeze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state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52_LABEL_SAFETY"/>
          <p:cNvSpPr txBox="1"/>
          <p:nvPr/>
        </p:nvSpPr>
        <p:spPr>
          <a:xfrm>
            <a:off x="2514600" y="457560"/>
            <a:ext cx="540000" cy="35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Safety gate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52_LABEL_3_PRODUCE"/>
          <p:cNvSpPr txBox="1"/>
          <p:nvPr/>
        </p:nvSpPr>
        <p:spPr>
          <a:xfrm>
            <a:off x="3429000" y="438120"/>
            <a:ext cx="853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Produce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candidate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52_LABEL_STOP"/>
          <p:cNvSpPr txBox="1"/>
          <p:nvPr/>
        </p:nvSpPr>
        <p:spPr>
          <a:xfrm>
            <a:off x="2383200" y="1108800"/>
            <a:ext cx="817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Stop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seek 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52_LABEL_4_INSPECT"/>
          <p:cNvSpPr txBox="1"/>
          <p:nvPr/>
        </p:nvSpPr>
        <p:spPr>
          <a:xfrm>
            <a:off x="3429000" y="1714680"/>
            <a:ext cx="1015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Inspect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+ dispose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52_LABEL_5_RECORD"/>
          <p:cNvSpPr txBox="1"/>
          <p:nvPr/>
        </p:nvSpPr>
        <p:spPr>
          <a:xfrm>
            <a:off x="114120" y="1714680"/>
            <a:ext cx="105120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Record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+ recover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52_LABEL_UNIT"/>
          <p:cNvSpPr txBox="1"/>
          <p:nvPr/>
        </p:nvSpPr>
        <p:spPr>
          <a:xfrm>
            <a:off x="1143000" y="1089720"/>
            <a:ext cx="817200" cy="510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Bounded unit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inspectable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52_NOTE_FAILED"/>
          <p:cNvSpPr txBox="1"/>
          <p:nvPr/>
        </p:nvSpPr>
        <p:spPr>
          <a:xfrm>
            <a:off x="1422000" y="2342880"/>
            <a:ext cx="2844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Failed and rejected work remains in the record.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61_BG_TITLE"/>
          <p:cNvSpPr/>
          <p:nvPr/>
        </p:nvSpPr>
        <p:spPr>
          <a:xfrm>
            <a:off x="36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61_CONN_5_6"/>
          <p:cNvCxnSpPr>
            <a:stCxn id="9" idx="2"/>
            <a:endCxn id="10" idx="0"/>
          </p:cNvCxnSpPr>
          <p:nvPr/>
        </p:nvCxnSpPr>
        <p:spPr>
          <a:xfrm flipH="1" rot="16200000">
            <a:off x="3791160" y="1219320"/>
            <a:ext cx="740160" cy="22320"/>
          </a:xfrm>
          <a:prstGeom prst="bentConnector3">
            <a:avLst>
              <a:gd name="adj1" fmla="val 50024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61_CONN_6_7"/>
          <p:cNvCxnSpPr>
            <a:stCxn id="12" idx="1"/>
            <a:endCxn id="13" idx="3"/>
          </p:cNvCxnSpPr>
          <p:nvPr/>
        </p:nvCxnSpPr>
        <p:spPr>
          <a:xfrm flipV="1" rot="10800000">
            <a:off x="3618720" y="1827360"/>
            <a:ext cx="153360" cy="3960"/>
          </a:xfrm>
          <a:prstGeom prst="bentConnector3">
            <a:avLst>
              <a:gd name="adj1" fmla="val 49882"/>
            </a:avLst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61_CONN_7_8"/>
          <p:cNvCxnSpPr>
            <a:stCxn id="13" idx="1"/>
            <a:endCxn id="15" idx="3"/>
          </p:cNvCxnSpPr>
          <p:nvPr/>
        </p:nvCxnSpPr>
        <p:spPr>
          <a:xfrm rot="10800000">
            <a:off x="2704320" y="1830960"/>
            <a:ext cx="153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6" name="F61_CONN_8_9"/>
          <p:cNvCxnSpPr>
            <a:stCxn id="15" idx="1"/>
            <a:endCxn id="17" idx="3"/>
          </p:cNvCxnSpPr>
          <p:nvPr/>
        </p:nvCxnSpPr>
        <p:spPr>
          <a:xfrm rot="10800000">
            <a:off x="1714320" y="1830960"/>
            <a:ext cx="2289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18" name="F61_NODE_1"/>
          <p:cNvSpPr/>
          <p:nvPr/>
        </p:nvSpPr>
        <p:spPr>
          <a:xfrm>
            <a:off x="108360" y="457560"/>
            <a:ext cx="806400" cy="460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61_NODE_2"/>
          <p:cNvSpPr/>
          <p:nvPr/>
        </p:nvSpPr>
        <p:spPr>
          <a:xfrm>
            <a:off x="1028880" y="457560"/>
            <a:ext cx="806400" cy="460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61_NODE_3"/>
          <p:cNvSpPr/>
          <p:nvPr/>
        </p:nvSpPr>
        <p:spPr>
          <a:xfrm>
            <a:off x="1943280" y="457560"/>
            <a:ext cx="806400" cy="460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F61_NODE_4"/>
          <p:cNvSpPr/>
          <p:nvPr/>
        </p:nvSpPr>
        <p:spPr>
          <a:xfrm>
            <a:off x="2851560" y="457560"/>
            <a:ext cx="806400" cy="460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61_NODE_5"/>
          <p:cNvSpPr/>
          <p:nvPr/>
        </p:nvSpPr>
        <p:spPr>
          <a:xfrm>
            <a:off x="3765960" y="457560"/>
            <a:ext cx="806400" cy="460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61_NODE_6"/>
          <p:cNvSpPr/>
          <p:nvPr/>
        </p:nvSpPr>
        <p:spPr>
          <a:xfrm>
            <a:off x="3772080" y="1596960"/>
            <a:ext cx="800280" cy="460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61_NODE_7"/>
          <p:cNvSpPr/>
          <p:nvPr/>
        </p:nvSpPr>
        <p:spPr>
          <a:xfrm>
            <a:off x="2857680" y="1600560"/>
            <a:ext cx="761400" cy="460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61_NODE_8"/>
          <p:cNvSpPr/>
          <p:nvPr/>
        </p:nvSpPr>
        <p:spPr>
          <a:xfrm>
            <a:off x="1943280" y="1600560"/>
            <a:ext cx="761400" cy="460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61_NODE_9"/>
          <p:cNvSpPr/>
          <p:nvPr/>
        </p:nvSpPr>
        <p:spPr>
          <a:xfrm>
            <a:off x="114480" y="1600560"/>
            <a:ext cx="1600200" cy="460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F61_LABEL_TITLE"/>
          <p:cNvSpPr txBox="1"/>
          <p:nvPr/>
        </p:nvSpPr>
        <p:spPr>
          <a:xfrm>
            <a:off x="15156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6.1 Evidence-to-claim ladder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61_LABEL_1"/>
          <p:cNvSpPr txBox="1"/>
          <p:nvPr/>
        </p:nvSpPr>
        <p:spPr>
          <a:xfrm>
            <a:off x="114480" y="457560"/>
            <a:ext cx="756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Accepted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work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61_LABEL_2"/>
          <p:cNvSpPr txBox="1"/>
          <p:nvPr/>
        </p:nvSpPr>
        <p:spPr>
          <a:xfrm>
            <a:off x="1073160" y="410400"/>
            <a:ext cx="756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Observe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feature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61_LABEL_3"/>
          <p:cNvSpPr txBox="1"/>
          <p:nvPr/>
        </p:nvSpPr>
        <p:spPr>
          <a:xfrm>
            <a:off x="1926360" y="497160"/>
            <a:ext cx="7560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Metric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61_LABEL_4"/>
          <p:cNvSpPr txBox="1"/>
          <p:nvPr/>
        </p:nvSpPr>
        <p:spPr>
          <a:xfrm>
            <a:off x="2857680" y="457560"/>
            <a:ext cx="7560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Compare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reference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61_LABEL_5"/>
          <p:cNvSpPr txBox="1"/>
          <p:nvPr/>
        </p:nvSpPr>
        <p:spPr>
          <a:xfrm>
            <a:off x="3772080" y="457560"/>
            <a:ext cx="7560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Evidence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61_LABEL_6"/>
          <p:cNvSpPr txBox="1"/>
          <p:nvPr/>
        </p:nvSpPr>
        <p:spPr>
          <a:xfrm>
            <a:off x="3772080" y="1600560"/>
            <a:ext cx="80028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6 Interpret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61_LABEL_7"/>
          <p:cNvSpPr txBox="1"/>
          <p:nvPr/>
        </p:nvSpPr>
        <p:spPr>
          <a:xfrm>
            <a:off x="2839680" y="1654560"/>
            <a:ext cx="9324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7 Claim boundary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61_LABEL_8"/>
          <p:cNvSpPr txBox="1"/>
          <p:nvPr/>
        </p:nvSpPr>
        <p:spPr>
          <a:xfrm>
            <a:off x="1829160" y="1654560"/>
            <a:ext cx="9324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8 Bounded claim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61_LABEL_9"/>
          <p:cNvSpPr txBox="1"/>
          <p:nvPr/>
        </p:nvSpPr>
        <p:spPr>
          <a:xfrm>
            <a:off x="457560" y="1654560"/>
            <a:ext cx="914400" cy="403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9 Contribution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61_NOTE_TOP"/>
          <p:cNvSpPr txBox="1"/>
          <p:nvPr/>
        </p:nvSpPr>
        <p:spPr>
          <a:xfrm>
            <a:off x="-54720" y="925200"/>
            <a:ext cx="4284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Observe and compare before interpreting.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61_NOTE_BOTTOM"/>
          <p:cNvSpPr txBox="1"/>
          <p:nvPr/>
        </p:nvSpPr>
        <p:spPr>
          <a:xfrm>
            <a:off x="198360" y="2334600"/>
            <a:ext cx="4212000" cy="21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No output-to-claim shortcut; no metric-to-contribution shortcut.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" name="F61_CONN_1_2"/>
          <p:cNvCxnSpPr>
            <a:stCxn id="18" idx="3"/>
            <a:endCxn id="19" idx="1"/>
          </p:cNvCxnSpPr>
          <p:nvPr/>
        </p:nvCxnSpPr>
        <p:spPr>
          <a:xfrm>
            <a:off x="914760" y="687960"/>
            <a:ext cx="11448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0" name="F61_CONN_2_3"/>
          <p:cNvCxnSpPr>
            <a:stCxn id="19" idx="3"/>
            <a:endCxn id="20" idx="1"/>
          </p:cNvCxnSpPr>
          <p:nvPr/>
        </p:nvCxnSpPr>
        <p:spPr>
          <a:xfrm>
            <a:off x="1835280" y="6879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1" name="F61_CONN_3_4"/>
          <p:cNvCxnSpPr>
            <a:stCxn id="20" idx="3"/>
            <a:endCxn id="21" idx="1"/>
          </p:cNvCxnSpPr>
          <p:nvPr/>
        </p:nvCxnSpPr>
        <p:spPr>
          <a:xfrm>
            <a:off x="2749680" y="687960"/>
            <a:ext cx="1022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42" name="F61_CONN_4_5"/>
          <p:cNvCxnSpPr>
            <a:stCxn id="21" idx="3"/>
            <a:endCxn id="22" idx="1"/>
          </p:cNvCxnSpPr>
          <p:nvPr/>
        </p:nvCxnSpPr>
        <p:spPr>
          <a:xfrm>
            <a:off x="3657960" y="6879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62_BG_TITLE"/>
          <p:cNvSpPr/>
          <p:nvPr/>
        </p:nvSpPr>
        <p:spPr>
          <a:xfrm>
            <a:off x="0" y="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62_CONN_CLAIM_1"/>
          <p:cNvCxnSpPr>
            <a:stCxn id="9" idx="1"/>
            <a:endCxn id="10" idx="2"/>
          </p:cNvCxnSpPr>
          <p:nvPr/>
        </p:nvCxnSpPr>
        <p:spPr>
          <a:xfrm rot="10800000">
            <a:off x="1848600" y="767520"/>
            <a:ext cx="428760" cy="40284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62_CONN_1_2"/>
          <p:cNvCxnSpPr>
            <a:stCxn id="10" idx="3"/>
            <a:endCxn id="12" idx="1"/>
          </p:cNvCxnSpPr>
          <p:nvPr/>
        </p:nvCxnSpPr>
        <p:spPr>
          <a:xfrm>
            <a:off x="2325600" y="555120"/>
            <a:ext cx="1497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62_CONN_2_3"/>
          <p:cNvCxnSpPr>
            <a:stCxn id="12" idx="3"/>
            <a:endCxn id="14" idx="1"/>
          </p:cNvCxnSpPr>
          <p:nvPr/>
        </p:nvCxnSpPr>
        <p:spPr>
          <a:xfrm>
            <a:off x="3429000" y="555120"/>
            <a:ext cx="189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62_CONN_3_4"/>
          <p:cNvCxnSpPr>
            <a:stCxn id="14" idx="2"/>
            <a:endCxn id="16" idx="0"/>
          </p:cNvCxnSpPr>
          <p:nvPr/>
        </p:nvCxnSpPr>
        <p:spPr>
          <a:xfrm rot="16200000">
            <a:off x="3678840" y="1183680"/>
            <a:ext cx="8330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62_CONN_4_5"/>
          <p:cNvCxnSpPr>
            <a:stCxn id="16" idx="1"/>
            <a:endCxn id="18" idx="3"/>
          </p:cNvCxnSpPr>
          <p:nvPr/>
        </p:nvCxnSpPr>
        <p:spPr>
          <a:xfrm rot="10800000">
            <a:off x="3353760" y="1812600"/>
            <a:ext cx="26424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62_CONN_5_6"/>
          <p:cNvCxnSpPr>
            <a:stCxn id="18" idx="1"/>
            <a:endCxn id="20" idx="3"/>
          </p:cNvCxnSpPr>
          <p:nvPr/>
        </p:nvCxnSpPr>
        <p:spPr>
          <a:xfrm rot="10800000">
            <a:off x="2097000" y="1812600"/>
            <a:ext cx="30348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1" name="F62_CONN_6_RETAIN"/>
          <p:cNvCxnSpPr>
            <a:stCxn id="22" idx="0"/>
            <a:endCxn id="23" idx="3"/>
          </p:cNvCxnSpPr>
          <p:nvPr/>
        </p:nvCxnSpPr>
        <p:spPr>
          <a:xfrm flipV="1" rot="16200000">
            <a:off x="1015560" y="879480"/>
            <a:ext cx="699480" cy="6735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4" name="F62_CONN_6_REPAIR"/>
          <p:cNvCxnSpPr>
            <a:stCxn id="20" idx="1"/>
            <a:endCxn id="25" idx="2"/>
          </p:cNvCxnSpPr>
          <p:nvPr/>
        </p:nvCxnSpPr>
        <p:spPr>
          <a:xfrm rot="10800000">
            <a:off x="615960" y="1631880"/>
            <a:ext cx="527040" cy="18108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26" name="F62_CONN_6_SUSPEND"/>
          <p:cNvCxnSpPr>
            <a:stCxn id="22" idx="2"/>
            <a:endCxn id="27" idx="2"/>
          </p:cNvCxnSpPr>
          <p:nvPr/>
        </p:nvCxnSpPr>
        <p:spPr>
          <a:xfrm rot="5400000">
            <a:off x="1085760" y="1587960"/>
            <a:ext cx="146520" cy="1085760"/>
          </a:xfrm>
          <a:prstGeom prst="bentConnector3">
            <a:avLst>
              <a:gd name="adj1" fmla="val 223152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28" name="F62_NODE_RETAIN"/>
          <p:cNvSpPr/>
          <p:nvPr/>
        </p:nvSpPr>
        <p:spPr>
          <a:xfrm>
            <a:off x="146520" y="704520"/>
            <a:ext cx="882000" cy="324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62_NODE_REPAIR"/>
          <p:cNvSpPr/>
          <p:nvPr/>
        </p:nvSpPr>
        <p:spPr>
          <a:xfrm>
            <a:off x="146520" y="1276200"/>
            <a:ext cx="882000" cy="3240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62_NODE_SUSPEND"/>
          <p:cNvSpPr/>
          <p:nvPr/>
        </p:nvSpPr>
        <p:spPr>
          <a:xfrm>
            <a:off x="146520" y="1847520"/>
            <a:ext cx="882000" cy="3240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62_NODE_CLAIM"/>
          <p:cNvSpPr/>
          <p:nvPr/>
        </p:nvSpPr>
        <p:spPr>
          <a:xfrm>
            <a:off x="2277000" y="914400"/>
            <a:ext cx="1152000" cy="5112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F62_NODE_1_BOUND"/>
          <p:cNvSpPr/>
          <p:nvPr/>
        </p:nvSpPr>
        <p:spPr>
          <a:xfrm>
            <a:off x="1371600" y="342720"/>
            <a:ext cx="9540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62_NODE_2_MATCH"/>
          <p:cNvSpPr/>
          <p:nvPr/>
        </p:nvSpPr>
        <p:spPr>
          <a:xfrm>
            <a:off x="2475000" y="342720"/>
            <a:ext cx="9540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62_NODE_3_CHARACTERISE"/>
          <p:cNvSpPr/>
          <p:nvPr/>
        </p:nvSpPr>
        <p:spPr>
          <a:xfrm>
            <a:off x="3618000" y="342720"/>
            <a:ext cx="954000" cy="424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62_NODE_4_CHALLENGE"/>
          <p:cNvSpPr/>
          <p:nvPr/>
        </p:nvSpPr>
        <p:spPr>
          <a:xfrm>
            <a:off x="3618000" y="1600200"/>
            <a:ext cx="954000" cy="4248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62_NODE_5_REPRODUCE"/>
          <p:cNvSpPr/>
          <p:nvPr/>
        </p:nvSpPr>
        <p:spPr>
          <a:xfrm>
            <a:off x="2400120" y="1600200"/>
            <a:ext cx="954000" cy="424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62_NODE_6_DECIDE"/>
          <p:cNvSpPr/>
          <p:nvPr/>
        </p:nvSpPr>
        <p:spPr>
          <a:xfrm>
            <a:off x="1143000" y="1600200"/>
            <a:ext cx="954000" cy="4248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62_LABEL_TITLE"/>
          <p:cNvSpPr txBox="1"/>
          <p:nvPr/>
        </p:nvSpPr>
        <p:spPr>
          <a:xfrm>
            <a:off x="151200" y="-504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6.2 Claim stress test and gate returns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62_LABEL_OUTCOMES"/>
          <p:cNvSpPr txBox="1"/>
          <p:nvPr/>
        </p:nvSpPr>
        <p:spPr>
          <a:xfrm>
            <a:off x="110520" y="342720"/>
            <a:ext cx="918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DECISION OUTCOMES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62_LABEL_RETAIN"/>
          <p:cNvSpPr txBox="1"/>
          <p:nvPr/>
        </p:nvSpPr>
        <p:spPr>
          <a:xfrm>
            <a:off x="204120" y="685800"/>
            <a:ext cx="82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Retain / qualify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62_LABEL_REPAIR"/>
          <p:cNvSpPr txBox="1"/>
          <p:nvPr/>
        </p:nvSpPr>
        <p:spPr>
          <a:xfrm>
            <a:off x="204120" y="1257120"/>
            <a:ext cx="82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Repair / return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62_LABEL_SUSPEND"/>
          <p:cNvSpPr txBox="1"/>
          <p:nvPr/>
        </p:nvSpPr>
        <p:spPr>
          <a:xfrm>
            <a:off x="204120" y="1828800"/>
            <a:ext cx="824400" cy="37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Reopen / suspend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62_LABEL_CLAIM"/>
          <p:cNvSpPr txBox="1"/>
          <p:nvPr/>
        </p:nvSpPr>
        <p:spPr>
          <a:xfrm>
            <a:off x="2286000" y="918000"/>
            <a:ext cx="1087200" cy="45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Minimum claim</a:t>
            </a:r>
            <a:endParaRPr b="0" lang="en-US" sz="9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candidate wording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62_LABEL_1_BOUND"/>
          <p:cNvSpPr txBox="1"/>
          <p:nvPr/>
        </p:nvSpPr>
        <p:spPr>
          <a:xfrm>
            <a:off x="1396800" y="295560"/>
            <a:ext cx="889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1 Bound claim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scope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62_LABEL_2_MATCH"/>
          <p:cNvSpPr txBox="1"/>
          <p:nvPr/>
        </p:nvSpPr>
        <p:spPr>
          <a:xfrm>
            <a:off x="2514600" y="295560"/>
            <a:ext cx="889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2 Match route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comparison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62_LABEL_3_CHARACTERISE"/>
          <p:cNvSpPr txBox="1"/>
          <p:nvPr/>
        </p:nvSpPr>
        <p:spPr>
          <a:xfrm>
            <a:off x="3657600" y="311400"/>
            <a:ext cx="889200" cy="48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3 Characterise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uncertainty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62_LABEL_4_CHALLENGE"/>
          <p:cNvSpPr txBox="1"/>
          <p:nvPr/>
        </p:nvSpPr>
        <p:spPr>
          <a:xfrm>
            <a:off x="3657600" y="1582920"/>
            <a:ext cx="9144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4 Challenge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counter-evidence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62_LABEL_5_REPRODUCE"/>
          <p:cNvSpPr txBox="1"/>
          <p:nvPr/>
        </p:nvSpPr>
        <p:spPr>
          <a:xfrm>
            <a:off x="2425320" y="1553040"/>
            <a:ext cx="889200" cy="504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5 Reproduce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or audit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62_LABEL_6_DECIDE"/>
          <p:cNvSpPr txBox="1"/>
          <p:nvPr/>
        </p:nvSpPr>
        <p:spPr>
          <a:xfrm>
            <a:off x="1257120" y="1565640"/>
            <a:ext cx="889200" cy="491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6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6 Decide</a:t>
            </a:r>
            <a:endParaRPr b="0" lang="en-US" sz="9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111111"/>
                </a:solidFill>
                <a:effectLst/>
                <a:uFillTx/>
                <a:latin typeface="Arial"/>
              </a:rPr>
              <a:t>claim + fallback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62_NOTE_SCOPE"/>
          <p:cNvSpPr txBox="1"/>
          <p:nvPr/>
        </p:nvSpPr>
        <p:spPr>
          <a:xfrm>
            <a:off x="1193400" y="2514600"/>
            <a:ext cx="3150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Weak evidence narrows or suspends; it never strengthens wording.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71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71_NODE_RECORD_BAND"/>
          <p:cNvSpPr/>
          <p:nvPr/>
        </p:nvSpPr>
        <p:spPr>
          <a:xfrm>
            <a:off x="126000" y="335160"/>
            <a:ext cx="4356000" cy="46512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71_CONN_RECORDS_SPINE"/>
          <p:cNvCxnSpPr>
            <a:stCxn id="8" idx="2"/>
            <a:endCxn id="10" idx="0"/>
          </p:cNvCxnSpPr>
          <p:nvPr/>
        </p:nvCxnSpPr>
        <p:spPr>
          <a:xfrm rot="16200000">
            <a:off x="2266560" y="837720"/>
            <a:ext cx="7524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1" name="F71_CONN_SPINE_1_2"/>
          <p:cNvCxnSpPr>
            <a:stCxn id="12" idx="3"/>
            <a:endCxn id="13" idx="1"/>
          </p:cNvCxnSpPr>
          <p:nvPr/>
        </p:nvCxnSpPr>
        <p:spPr>
          <a:xfrm>
            <a:off x="810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71_CONN_SPINE_2_3"/>
          <p:cNvCxnSpPr>
            <a:stCxn id="13" idx="3"/>
            <a:endCxn id="15" idx="1"/>
          </p:cNvCxnSpPr>
          <p:nvPr/>
        </p:nvCxnSpPr>
        <p:spPr>
          <a:xfrm>
            <a:off x="1656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6" name="F71_CONN_SPINE_3_4"/>
          <p:cNvCxnSpPr>
            <a:stCxn id="15" idx="3"/>
            <a:endCxn id="17" idx="1"/>
          </p:cNvCxnSpPr>
          <p:nvPr/>
        </p:nvCxnSpPr>
        <p:spPr>
          <a:xfrm>
            <a:off x="2538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8" name="F71_CONN_SPINE_4_5"/>
          <p:cNvCxnSpPr>
            <a:stCxn id="17" idx="3"/>
            <a:endCxn id="19" idx="1"/>
          </p:cNvCxnSpPr>
          <p:nvPr/>
        </p:nvCxnSpPr>
        <p:spPr>
          <a:xfrm>
            <a:off x="3312000" y="1217160"/>
            <a:ext cx="10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0" name="F71_CONN_SPINE_1_BUS"/>
          <p:cNvCxnSpPr>
            <a:stCxn id="12" idx="2"/>
            <a:endCxn id="21" idx="0"/>
          </p:cNvCxnSpPr>
          <p:nvPr/>
        </p:nvCxnSpPr>
        <p:spPr>
          <a:xfrm rot="16200000">
            <a:off x="376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2" name="F71_CONN_SPINE_2_BUS"/>
          <p:cNvCxnSpPr>
            <a:stCxn id="13" idx="2"/>
            <a:endCxn id="23" idx="0"/>
          </p:cNvCxnSpPr>
          <p:nvPr/>
        </p:nvCxnSpPr>
        <p:spPr>
          <a:xfrm rot="16200000">
            <a:off x="1186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4" name="F71_CONN_SPINE_3_BUS"/>
          <p:cNvCxnSpPr>
            <a:stCxn id="15" idx="2"/>
            <a:endCxn id="25" idx="0"/>
          </p:cNvCxnSpPr>
          <p:nvPr/>
        </p:nvCxnSpPr>
        <p:spPr>
          <a:xfrm rot="16200000">
            <a:off x="2050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6" name="F71_CONN_SPINE_4_BUS"/>
          <p:cNvCxnSpPr>
            <a:stCxn id="17" idx="2"/>
            <a:endCxn id="27" idx="0"/>
          </p:cNvCxnSpPr>
          <p:nvPr/>
        </p:nvCxnSpPr>
        <p:spPr>
          <a:xfrm rot="16200000">
            <a:off x="2878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28" name="F71_CONN_SPINE_5_BUS"/>
          <p:cNvCxnSpPr>
            <a:stCxn id="19" idx="2"/>
            <a:endCxn id="29" idx="0"/>
          </p:cNvCxnSpPr>
          <p:nvPr/>
        </p:nvCxnSpPr>
        <p:spPr>
          <a:xfrm rot="16200000">
            <a:off x="3841200" y="1436760"/>
            <a:ext cx="2019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0" name="F71_CONN_BUS_SECTION_1"/>
          <p:cNvCxnSpPr>
            <a:stCxn id="31" idx="2"/>
            <a:endCxn id="32" idx="0"/>
          </p:cNvCxnSpPr>
          <p:nvPr/>
        </p:nvCxnSpPr>
        <p:spPr>
          <a:xfrm rot="16200000">
            <a:off x="4446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3" name="F71_CONN_BUS_SECTION_2"/>
          <p:cNvCxnSpPr>
            <a:stCxn id="34" idx="2"/>
            <a:endCxn id="35" idx="0"/>
          </p:cNvCxnSpPr>
          <p:nvPr/>
        </p:nvCxnSpPr>
        <p:spPr>
          <a:xfrm rot="16200000">
            <a:off x="1312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6" name="F71_CONN_BUS_SECTION_3"/>
          <p:cNvCxnSpPr>
            <a:stCxn id="37" idx="2"/>
            <a:endCxn id="38" idx="0"/>
          </p:cNvCxnSpPr>
          <p:nvPr/>
        </p:nvCxnSpPr>
        <p:spPr>
          <a:xfrm rot="16200000">
            <a:off x="2104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39" name="F71_CONN_BUS_SECTION_4"/>
          <p:cNvCxnSpPr>
            <a:stCxn id="40" idx="2"/>
            <a:endCxn id="41" idx="0"/>
          </p:cNvCxnSpPr>
          <p:nvPr/>
        </p:nvCxnSpPr>
        <p:spPr>
          <a:xfrm rot="16200000">
            <a:off x="2824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42" name="F71_CONN_BUS_SECTION_5"/>
          <p:cNvCxnSpPr>
            <a:stCxn id="43" idx="2"/>
            <a:endCxn id="44" idx="0"/>
          </p:cNvCxnSpPr>
          <p:nvPr/>
        </p:nvCxnSpPr>
        <p:spPr>
          <a:xfrm rot="16200000">
            <a:off x="3715200" y="1677960"/>
            <a:ext cx="209160" cy="3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sp>
        <p:nvSpPr>
          <p:cNvPr id="45" name="F71_NODE_RECORD_1"/>
          <p:cNvSpPr/>
          <p:nvPr/>
        </p:nvSpPr>
        <p:spPr>
          <a:xfrm>
            <a:off x="1440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71_NODE_RECORD_2"/>
          <p:cNvSpPr/>
          <p:nvPr/>
        </p:nvSpPr>
        <p:spPr>
          <a:xfrm>
            <a:off x="10296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71_NODE_RECORD_3"/>
          <p:cNvSpPr/>
          <p:nvPr/>
        </p:nvSpPr>
        <p:spPr>
          <a:xfrm>
            <a:off x="19152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71_NODE_RECORD_4"/>
          <p:cNvSpPr/>
          <p:nvPr/>
        </p:nvSpPr>
        <p:spPr>
          <a:xfrm>
            <a:off x="28008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71_NODE_RECORD_5"/>
          <p:cNvSpPr/>
          <p:nvPr/>
        </p:nvSpPr>
        <p:spPr>
          <a:xfrm>
            <a:off x="3686400" y="504360"/>
            <a:ext cx="777600" cy="2088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71_NODE_SPINE_CAP"/>
          <p:cNvSpPr/>
          <p:nvPr/>
        </p:nvSpPr>
        <p:spPr>
          <a:xfrm>
            <a:off x="1807200" y="875160"/>
            <a:ext cx="993600" cy="172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F71_NODE_SPINE_1"/>
          <p:cNvSpPr/>
          <p:nvPr/>
        </p:nvSpPr>
        <p:spPr>
          <a:xfrm>
            <a:off x="144000" y="1098360"/>
            <a:ext cx="666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71_NODE_SPINE_2"/>
          <p:cNvSpPr/>
          <p:nvPr/>
        </p:nvSpPr>
        <p:spPr>
          <a:xfrm>
            <a:off x="918000" y="1098360"/>
            <a:ext cx="738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71_NODE_SPINE_3"/>
          <p:cNvSpPr/>
          <p:nvPr/>
        </p:nvSpPr>
        <p:spPr>
          <a:xfrm>
            <a:off x="1764000" y="1098360"/>
            <a:ext cx="774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F71_NODE_SPINE_4"/>
          <p:cNvSpPr/>
          <p:nvPr/>
        </p:nvSpPr>
        <p:spPr>
          <a:xfrm>
            <a:off x="2646000" y="1098360"/>
            <a:ext cx="666000" cy="237600"/>
          </a:xfrm>
          <a:prstGeom prst="rect">
            <a:avLst/>
          </a:pr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F71_NODE_SPINE_5"/>
          <p:cNvSpPr/>
          <p:nvPr/>
        </p:nvSpPr>
        <p:spPr>
          <a:xfrm>
            <a:off x="3420000" y="1098360"/>
            <a:ext cx="1044000" cy="237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F71_NODE_REUSE_BUS"/>
          <p:cNvSpPr/>
          <p:nvPr/>
        </p:nvSpPr>
        <p:spPr>
          <a:xfrm>
            <a:off x="324000" y="1548360"/>
            <a:ext cx="3960000" cy="21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-28800" bIns="-288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71_NODE_REUSE_IN_1"/>
          <p:cNvSpPr/>
          <p:nvPr/>
        </p:nvSpPr>
        <p:spPr>
          <a:xfrm>
            <a:off x="459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F71_NODE_REUSE_IN_2"/>
          <p:cNvSpPr/>
          <p:nvPr/>
        </p:nvSpPr>
        <p:spPr>
          <a:xfrm>
            <a:off x="1269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F71_NODE_REUSE_IN_3"/>
          <p:cNvSpPr/>
          <p:nvPr/>
        </p:nvSpPr>
        <p:spPr>
          <a:xfrm>
            <a:off x="2133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71_NODE_REUSE_IN_4"/>
          <p:cNvSpPr/>
          <p:nvPr/>
        </p:nvSpPr>
        <p:spPr>
          <a:xfrm>
            <a:off x="2961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71_NODE_REUSE_IN_5"/>
          <p:cNvSpPr/>
          <p:nvPr/>
        </p:nvSpPr>
        <p:spPr>
          <a:xfrm>
            <a:off x="3924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71_NODE_REUSE_OUT_1"/>
          <p:cNvSpPr/>
          <p:nvPr/>
        </p:nvSpPr>
        <p:spPr>
          <a:xfrm>
            <a:off x="5310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71_NODE_SECTION_1"/>
          <p:cNvSpPr/>
          <p:nvPr/>
        </p:nvSpPr>
        <p:spPr>
          <a:xfrm>
            <a:off x="144000" y="1782360"/>
            <a:ext cx="810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71_NODE_REUSE_OUT_2"/>
          <p:cNvSpPr/>
          <p:nvPr/>
        </p:nvSpPr>
        <p:spPr>
          <a:xfrm>
            <a:off x="1398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71_NODE_SECTION_2"/>
          <p:cNvSpPr/>
          <p:nvPr/>
        </p:nvSpPr>
        <p:spPr>
          <a:xfrm>
            <a:off x="1029600" y="1782360"/>
            <a:ext cx="774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71_NODE_REUSE_OUT_3"/>
          <p:cNvSpPr/>
          <p:nvPr/>
        </p:nvSpPr>
        <p:spPr>
          <a:xfrm>
            <a:off x="2190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71_NODE_SECTION_3"/>
          <p:cNvSpPr/>
          <p:nvPr/>
        </p:nvSpPr>
        <p:spPr>
          <a:xfrm>
            <a:off x="1893600" y="1782360"/>
            <a:ext cx="630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71_NODE_REUSE_OUT_4"/>
          <p:cNvSpPr/>
          <p:nvPr/>
        </p:nvSpPr>
        <p:spPr>
          <a:xfrm>
            <a:off x="2910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71_NODE_SECTION_4"/>
          <p:cNvSpPr/>
          <p:nvPr/>
        </p:nvSpPr>
        <p:spPr>
          <a:xfrm>
            <a:off x="2613600" y="1782360"/>
            <a:ext cx="630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71_NODE_REUSE_OUT_5"/>
          <p:cNvSpPr/>
          <p:nvPr/>
        </p:nvSpPr>
        <p:spPr>
          <a:xfrm>
            <a:off x="3801600" y="1537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71_NODE_SECTION_5"/>
          <p:cNvSpPr/>
          <p:nvPr/>
        </p:nvSpPr>
        <p:spPr>
          <a:xfrm>
            <a:off x="3333600" y="1782360"/>
            <a:ext cx="9720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71_NOTE_RULE"/>
          <p:cNvSpPr/>
          <p:nvPr/>
        </p:nvSpPr>
        <p:spPr>
          <a:xfrm>
            <a:off x="288000" y="2333160"/>
            <a:ext cx="4032000" cy="2448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71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7.1 Gate records to thesis argument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F71_LABEL_RECORD_BAND"/>
          <p:cNvSpPr txBox="1"/>
          <p:nvPr/>
        </p:nvSpPr>
        <p:spPr>
          <a:xfrm>
            <a:off x="180000" y="30888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GATE RECORDS — authorised inputs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F71_LABEL_RECORD_1"/>
          <p:cNvSpPr txBox="1"/>
          <p:nvPr/>
        </p:nvSpPr>
        <p:spPr>
          <a:xfrm>
            <a:off x="1728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Problem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F71_LABEL_RECORD_2"/>
          <p:cNvSpPr txBox="1"/>
          <p:nvPr/>
        </p:nvSpPr>
        <p:spPr>
          <a:xfrm>
            <a:off x="10584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F71_LABEL_RECORD_3"/>
          <p:cNvSpPr txBox="1"/>
          <p:nvPr/>
        </p:nvSpPr>
        <p:spPr>
          <a:xfrm>
            <a:off x="19440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Design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F71_LABEL_RECORD_4"/>
          <p:cNvSpPr txBox="1"/>
          <p:nvPr/>
        </p:nvSpPr>
        <p:spPr>
          <a:xfrm>
            <a:off x="28296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Execution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F71_LABEL_RECORD_5"/>
          <p:cNvSpPr txBox="1"/>
          <p:nvPr/>
        </p:nvSpPr>
        <p:spPr>
          <a:xfrm>
            <a:off x="3715200" y="509040"/>
            <a:ext cx="7200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Claim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71_LABEL_SPINE_CAP"/>
          <p:cNvSpPr txBox="1"/>
          <p:nvPr/>
        </p:nvSpPr>
        <p:spPr>
          <a:xfrm>
            <a:off x="1728000" y="849240"/>
            <a:ext cx="1152000" cy="224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ANSWER SPINE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71_LABEL_SPINE_1"/>
          <p:cNvSpPr txBox="1"/>
          <p:nvPr/>
        </p:nvSpPr>
        <p:spPr>
          <a:xfrm>
            <a:off x="172800" y="1117440"/>
            <a:ext cx="608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Question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F71_LABEL_SPINE_2"/>
          <p:cNvSpPr txBox="1"/>
          <p:nvPr/>
        </p:nvSpPr>
        <p:spPr>
          <a:xfrm>
            <a:off x="946800" y="1063080"/>
            <a:ext cx="6804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Route / method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F71_LABEL_SPINE_3"/>
          <p:cNvSpPr txBox="1"/>
          <p:nvPr/>
        </p:nvSpPr>
        <p:spPr>
          <a:xfrm>
            <a:off x="1792800" y="1063080"/>
            <a:ext cx="7164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 / result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71_LABEL_SPINE_4"/>
          <p:cNvSpPr txBox="1"/>
          <p:nvPr/>
        </p:nvSpPr>
        <p:spPr>
          <a:xfrm>
            <a:off x="2674800" y="1117440"/>
            <a:ext cx="608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71_LABEL_SPINE_5"/>
          <p:cNvSpPr txBox="1"/>
          <p:nvPr/>
        </p:nvSpPr>
        <p:spPr>
          <a:xfrm>
            <a:off x="3448800" y="1117440"/>
            <a:ext cx="986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Contribution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71_LABEL_SECTION_1"/>
          <p:cNvSpPr txBox="1"/>
          <p:nvPr/>
        </p:nvSpPr>
        <p:spPr>
          <a:xfrm>
            <a:off x="172800" y="18014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Introduction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71_LABEL_SECTION_2"/>
          <p:cNvSpPr txBox="1"/>
          <p:nvPr/>
        </p:nvSpPr>
        <p:spPr>
          <a:xfrm>
            <a:off x="1058400" y="1801440"/>
            <a:ext cx="716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Knowledge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71_LABEL_SECTION_3"/>
          <p:cNvSpPr txBox="1"/>
          <p:nvPr/>
        </p:nvSpPr>
        <p:spPr>
          <a:xfrm>
            <a:off x="1922400" y="1801440"/>
            <a:ext cx="57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Method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F71_LABEL_SECTION_4"/>
          <p:cNvSpPr txBox="1"/>
          <p:nvPr/>
        </p:nvSpPr>
        <p:spPr>
          <a:xfrm>
            <a:off x="2642400" y="1801440"/>
            <a:ext cx="57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Results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F71_LABEL_SECTION_5"/>
          <p:cNvSpPr txBox="1"/>
          <p:nvPr/>
        </p:nvSpPr>
        <p:spPr>
          <a:xfrm>
            <a:off x="3362400" y="1801440"/>
            <a:ext cx="914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Discussion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F71_NOTE_SECTION_CAPTION"/>
          <p:cNvSpPr txBox="1"/>
          <p:nvPr/>
        </p:nvSpPr>
        <p:spPr>
          <a:xfrm>
            <a:off x="414000" y="2047680"/>
            <a:ext cx="3780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Shared reuse bus: any spine element may support several sections.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F71_LABEL_RULE"/>
          <p:cNvSpPr txBox="1"/>
          <p:nvPr/>
        </p:nvSpPr>
        <p:spPr>
          <a:xfrm>
            <a:off x="360000" y="2277000"/>
            <a:ext cx="3888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Records are sources, not chapters; reuse preserves identity and boundary.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7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72_NODE_SECTION_BAND"/>
          <p:cNvSpPr/>
          <p:nvPr/>
        </p:nvSpPr>
        <p:spPr>
          <a:xfrm>
            <a:off x="126000" y="360360"/>
            <a:ext cx="4356000" cy="5580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F72_NODE_PARAGRAPH_BAND"/>
          <p:cNvSpPr/>
          <p:nvPr/>
        </p:nvSpPr>
        <p:spPr>
          <a:xfrm>
            <a:off x="126000" y="1209960"/>
            <a:ext cx="4356000" cy="583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F72_CONN_SECTION_1_2"/>
          <p:cNvCxnSpPr>
            <a:stCxn id="11" idx="3"/>
            <a:endCxn id="12" idx="1"/>
          </p:cNvCxnSpPr>
          <p:nvPr/>
        </p:nvCxnSpPr>
        <p:spPr>
          <a:xfrm>
            <a:off x="954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72_CONN_SECTION_2_3"/>
          <p:cNvCxnSpPr>
            <a:stCxn id="12" idx="3"/>
            <a:endCxn id="14" idx="1"/>
          </p:cNvCxnSpPr>
          <p:nvPr/>
        </p:nvCxnSpPr>
        <p:spPr>
          <a:xfrm>
            <a:off x="1818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72_CONN_SECTION_3_4"/>
          <p:cNvCxnSpPr>
            <a:stCxn id="14" idx="3"/>
            <a:endCxn id="16" idx="1"/>
          </p:cNvCxnSpPr>
          <p:nvPr/>
        </p:nvCxnSpPr>
        <p:spPr>
          <a:xfrm>
            <a:off x="2682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72_CONN_SECTION_4_5"/>
          <p:cNvCxnSpPr>
            <a:stCxn id="16" idx="3"/>
            <a:endCxn id="18" idx="1"/>
          </p:cNvCxnSpPr>
          <p:nvPr/>
        </p:nvCxnSpPr>
        <p:spPr>
          <a:xfrm>
            <a:off x="3546000" y="68796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9" name="F72_CONN_PARAGRAPH_1_2"/>
          <p:cNvCxnSpPr>
            <a:stCxn id="20" idx="3"/>
            <a:endCxn id="21" idx="1"/>
          </p:cNvCxnSpPr>
          <p:nvPr/>
        </p:nvCxnSpPr>
        <p:spPr>
          <a:xfrm>
            <a:off x="1116000" y="1566360"/>
            <a:ext cx="180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2" name="F72_CONN_PARAGRAPH_2_3"/>
          <p:cNvCxnSpPr>
            <a:stCxn id="21" idx="3"/>
            <a:endCxn id="23" idx="1"/>
          </p:cNvCxnSpPr>
          <p:nvPr/>
        </p:nvCxnSpPr>
        <p:spPr>
          <a:xfrm>
            <a:off x="2214000" y="1566360"/>
            <a:ext cx="180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4" name="F72_CONN_PARAGRAPH_3_4"/>
          <p:cNvCxnSpPr>
            <a:stCxn id="23" idx="3"/>
            <a:endCxn id="25" idx="1"/>
          </p:cNvCxnSpPr>
          <p:nvPr/>
        </p:nvCxnSpPr>
        <p:spPr>
          <a:xfrm>
            <a:off x="3312000" y="1566360"/>
            <a:ext cx="180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26" name="F72_NODE_SECTION_1"/>
          <p:cNvSpPr/>
          <p:nvPr/>
        </p:nvSpPr>
        <p:spPr>
          <a:xfrm>
            <a:off x="144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72_NODE_SECTION_2"/>
          <p:cNvSpPr/>
          <p:nvPr/>
        </p:nvSpPr>
        <p:spPr>
          <a:xfrm>
            <a:off x="1008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72_NODE_SECTION_3"/>
          <p:cNvSpPr/>
          <p:nvPr/>
        </p:nvSpPr>
        <p:spPr>
          <a:xfrm>
            <a:off x="1872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72_NODE_SECTION_4"/>
          <p:cNvSpPr/>
          <p:nvPr/>
        </p:nvSpPr>
        <p:spPr>
          <a:xfrm>
            <a:off x="2736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72_NODE_SECTION_5"/>
          <p:cNvSpPr/>
          <p:nvPr/>
        </p:nvSpPr>
        <p:spPr>
          <a:xfrm>
            <a:off x="3600000" y="569160"/>
            <a:ext cx="8100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72_NODE_PARAGRAPH_1"/>
          <p:cNvSpPr/>
          <p:nvPr/>
        </p:nvSpPr>
        <p:spPr>
          <a:xfrm>
            <a:off x="198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72_NODE_PARAGRAPH_2"/>
          <p:cNvSpPr/>
          <p:nvPr/>
        </p:nvSpPr>
        <p:spPr>
          <a:xfrm>
            <a:off x="1296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72_NODE_PARAGRAPH_3"/>
          <p:cNvSpPr/>
          <p:nvPr/>
        </p:nvSpPr>
        <p:spPr>
          <a:xfrm>
            <a:off x="2394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72_NODE_PARAGRAPH_4"/>
          <p:cNvSpPr/>
          <p:nvPr/>
        </p:nvSpPr>
        <p:spPr>
          <a:xfrm>
            <a:off x="3492000" y="1433160"/>
            <a:ext cx="918000" cy="2664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72_NOTE_DELETE"/>
          <p:cNvSpPr/>
          <p:nvPr/>
        </p:nvSpPr>
        <p:spPr>
          <a:xfrm>
            <a:off x="396000" y="2214360"/>
            <a:ext cx="3816000" cy="2448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7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7.2 Section and paragraph contracts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72_LABEL_SECTION_BAND"/>
          <p:cNvSpPr txBox="1"/>
          <p:nvPr/>
        </p:nvSpPr>
        <p:spPr>
          <a:xfrm>
            <a:off x="180000" y="33408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SECTION CONTRACT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72_LABEL_SECTION_1"/>
          <p:cNvSpPr txBox="1"/>
          <p:nvPr/>
        </p:nvSpPr>
        <p:spPr>
          <a:xfrm>
            <a:off x="172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Promise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72_LABEL_SECTION_2"/>
          <p:cNvSpPr txBox="1"/>
          <p:nvPr/>
        </p:nvSpPr>
        <p:spPr>
          <a:xfrm>
            <a:off x="1036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72_LABEL_SECTION_3"/>
          <p:cNvSpPr txBox="1"/>
          <p:nvPr/>
        </p:nvSpPr>
        <p:spPr>
          <a:xfrm>
            <a:off x="1900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Reasoning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72_LABEL_SECTION_4"/>
          <p:cNvSpPr txBox="1"/>
          <p:nvPr/>
        </p:nvSpPr>
        <p:spPr>
          <a:xfrm>
            <a:off x="2764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72_LABEL_SECTION_5"/>
          <p:cNvSpPr txBox="1"/>
          <p:nvPr/>
        </p:nvSpPr>
        <p:spPr>
          <a:xfrm>
            <a:off x="3628800" y="588240"/>
            <a:ext cx="752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Hand-off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72_LABEL_PARAGRAPH_BAND"/>
          <p:cNvSpPr txBox="1"/>
          <p:nvPr/>
        </p:nvSpPr>
        <p:spPr>
          <a:xfrm>
            <a:off x="180000" y="118368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PARAGRAPH REASONING TEST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72_LABEL_PARAGRAPH_1"/>
          <p:cNvSpPr txBox="1"/>
          <p:nvPr/>
        </p:nvSpPr>
        <p:spPr>
          <a:xfrm>
            <a:off x="226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Claim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72_LABEL_PARAGRAPH_2"/>
          <p:cNvSpPr txBox="1"/>
          <p:nvPr/>
        </p:nvSpPr>
        <p:spPr>
          <a:xfrm>
            <a:off x="1324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72_LABEL_PARAGRAPH_3"/>
          <p:cNvSpPr txBox="1"/>
          <p:nvPr/>
        </p:nvSpPr>
        <p:spPr>
          <a:xfrm>
            <a:off x="2422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Reasoning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72_LABEL_PARAGRAPH_4"/>
          <p:cNvSpPr txBox="1"/>
          <p:nvPr/>
        </p:nvSpPr>
        <p:spPr>
          <a:xfrm>
            <a:off x="3520800" y="1466640"/>
            <a:ext cx="8604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Boundary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72_NOTE_SECTION"/>
          <p:cNvSpPr txBox="1"/>
          <p:nvPr/>
        </p:nvSpPr>
        <p:spPr>
          <a:xfrm>
            <a:off x="396000" y="931680"/>
            <a:ext cx="3816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Establish → justify → delimit → hand off.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72_NOTE_PARAGRAPH"/>
          <p:cNvSpPr txBox="1"/>
          <p:nvPr/>
        </p:nvSpPr>
        <p:spPr>
          <a:xfrm>
            <a:off x="378000" y="1817280"/>
            <a:ext cx="3852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Claim + evidence still requires an explicit inferential link.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72_LABEL_DELETE"/>
          <p:cNvSpPr txBox="1"/>
          <p:nvPr/>
        </p:nvSpPr>
        <p:spPr>
          <a:xfrm>
            <a:off x="468000" y="2158200"/>
            <a:ext cx="3672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Deletion test: if nothing essential changes, merge, move or delete.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81_BG_TITLE"/>
          <p:cNvSpPr/>
          <p:nvPr/>
        </p:nvSpPr>
        <p:spPr>
          <a:xfrm>
            <a:off x="0" y="108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81_NODE_SEMANTIC_BAND"/>
          <p:cNvSpPr/>
          <p:nvPr/>
        </p:nvSpPr>
        <p:spPr>
          <a:xfrm>
            <a:off x="126000" y="353880"/>
            <a:ext cx="4356000" cy="90432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F81_NODE_TECH_BAND"/>
          <p:cNvSpPr/>
          <p:nvPr/>
        </p:nvSpPr>
        <p:spPr>
          <a:xfrm>
            <a:off x="126000" y="1343880"/>
            <a:ext cx="4356000" cy="943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" name="F81_CONN_SEM_1_2"/>
          <p:cNvCxnSpPr>
            <a:stCxn id="11" idx="3"/>
            <a:endCxn id="12" idx="1"/>
          </p:cNvCxnSpPr>
          <p:nvPr/>
        </p:nvCxnSpPr>
        <p:spPr>
          <a:xfrm>
            <a:off x="720000" y="67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3" name="F81_CONN_SEM_2_3"/>
          <p:cNvCxnSpPr>
            <a:stCxn id="12" idx="3"/>
            <a:endCxn id="14" idx="1"/>
          </p:cNvCxnSpPr>
          <p:nvPr/>
        </p:nvCxnSpPr>
        <p:spPr>
          <a:xfrm>
            <a:off x="1368000" y="67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5" name="F81_CONN_SEM_3_4"/>
          <p:cNvCxnSpPr>
            <a:stCxn id="14" idx="3"/>
            <a:endCxn id="16" idx="1"/>
          </p:cNvCxnSpPr>
          <p:nvPr/>
        </p:nvCxnSpPr>
        <p:spPr>
          <a:xfrm>
            <a:off x="2016000" y="67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81_CONN_SEM_4_CHECK"/>
          <p:cNvCxnSpPr>
            <a:stCxn id="16" idx="3"/>
            <a:endCxn id="18" idx="1"/>
          </p:cNvCxnSpPr>
          <p:nvPr/>
        </p:nvCxnSpPr>
        <p:spPr>
          <a:xfrm>
            <a:off x="2664000" y="677880"/>
            <a:ext cx="795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9" name="F81_CONN_CHECK_LOCK"/>
          <p:cNvCxnSpPr>
            <a:stCxn id="18" idx="3"/>
            <a:endCxn id="20" idx="1"/>
          </p:cNvCxnSpPr>
          <p:nvPr/>
        </p:nvCxnSpPr>
        <p:spPr>
          <a:xfrm>
            <a:off x="3434760" y="677880"/>
            <a:ext cx="25560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1" name="F81_CONN_CHECK_RETURN"/>
          <p:cNvCxnSpPr>
            <a:stCxn id="18" idx="2"/>
            <a:endCxn id="22" idx="0"/>
          </p:cNvCxnSpPr>
          <p:nvPr/>
        </p:nvCxnSpPr>
        <p:spPr>
          <a:xfrm flipH="1" rot="16200000">
            <a:off x="3020400" y="947880"/>
            <a:ext cx="150120" cy="13680"/>
          </a:xfrm>
          <a:prstGeom prst="bentConnector3">
            <a:avLst>
              <a:gd name="adj1" fmla="val 49759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cxnSp>
        <p:nvCxnSpPr>
          <p:cNvPr id="23" name="F81_CONN_TECH_1_2"/>
          <p:cNvCxnSpPr>
            <a:stCxn id="24" idx="3"/>
            <a:endCxn id="25" idx="1"/>
          </p:cNvCxnSpPr>
          <p:nvPr/>
        </p:nvCxnSpPr>
        <p:spPr>
          <a:xfrm>
            <a:off x="720000" y="166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6" name="F81_CONN_TECH_2_3"/>
          <p:cNvCxnSpPr>
            <a:stCxn id="25" idx="3"/>
            <a:endCxn id="27" idx="1"/>
          </p:cNvCxnSpPr>
          <p:nvPr/>
        </p:nvCxnSpPr>
        <p:spPr>
          <a:xfrm>
            <a:off x="1368000" y="166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8" name="F81_CONN_TECH_3_4"/>
          <p:cNvCxnSpPr>
            <a:stCxn id="27" idx="3"/>
            <a:endCxn id="29" idx="1"/>
          </p:cNvCxnSpPr>
          <p:nvPr/>
        </p:nvCxnSpPr>
        <p:spPr>
          <a:xfrm>
            <a:off x="2016000" y="1667880"/>
            <a:ext cx="1011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30" name="F81_CONN_TECH_4_CHECK"/>
          <p:cNvCxnSpPr>
            <a:stCxn id="29" idx="3"/>
            <a:endCxn id="31" idx="1"/>
          </p:cNvCxnSpPr>
          <p:nvPr/>
        </p:nvCxnSpPr>
        <p:spPr>
          <a:xfrm>
            <a:off x="2664000" y="1667880"/>
            <a:ext cx="795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32" name="F81_CONN_CHECK_VERIFIED"/>
          <p:cNvCxnSpPr>
            <a:stCxn id="31" idx="3"/>
            <a:endCxn id="33" idx="1"/>
          </p:cNvCxnSpPr>
          <p:nvPr/>
        </p:nvCxnSpPr>
        <p:spPr>
          <a:xfrm>
            <a:off x="3434760" y="1667880"/>
            <a:ext cx="255600" cy="360"/>
          </a:xfrm>
          <a:prstGeom prst="bentConnector2">
            <a:avLst/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34" name="F81_CONN_CHECK_REPAIR"/>
          <p:cNvCxnSpPr>
            <a:stCxn id="31" idx="2"/>
            <a:endCxn id="35" idx="0"/>
          </p:cNvCxnSpPr>
          <p:nvPr/>
        </p:nvCxnSpPr>
        <p:spPr>
          <a:xfrm flipH="1" rot="16200000">
            <a:off x="3013200" y="1945080"/>
            <a:ext cx="189000" cy="38160"/>
          </a:xfrm>
          <a:prstGeom prst="bentConnector3">
            <a:avLst>
              <a:gd name="adj1" fmla="val 49809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36" name="F81_NODE_SEM_1"/>
          <p:cNvSpPr/>
          <p:nvPr/>
        </p:nvSpPr>
        <p:spPr>
          <a:xfrm>
            <a:off x="172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81_NODE_SEM_2"/>
          <p:cNvSpPr/>
          <p:nvPr/>
        </p:nvSpPr>
        <p:spPr>
          <a:xfrm>
            <a:off x="820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81_NODE_SEM_3"/>
          <p:cNvSpPr/>
          <p:nvPr/>
        </p:nvSpPr>
        <p:spPr>
          <a:xfrm>
            <a:off x="1468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81_NODE_SEM_4"/>
          <p:cNvSpPr/>
          <p:nvPr/>
        </p:nvSpPr>
        <p:spPr>
          <a:xfrm>
            <a:off x="2116800" y="559080"/>
            <a:ext cx="547200" cy="237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81_NODE_SEM_CHECK"/>
          <p:cNvSpPr/>
          <p:nvPr/>
        </p:nvSpPr>
        <p:spPr>
          <a:xfrm>
            <a:off x="2743200" y="476280"/>
            <a:ext cx="691560" cy="403560"/>
          </a:xfrm>
          <a:custGeom>
            <a:avLst/>
            <a:gdLst/>
            <a:ahLst/>
            <a:rect l="0" t="0" r="r" b="b"/>
            <a:pathLst>
              <a:path w="1921" h="1121">
                <a:moveTo>
                  <a:pt x="961" y="0"/>
                </a:moveTo>
                <a:lnTo>
                  <a:pt x="1921" y="561"/>
                </a:lnTo>
                <a:lnTo>
                  <a:pt x="961" y="1121"/>
                </a:lnTo>
                <a:lnTo>
                  <a:pt x="0" y="561"/>
                </a:lnTo>
                <a:lnTo>
                  <a:pt x="96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81_NODE_BASELINE"/>
          <p:cNvSpPr/>
          <p:nvPr/>
        </p:nvSpPr>
        <p:spPr>
          <a:xfrm>
            <a:off x="3690000" y="559080"/>
            <a:ext cx="648000" cy="237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81_NODE_RETURN_GATE"/>
          <p:cNvSpPr/>
          <p:nvPr/>
        </p:nvSpPr>
        <p:spPr>
          <a:xfrm>
            <a:off x="2661120" y="1029600"/>
            <a:ext cx="882000" cy="1800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81_NODE_TECH_1"/>
          <p:cNvSpPr/>
          <p:nvPr/>
        </p:nvSpPr>
        <p:spPr>
          <a:xfrm>
            <a:off x="172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81_NODE_TECH_2"/>
          <p:cNvSpPr/>
          <p:nvPr/>
        </p:nvSpPr>
        <p:spPr>
          <a:xfrm>
            <a:off x="820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81_NODE_TECH_3"/>
          <p:cNvSpPr/>
          <p:nvPr/>
        </p:nvSpPr>
        <p:spPr>
          <a:xfrm>
            <a:off x="1468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81_NODE_TECH_4"/>
          <p:cNvSpPr/>
          <p:nvPr/>
        </p:nvSpPr>
        <p:spPr>
          <a:xfrm>
            <a:off x="2116800" y="1549080"/>
            <a:ext cx="547200" cy="2376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81_NODE_TECH_CHECK"/>
          <p:cNvSpPr/>
          <p:nvPr/>
        </p:nvSpPr>
        <p:spPr>
          <a:xfrm>
            <a:off x="2743200" y="1466280"/>
            <a:ext cx="691560" cy="403560"/>
          </a:xfrm>
          <a:custGeom>
            <a:avLst/>
            <a:gdLst/>
            <a:ahLst/>
            <a:rect l="0" t="0" r="r" b="b"/>
            <a:pathLst>
              <a:path w="1921" h="1121">
                <a:moveTo>
                  <a:pt x="961" y="0"/>
                </a:moveTo>
                <a:lnTo>
                  <a:pt x="1921" y="561"/>
                </a:lnTo>
                <a:lnTo>
                  <a:pt x="961" y="1121"/>
                </a:lnTo>
                <a:lnTo>
                  <a:pt x="0" y="561"/>
                </a:lnTo>
                <a:lnTo>
                  <a:pt x="961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81_NODE_PROOF_VERIFIED"/>
          <p:cNvSpPr/>
          <p:nvPr/>
        </p:nvSpPr>
        <p:spPr>
          <a:xfrm>
            <a:off x="3690000" y="1549080"/>
            <a:ext cx="648000" cy="2376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81_NODE_REPAIR"/>
          <p:cNvSpPr/>
          <p:nvPr/>
        </p:nvSpPr>
        <p:spPr>
          <a:xfrm>
            <a:off x="2595600" y="2058480"/>
            <a:ext cx="1062000" cy="172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81_NOTE_RULE"/>
          <p:cNvSpPr/>
          <p:nvPr/>
        </p:nvSpPr>
        <p:spPr>
          <a:xfrm>
            <a:off x="306000" y="2384280"/>
            <a:ext cx="3996000" cy="3600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81_LABEL_TITLE"/>
          <p:cNvSpPr txBox="1"/>
          <p:nvPr/>
        </p:nvSpPr>
        <p:spPr>
          <a:xfrm>
            <a:off x="151200" y="-396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8.1 Semantic revision and proof control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81_LABEL_SEMANTIC_BAND"/>
          <p:cNvSpPr txBox="1"/>
          <p:nvPr/>
        </p:nvSpPr>
        <p:spPr>
          <a:xfrm>
            <a:off x="180000" y="32760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SEMANTIC CLOSURE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81_LABEL_SEM_1"/>
          <p:cNvSpPr txBox="1"/>
          <p:nvPr/>
        </p:nvSpPr>
        <p:spPr>
          <a:xfrm>
            <a:off x="201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Study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F81_LABEL_SEM_2"/>
          <p:cNvSpPr txBox="1"/>
          <p:nvPr/>
        </p:nvSpPr>
        <p:spPr>
          <a:xfrm>
            <a:off x="849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Macro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F81_LABEL_SEM_3"/>
          <p:cNvSpPr txBox="1"/>
          <p:nvPr/>
        </p:nvSpPr>
        <p:spPr>
          <a:xfrm>
            <a:off x="1497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Meso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F81_LABEL_SEM_4"/>
          <p:cNvSpPr txBox="1"/>
          <p:nvPr/>
        </p:nvSpPr>
        <p:spPr>
          <a:xfrm>
            <a:off x="2145600" y="57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Micro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F81_LABEL_SEM_CHECK"/>
          <p:cNvSpPr txBox="1"/>
          <p:nvPr/>
        </p:nvSpPr>
        <p:spPr>
          <a:xfrm>
            <a:off x="2822400" y="533880"/>
            <a:ext cx="5328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Same?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F81_LABEL_BASELINE"/>
          <p:cNvSpPr txBox="1"/>
          <p:nvPr/>
        </p:nvSpPr>
        <p:spPr>
          <a:xfrm>
            <a:off x="3718800" y="525240"/>
            <a:ext cx="590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lock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F81_LABEL_RETURN_GATE"/>
          <p:cNvSpPr txBox="1"/>
          <p:nvPr/>
        </p:nvSpPr>
        <p:spPr>
          <a:xfrm>
            <a:off x="2743200" y="987840"/>
            <a:ext cx="824400" cy="2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Return 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F81_EDGE_NO_SEM"/>
          <p:cNvSpPr txBox="1"/>
          <p:nvPr/>
        </p:nvSpPr>
        <p:spPr>
          <a:xfrm>
            <a:off x="2791800" y="724680"/>
            <a:ext cx="1800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F81_LABEL_TECH_BAND"/>
          <p:cNvSpPr txBox="1"/>
          <p:nvPr/>
        </p:nvSpPr>
        <p:spPr>
          <a:xfrm>
            <a:off x="180000" y="1317600"/>
            <a:ext cx="4248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TECHNICAL PROOF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F81_LABEL_TECH_1"/>
          <p:cNvSpPr txBox="1"/>
          <p:nvPr/>
        </p:nvSpPr>
        <p:spPr>
          <a:xfrm>
            <a:off x="201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DOCX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81_LABEL_TECH_2"/>
          <p:cNvSpPr txBox="1"/>
          <p:nvPr/>
        </p:nvSpPr>
        <p:spPr>
          <a:xfrm>
            <a:off x="849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Stories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F81_LABEL_TECH_3"/>
          <p:cNvSpPr txBox="1"/>
          <p:nvPr/>
        </p:nvSpPr>
        <p:spPr>
          <a:xfrm>
            <a:off x="1497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PDF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F81_LABEL_TECH_4"/>
          <p:cNvSpPr txBox="1"/>
          <p:nvPr/>
        </p:nvSpPr>
        <p:spPr>
          <a:xfrm>
            <a:off x="2145600" y="1568160"/>
            <a:ext cx="4896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Pages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81_LABEL_TECH_CHECK"/>
          <p:cNvSpPr txBox="1"/>
          <p:nvPr/>
        </p:nvSpPr>
        <p:spPr>
          <a:xfrm>
            <a:off x="2822400" y="1523880"/>
            <a:ext cx="532800" cy="2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Clean?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F81_LABEL_PROOF_VERIFIED"/>
          <p:cNvSpPr txBox="1"/>
          <p:nvPr/>
        </p:nvSpPr>
        <p:spPr>
          <a:xfrm>
            <a:off x="3718800" y="1515240"/>
            <a:ext cx="590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verified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81_LABEL_REPAIR"/>
          <p:cNvSpPr txBox="1"/>
          <p:nvPr/>
        </p:nvSpPr>
        <p:spPr>
          <a:xfrm>
            <a:off x="2682000" y="2058480"/>
            <a:ext cx="975600" cy="19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Repair + repeat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F81_EDGE_NO_TECH"/>
          <p:cNvSpPr txBox="1"/>
          <p:nvPr/>
        </p:nvSpPr>
        <p:spPr>
          <a:xfrm>
            <a:off x="2721600" y="1752840"/>
            <a:ext cx="1800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F81_NOTE_SEMANTIC"/>
          <p:cNvSpPr txBox="1"/>
          <p:nvPr/>
        </p:nvSpPr>
        <p:spPr>
          <a:xfrm>
            <a:off x="295200" y="803520"/>
            <a:ext cx="214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macro structure · meso section function · micro wording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F81_NOTE_TECH"/>
          <p:cNvSpPr txBox="1"/>
          <p:nvPr/>
        </p:nvSpPr>
        <p:spPr>
          <a:xfrm>
            <a:off x="295200" y="1797120"/>
            <a:ext cx="214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master file · all story ranges · tagged export · page inspection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F81_LABEL_RULE"/>
          <p:cNvSpPr txBox="1"/>
          <p:nvPr/>
        </p:nvSpPr>
        <p:spPr>
          <a:xfrm>
            <a:off x="376920" y="2401200"/>
            <a:ext cx="385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Semantic failure returns to research authority; technical failure returns to the artefact.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82_NODE_REPAIR"/>
          <p:cNvSpPr/>
          <p:nvPr/>
        </p:nvSpPr>
        <p:spPr>
          <a:xfrm>
            <a:off x="3657600" y="1587240"/>
            <a:ext cx="828000" cy="4734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F82_BG_TITLE"/>
          <p:cNvSpPr/>
          <p:nvPr/>
        </p:nvSpPr>
        <p:spPr>
          <a:xfrm>
            <a:off x="0" y="324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82_CONN_CORE_PACKAGE"/>
          <p:cNvCxnSpPr>
            <a:stCxn id="10" idx="1"/>
            <a:endCxn id="11" idx="0"/>
          </p:cNvCxnSpPr>
          <p:nvPr/>
        </p:nvCxnSpPr>
        <p:spPr>
          <a:xfrm flipV="1" rot="10800000">
            <a:off x="828000" y="1194840"/>
            <a:ext cx="72360" cy="457560"/>
          </a:xfrm>
          <a:prstGeom prst="bentConnector2">
            <a:avLst/>
          </a:prstGeom>
          <a:ln w="10800">
            <a:solidFill>
              <a:srgbClr val="666666"/>
            </a:solidFill>
            <a:round/>
            <a:tailEnd len="med" type="triangle" w="med"/>
          </a:ln>
        </p:spPr>
      </p:cxnSp>
      <p:cxnSp>
        <p:nvCxnSpPr>
          <p:cNvPr id="12" name="F82_CONN_CORE_EQUIV"/>
          <p:cNvCxnSpPr>
            <a:stCxn id="10" idx="2"/>
            <a:endCxn id="13" idx="0"/>
          </p:cNvCxnSpPr>
          <p:nvPr/>
        </p:nvCxnSpPr>
        <p:spPr>
          <a:xfrm rot="5400000">
            <a:off x="2215440" y="1515240"/>
            <a:ext cx="160560" cy="16560"/>
          </a:xfrm>
          <a:prstGeom prst="bentConnector3">
            <a:avLst>
              <a:gd name="adj1" fmla="val 50337"/>
            </a:avLst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4" name="F82_CONN_EQUIV_LOCK"/>
          <p:cNvCxnSpPr>
            <a:stCxn id="13" idx="3"/>
            <a:endCxn id="15" idx="1"/>
          </p:cNvCxnSpPr>
          <p:nvPr/>
        </p:nvCxnSpPr>
        <p:spPr>
          <a:xfrm flipV="1">
            <a:off x="2747160" y="1847160"/>
            <a:ext cx="225000" cy="12240"/>
          </a:xfrm>
          <a:prstGeom prst="bentConnector3">
            <a:avLst>
              <a:gd name="adj1" fmla="val 50000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16" name="F82_CONN_EQUIV_REPAIR"/>
          <p:cNvCxnSpPr>
            <a:stCxn id="13" idx="1"/>
            <a:endCxn id="17" idx="2"/>
          </p:cNvCxnSpPr>
          <p:nvPr/>
        </p:nvCxnSpPr>
        <p:spPr>
          <a:xfrm flipH="1" flipV="1" rot="10800000">
            <a:off x="1828800" y="1858680"/>
            <a:ext cx="2243880" cy="156960"/>
          </a:xfrm>
          <a:prstGeom prst="bentConnector4">
            <a:avLst>
              <a:gd name="adj1" fmla="val -8311"/>
              <a:gd name="adj2" fmla="val 282528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18" name="F82_NODE_HEADLINE"/>
          <p:cNvSpPr/>
          <p:nvPr/>
        </p:nvSpPr>
        <p:spPr>
          <a:xfrm>
            <a:off x="162000" y="399240"/>
            <a:ext cx="13320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F82_NODE_MANUSCRIPT"/>
          <p:cNvSpPr/>
          <p:nvPr/>
        </p:nvSpPr>
        <p:spPr>
          <a:xfrm>
            <a:off x="3114000" y="399240"/>
            <a:ext cx="1332000" cy="4320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F82_NODE_CORE"/>
          <p:cNvSpPr/>
          <p:nvPr/>
        </p:nvSpPr>
        <p:spPr>
          <a:xfrm>
            <a:off x="900000" y="946440"/>
            <a:ext cx="2808000" cy="4968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F82_NODE_PACKAGE"/>
          <p:cNvSpPr/>
          <p:nvPr/>
        </p:nvSpPr>
        <p:spPr>
          <a:xfrm>
            <a:off x="162000" y="1652040"/>
            <a:ext cx="1332000" cy="4320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F82_NODE_EQUIV"/>
          <p:cNvSpPr/>
          <p:nvPr/>
        </p:nvSpPr>
        <p:spPr>
          <a:xfrm>
            <a:off x="1828800" y="1603440"/>
            <a:ext cx="918360" cy="511560"/>
          </a:xfrm>
          <a:custGeom>
            <a:avLst/>
            <a:gdLst/>
            <a:ahLst/>
            <a:rect l="0" t="0" r="r" b="b"/>
            <a:pathLst>
              <a:path w="2551" h="1421">
                <a:moveTo>
                  <a:pt x="1276" y="0"/>
                </a:moveTo>
                <a:lnTo>
                  <a:pt x="2551" y="711"/>
                </a:lnTo>
                <a:lnTo>
                  <a:pt x="1276" y="1421"/>
                </a:lnTo>
                <a:lnTo>
                  <a:pt x="0" y="711"/>
                </a:lnTo>
                <a:lnTo>
                  <a:pt x="1276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82_NODE_LOCK"/>
          <p:cNvSpPr/>
          <p:nvPr/>
        </p:nvSpPr>
        <p:spPr>
          <a:xfrm>
            <a:off x="2971800" y="1717560"/>
            <a:ext cx="576000" cy="259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82_NOTE_EQUIV"/>
          <p:cNvSpPr/>
          <p:nvPr/>
        </p:nvSpPr>
        <p:spPr>
          <a:xfrm>
            <a:off x="324000" y="2361240"/>
            <a:ext cx="3960000" cy="223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82_LABEL_TITLE"/>
          <p:cNvSpPr txBox="1"/>
          <p:nvPr/>
        </p:nvSpPr>
        <p:spPr>
          <a:xfrm>
            <a:off x="151200" y="-180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8.2 One-study consistency lock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82_LABEL_HEADLINE"/>
          <p:cNvSpPr txBox="1"/>
          <p:nvPr/>
        </p:nvSpPr>
        <p:spPr>
          <a:xfrm>
            <a:off x="198000" y="408240"/>
            <a:ext cx="1260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Headline layer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COMPRESSES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title · abstract · keywords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82_LABEL_MANUSCRIPT"/>
          <p:cNvSpPr txBox="1"/>
          <p:nvPr/>
        </p:nvSpPr>
        <p:spPr>
          <a:xfrm>
            <a:off x="3150000" y="408240"/>
            <a:ext cx="1260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Manuscript layer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EXPRESSES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promise · evidence · limit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82_LABEL_CORE"/>
          <p:cNvSpPr txBox="1"/>
          <p:nvPr/>
        </p:nvSpPr>
        <p:spPr>
          <a:xfrm>
            <a:off x="936000" y="952920"/>
            <a:ext cx="2736000" cy="483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AUTHORITATIVE STUDY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same question · route · units · counts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8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uncertainty · claim scope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82_LABEL_PACKAGE"/>
          <p:cNvSpPr txBox="1"/>
          <p:nvPr/>
        </p:nvSpPr>
        <p:spPr>
          <a:xfrm>
            <a:off x="198000" y="1661040"/>
            <a:ext cx="1260000" cy="41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Package layer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metadata · file · version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82_LABEL_EQUIV"/>
          <p:cNvSpPr txBox="1"/>
          <p:nvPr/>
        </p:nvSpPr>
        <p:spPr>
          <a:xfrm>
            <a:off x="1869120" y="1664640"/>
            <a:ext cx="759600" cy="396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Equivalent?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82_LABEL_LOCK"/>
          <p:cNvSpPr txBox="1"/>
          <p:nvPr/>
        </p:nvSpPr>
        <p:spPr>
          <a:xfrm>
            <a:off x="2971800" y="1717560"/>
            <a:ext cx="518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lock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82_LABEL_REPAIR"/>
          <p:cNvSpPr txBox="1"/>
          <p:nvPr/>
        </p:nvSpPr>
        <p:spPr>
          <a:xfrm>
            <a:off x="3687120" y="1603440"/>
            <a:ext cx="770400" cy="41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repair earliest layer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82_LABEL_EQUIV_RULE"/>
          <p:cNvSpPr txBox="1"/>
          <p:nvPr/>
        </p:nvSpPr>
        <p:spPr>
          <a:xfrm>
            <a:off x="396000" y="2363760"/>
            <a:ext cx="3816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Compression may shorten detail; it may not alter identity or claim scope.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" name="F82_CONN_CORE_MANUSCRIPT"/>
          <p:cNvCxnSpPr>
            <a:stCxn id="20" idx="0"/>
            <a:endCxn id="27" idx="1"/>
          </p:cNvCxnSpPr>
          <p:nvPr/>
        </p:nvCxnSpPr>
        <p:spPr>
          <a:xfrm flipH="1" flipV="1" rot="5400000">
            <a:off x="2561040" y="357480"/>
            <a:ext cx="331920" cy="846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35" name="F82_CONN_CORE_HEADLINE"/>
          <p:cNvCxnSpPr>
            <a:stCxn id="20" idx="0"/>
            <a:endCxn id="26" idx="3"/>
          </p:cNvCxnSpPr>
          <p:nvPr/>
        </p:nvCxnSpPr>
        <p:spPr>
          <a:xfrm flipV="1" rot="16200000">
            <a:off x="1715400" y="357480"/>
            <a:ext cx="331920" cy="846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91_BG_TITLE"/>
          <p:cNvSpPr/>
          <p:nvPr/>
        </p:nvSpPr>
        <p:spPr>
          <a:xfrm>
            <a:off x="0" y="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F91_NODE_CHECKLIST_BAND"/>
          <p:cNvSpPr/>
          <p:nvPr/>
        </p:nvSpPr>
        <p:spPr>
          <a:xfrm>
            <a:off x="162000" y="1490400"/>
            <a:ext cx="4284000" cy="61920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" name="F91_CONN_TOP_1_2"/>
          <p:cNvCxnSpPr>
            <a:stCxn id="10" idx="3"/>
            <a:endCxn id="11" idx="1"/>
          </p:cNvCxnSpPr>
          <p:nvPr/>
        </p:nvCxnSpPr>
        <p:spPr>
          <a:xfrm>
            <a:off x="738000" y="554400"/>
            <a:ext cx="54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2" name="F91_CONN_TOP_2_3"/>
          <p:cNvCxnSpPr>
            <a:stCxn id="11" idx="3"/>
            <a:endCxn id="13" idx="1"/>
          </p:cNvCxnSpPr>
          <p:nvPr/>
        </p:nvCxnSpPr>
        <p:spPr>
          <a:xfrm>
            <a:off x="1494000" y="554400"/>
            <a:ext cx="72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91_CONN_TOP_3_4"/>
          <p:cNvCxnSpPr>
            <a:stCxn id="13" idx="3"/>
            <a:endCxn id="15" idx="1"/>
          </p:cNvCxnSpPr>
          <p:nvPr/>
        </p:nvCxnSpPr>
        <p:spPr>
          <a:xfrm>
            <a:off x="2160000" y="554400"/>
            <a:ext cx="72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6" name="F91_CONN_TOP_4_CHECK"/>
          <p:cNvCxnSpPr>
            <a:stCxn id="15" idx="3"/>
            <a:endCxn id="17" idx="1"/>
          </p:cNvCxnSpPr>
          <p:nvPr/>
        </p:nvCxnSpPr>
        <p:spPr>
          <a:xfrm>
            <a:off x="3078000" y="554400"/>
            <a:ext cx="54360" cy="360"/>
          </a:xfrm>
          <a:prstGeom prst="bentConnector2">
            <a:avLst/>
          </a:prstGeom>
          <a:ln w="14400">
            <a:solidFill>
              <a:srgbClr val="a66a00"/>
            </a:solidFill>
            <a:round/>
            <a:tailEnd len="med" type="triangle" w="med"/>
          </a:ln>
        </p:spPr>
      </p:cxnSp>
      <p:cxnSp>
        <p:nvCxnSpPr>
          <p:cNvPr id="18" name="F91_CONN_CHECK_DEFENCE"/>
          <p:cNvCxnSpPr>
            <a:stCxn id="17" idx="3"/>
            <a:endCxn id="19" idx="1"/>
          </p:cNvCxnSpPr>
          <p:nvPr/>
        </p:nvCxnSpPr>
        <p:spPr>
          <a:xfrm flipV="1">
            <a:off x="3762360" y="550080"/>
            <a:ext cx="151560" cy="4680"/>
          </a:xfrm>
          <a:prstGeom prst="bentConnector3">
            <a:avLst>
              <a:gd name="adj1" fmla="val 50000"/>
            </a:avLst>
          </a:prstGeom>
          <a:ln w="14400">
            <a:solidFill>
              <a:srgbClr val="548235"/>
            </a:solidFill>
            <a:round/>
            <a:tailEnd len="med" type="triangle" w="med"/>
          </a:ln>
        </p:spPr>
      </p:cxnSp>
      <p:cxnSp>
        <p:nvCxnSpPr>
          <p:cNvPr id="20" name="F91_CONN_CHECK_RETURN"/>
          <p:cNvCxnSpPr>
            <a:stCxn id="17" idx="2"/>
            <a:endCxn id="21" idx="0"/>
          </p:cNvCxnSpPr>
          <p:nvPr/>
        </p:nvCxnSpPr>
        <p:spPr>
          <a:xfrm flipH="1" rot="16200000">
            <a:off x="3358080" y="841320"/>
            <a:ext cx="180360" cy="2880"/>
          </a:xfrm>
          <a:prstGeom prst="bentConnector3">
            <a:avLst>
              <a:gd name="adj1" fmla="val 49800"/>
            </a:avLst>
          </a:prstGeom>
          <a:ln w="16200">
            <a:solidFill>
              <a:srgbClr val="b22222"/>
            </a:solidFill>
            <a:round/>
            <a:tailEnd len="med" type="triangle" w="med"/>
          </a:ln>
        </p:spPr>
      </p:cxnSp>
      <p:sp>
        <p:nvSpPr>
          <p:cNvPr id="22" name="F91_NODE_TOP_1"/>
          <p:cNvSpPr/>
          <p:nvPr/>
        </p:nvSpPr>
        <p:spPr>
          <a:xfrm>
            <a:off x="144000" y="417600"/>
            <a:ext cx="594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F91_NODE_TOP_2"/>
          <p:cNvSpPr/>
          <p:nvPr/>
        </p:nvSpPr>
        <p:spPr>
          <a:xfrm>
            <a:off x="792000" y="417600"/>
            <a:ext cx="702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91_NODE_TOP_3"/>
          <p:cNvSpPr/>
          <p:nvPr/>
        </p:nvSpPr>
        <p:spPr>
          <a:xfrm>
            <a:off x="1566000" y="417600"/>
            <a:ext cx="594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F91_NODE_TOP_4"/>
          <p:cNvSpPr/>
          <p:nvPr/>
        </p:nvSpPr>
        <p:spPr>
          <a:xfrm>
            <a:off x="2232000" y="417600"/>
            <a:ext cx="846000" cy="2736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91_NODE_READY_CHECK"/>
          <p:cNvSpPr/>
          <p:nvPr/>
        </p:nvSpPr>
        <p:spPr>
          <a:xfrm>
            <a:off x="3132000" y="356400"/>
            <a:ext cx="630360" cy="396360"/>
          </a:xfrm>
          <a:custGeom>
            <a:avLst/>
            <a:gdLst/>
            <a:ahLst/>
            <a:rect l="0" t="0" r="r" b="b"/>
            <a:pathLst>
              <a:path w="1751" h="1101">
                <a:moveTo>
                  <a:pt x="876" y="0"/>
                </a:moveTo>
                <a:lnTo>
                  <a:pt x="1751" y="551"/>
                </a:lnTo>
                <a:lnTo>
                  <a:pt x="876" y="1101"/>
                </a:lnTo>
                <a:lnTo>
                  <a:pt x="0" y="551"/>
                </a:lnTo>
                <a:lnTo>
                  <a:pt x="876" y="0"/>
                </a:lnTo>
                <a:close/>
              </a:path>
            </a:pathLst>
          </a:custGeom>
          <a:solidFill>
            <a:srgbClr val="fff2cc"/>
          </a:solidFill>
          <a:ln w="12600">
            <a:solidFill>
              <a:srgbClr val="a66a0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91_NODE_DEFENCE"/>
          <p:cNvSpPr/>
          <p:nvPr/>
        </p:nvSpPr>
        <p:spPr>
          <a:xfrm>
            <a:off x="3913560" y="420480"/>
            <a:ext cx="594000" cy="2592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91_NODE_RETURN"/>
          <p:cNvSpPr/>
          <p:nvPr/>
        </p:nvSpPr>
        <p:spPr>
          <a:xfrm>
            <a:off x="3017520" y="932760"/>
            <a:ext cx="864000" cy="244800"/>
          </a:xfrm>
          <a:prstGeom prst="rect">
            <a:avLst/>
          </a:prstGeom>
          <a:solidFill>
            <a:srgbClr val="fce4e4"/>
          </a:solidFill>
          <a:ln w="14400">
            <a:solidFill>
              <a:srgbClr val="b22222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91_NODE_CONTRIBUTION"/>
          <p:cNvSpPr/>
          <p:nvPr/>
        </p:nvSpPr>
        <p:spPr>
          <a:xfrm>
            <a:off x="270000" y="979200"/>
            <a:ext cx="2574000" cy="342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91_NODE_CHECK_1"/>
          <p:cNvSpPr/>
          <p:nvPr/>
        </p:nvSpPr>
        <p:spPr>
          <a:xfrm>
            <a:off x="2232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91_NODE_CHECK_2"/>
          <p:cNvSpPr/>
          <p:nvPr/>
        </p:nvSpPr>
        <p:spPr>
          <a:xfrm>
            <a:off x="10584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91_NODE_CHECK_3"/>
          <p:cNvSpPr/>
          <p:nvPr/>
        </p:nvSpPr>
        <p:spPr>
          <a:xfrm>
            <a:off x="18936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91_NODE_CHECK_4"/>
          <p:cNvSpPr/>
          <p:nvPr/>
        </p:nvSpPr>
        <p:spPr>
          <a:xfrm>
            <a:off x="27288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91_NODE_CHECK_5"/>
          <p:cNvSpPr/>
          <p:nvPr/>
        </p:nvSpPr>
        <p:spPr>
          <a:xfrm>
            <a:off x="3564000" y="1720800"/>
            <a:ext cx="734400" cy="223200"/>
          </a:xfrm>
          <a:prstGeom prst="rect">
            <a:avLst/>
          </a:prstGeom>
          <a:solidFill>
            <a:srgbClr val="e7e6e6"/>
          </a:solidFill>
          <a:ln w="10800">
            <a:solidFill>
              <a:srgbClr val="666666"/>
            </a:solidFill>
            <a:round/>
          </a:ln>
        </p:spPr>
        <p:txBody>
          <a:bodyPr lIns="95400" rIns="95400" tIns="50400" bIns="504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91_NOTE_AUTHORITY"/>
          <p:cNvSpPr/>
          <p:nvPr/>
        </p:nvSpPr>
        <p:spPr>
          <a:xfrm>
            <a:off x="324000" y="2286000"/>
            <a:ext cx="3960000" cy="342720"/>
          </a:xfrm>
          <a:prstGeom prst="rect">
            <a:avLst/>
          </a:prstGeom>
          <a:solidFill>
            <a:srgbClr val="f3f4f6"/>
          </a:solidFill>
          <a:ln w="9000">
            <a:solidFill>
              <a:srgbClr val="666666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91_LABEL_TITLE"/>
          <p:cNvSpPr txBox="1"/>
          <p:nvPr/>
        </p:nvSpPr>
        <p:spPr>
          <a:xfrm>
            <a:off x="151200" y="-504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9.1 Closure to defence readiness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91_LABEL_TOP_1"/>
          <p:cNvSpPr txBox="1"/>
          <p:nvPr/>
        </p:nvSpPr>
        <p:spPr>
          <a:xfrm>
            <a:off x="172800" y="453600"/>
            <a:ext cx="536400" cy="20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Closure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91_LABEL_TOP_2"/>
          <p:cNvSpPr txBox="1"/>
          <p:nvPr/>
        </p:nvSpPr>
        <p:spPr>
          <a:xfrm>
            <a:off x="820800" y="453600"/>
            <a:ext cx="644400" cy="20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Authority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91_LABEL_TOP_3"/>
          <p:cNvSpPr txBox="1"/>
          <p:nvPr/>
        </p:nvSpPr>
        <p:spPr>
          <a:xfrm>
            <a:off x="1594800" y="453600"/>
            <a:ext cx="536400" cy="20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91_LABEL_TOP_4"/>
          <p:cNvSpPr txBox="1"/>
          <p:nvPr/>
        </p:nvSpPr>
        <p:spPr>
          <a:xfrm>
            <a:off x="2260800" y="400320"/>
            <a:ext cx="788400" cy="30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Performance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set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91_LABEL_READY_CHECK"/>
          <p:cNvSpPr txBox="1"/>
          <p:nvPr/>
        </p:nvSpPr>
        <p:spPr>
          <a:xfrm>
            <a:off x="3211200" y="414000"/>
            <a:ext cx="471600" cy="28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Pass?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F91_LABEL_DEFENCE"/>
          <p:cNvSpPr txBox="1"/>
          <p:nvPr/>
        </p:nvSpPr>
        <p:spPr>
          <a:xfrm>
            <a:off x="4000320" y="380880"/>
            <a:ext cx="5364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548235"/>
                </a:solidFill>
                <a:effectLst/>
                <a:uFillTx/>
                <a:latin typeface="Liberation Sans Narrow"/>
              </a:rPr>
              <a:t>YES · defence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F91_LABEL_RETURN"/>
          <p:cNvSpPr txBox="1"/>
          <p:nvPr/>
        </p:nvSpPr>
        <p:spPr>
          <a:xfrm>
            <a:off x="3079800" y="945360"/>
            <a:ext cx="806400" cy="19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Return gate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F91_EDGE_NO"/>
          <p:cNvSpPr txBox="1"/>
          <p:nvPr/>
        </p:nvSpPr>
        <p:spPr>
          <a:xfrm>
            <a:off x="3200400" y="685800"/>
            <a:ext cx="18000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b22222"/>
                </a:solidFill>
                <a:effectLst/>
                <a:uFillTx/>
                <a:latin typeface="Liberation Sans Narrow"/>
              </a:rPr>
              <a:t>NO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F91_LABEL_CONTRIBUTION"/>
          <p:cNvSpPr txBox="1"/>
          <p:nvPr/>
        </p:nvSpPr>
        <p:spPr>
          <a:xfrm>
            <a:off x="306000" y="996840"/>
            <a:ext cx="2502000" cy="306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ONE BOUNDED CONTRIBUTION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title · route · evidence · boundary · assistance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F91_LABEL_CHECKLIST_BAND"/>
          <p:cNvSpPr txBox="1"/>
          <p:nvPr/>
        </p:nvSpPr>
        <p:spPr>
          <a:xfrm>
            <a:off x="216000" y="1464120"/>
            <a:ext cx="4176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READINESS CHECKS — determine PASS?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F91_LABEL_CHECK_1"/>
          <p:cNvSpPr txBox="1"/>
          <p:nvPr/>
        </p:nvSpPr>
        <p:spPr>
          <a:xfrm>
            <a:off x="2520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Rules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F91_LABEL_CHECK_2"/>
          <p:cNvSpPr txBox="1"/>
          <p:nvPr/>
        </p:nvSpPr>
        <p:spPr>
          <a:xfrm>
            <a:off x="10872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Files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F91_LABEL_CHECK_3"/>
          <p:cNvSpPr txBox="1"/>
          <p:nvPr/>
        </p:nvSpPr>
        <p:spPr>
          <a:xfrm>
            <a:off x="19224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Disclosure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F91_LABEL_CHECK_4"/>
          <p:cNvSpPr txBox="1"/>
          <p:nvPr/>
        </p:nvSpPr>
        <p:spPr>
          <a:xfrm>
            <a:off x="27576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F91_LABEL_CHECK_5"/>
          <p:cNvSpPr txBox="1"/>
          <p:nvPr/>
        </p:nvSpPr>
        <p:spPr>
          <a:xfrm>
            <a:off x="3592800" y="1732680"/>
            <a:ext cx="676800" cy="19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Recovery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F91_NOTE_SEQUENCE"/>
          <p:cNvSpPr txBox="1"/>
          <p:nvPr/>
        </p:nvSpPr>
        <p:spPr>
          <a:xfrm>
            <a:off x="252000" y="658440"/>
            <a:ext cx="2592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author-side · current authority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assessable record · performance set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F91_NOTE_CHECKS"/>
          <p:cNvSpPr txBox="1"/>
          <p:nvPr/>
        </p:nvSpPr>
        <p:spPr>
          <a:xfrm>
            <a:off x="378000" y="1924920"/>
            <a:ext cx="3852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current · identified · accurate · lawful · tested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F91_LABEL_AUTHORITY"/>
          <p:cNvSpPr txBox="1"/>
          <p:nvPr/>
        </p:nvSpPr>
        <p:spPr>
          <a:xfrm>
            <a:off x="396000" y="2300040"/>
            <a:ext cx="3816000" cy="34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Current authority may change the wrapper; it does not rewrite the accepted study.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92_BG_TITLE"/>
          <p:cNvSpPr/>
          <p:nvPr/>
        </p:nvSpPr>
        <p:spPr>
          <a:xfrm>
            <a:off x="0" y="360"/>
            <a:ext cx="4608000" cy="259200"/>
          </a:xfrm>
          <a:prstGeom prst="rect">
            <a:avLst/>
          </a:prstGeom>
          <a:solidFill>
            <a:srgbClr val="17365d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" name="F92_CONN_CORE_BUS"/>
          <p:cNvCxnSpPr>
            <a:stCxn id="9" idx="2"/>
            <a:endCxn id="10" idx="0"/>
          </p:cNvCxnSpPr>
          <p:nvPr/>
        </p:nvCxnSpPr>
        <p:spPr>
          <a:xfrm rot="16200000">
            <a:off x="2228400" y="975960"/>
            <a:ext cx="1515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1" name="F92_CONN_PORT_1_INSTITUTIONAL"/>
          <p:cNvCxnSpPr>
            <a:stCxn id="12" idx="2"/>
            <a:endCxn id="13" idx="0"/>
          </p:cNvCxnSpPr>
          <p:nvPr/>
        </p:nvCxnSpPr>
        <p:spPr>
          <a:xfrm rot="16200000">
            <a:off x="504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4" name="F92_CONN_PORT_2_PRIVATE"/>
          <p:cNvCxnSpPr>
            <a:stCxn id="15" idx="2"/>
            <a:endCxn id="16" idx="0"/>
          </p:cNvCxnSpPr>
          <p:nvPr/>
        </p:nvCxnSpPr>
        <p:spPr>
          <a:xfrm rot="16200000">
            <a:off x="1539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17" name="F92_CONN_PORT_3_DEMO"/>
          <p:cNvCxnSpPr>
            <a:stCxn id="18" idx="2"/>
            <a:endCxn id="19" idx="0"/>
          </p:cNvCxnSpPr>
          <p:nvPr/>
        </p:nvCxnSpPr>
        <p:spPr>
          <a:xfrm rot="16200000">
            <a:off x="2673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cxnSp>
        <p:nvCxnSpPr>
          <p:cNvPr id="20" name="F92_CONN_PORT_4_ORAL"/>
          <p:cNvCxnSpPr>
            <a:stCxn id="21" idx="2"/>
            <a:endCxn id="22" idx="0"/>
          </p:cNvCxnSpPr>
          <p:nvPr/>
        </p:nvCxnSpPr>
        <p:spPr>
          <a:xfrm rot="16200000">
            <a:off x="3798000" y="1168560"/>
            <a:ext cx="198360" cy="360"/>
          </a:xfrm>
          <a:prstGeom prst="bentConnector2">
            <a:avLst/>
          </a:prstGeom>
          <a:ln w="12600">
            <a:solidFill>
              <a:srgbClr val="1f4e79"/>
            </a:solidFill>
            <a:round/>
            <a:tailEnd len="med" type="triangle" w="med"/>
          </a:ln>
        </p:spPr>
      </p:cxnSp>
      <p:sp>
        <p:nvSpPr>
          <p:cNvPr id="23" name="F92_NODE_CORE"/>
          <p:cNvSpPr/>
          <p:nvPr/>
        </p:nvSpPr>
        <p:spPr>
          <a:xfrm>
            <a:off x="396000" y="414360"/>
            <a:ext cx="3816000" cy="486000"/>
          </a:xfrm>
          <a:prstGeom prst="rect">
            <a:avLst/>
          </a:prstGeom>
          <a:solidFill>
            <a:srgbClr val="e2f0d9"/>
          </a:solidFill>
          <a:ln w="12600">
            <a:solidFill>
              <a:srgbClr val="548235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F92_NODE_BUS"/>
          <p:cNvSpPr/>
          <p:nvPr/>
        </p:nvSpPr>
        <p:spPr>
          <a:xfrm>
            <a:off x="558000" y="1051560"/>
            <a:ext cx="3492000" cy="21600"/>
          </a:xfrm>
          <a:prstGeom prst="rect">
            <a:avLst/>
          </a:prstGeom>
          <a:solidFill>
            <a:srgbClr val="17365d"/>
          </a:solidFill>
          <a:ln w="14400">
            <a:solidFill>
              <a:srgbClr val="17365d"/>
            </a:solidFill>
            <a:round/>
          </a:ln>
        </p:spPr>
        <p:txBody>
          <a:bodyPr lIns="97200" rIns="97200" tIns="-30600" bIns="-306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F92_NODE_PORT_1"/>
          <p:cNvSpPr/>
          <p:nvPr/>
        </p:nvSpPr>
        <p:spPr>
          <a:xfrm>
            <a:off x="585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F92_NODE_PORT_2"/>
          <p:cNvSpPr/>
          <p:nvPr/>
        </p:nvSpPr>
        <p:spPr>
          <a:xfrm>
            <a:off x="1620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F92_NODE_PORT_3"/>
          <p:cNvSpPr/>
          <p:nvPr/>
        </p:nvSpPr>
        <p:spPr>
          <a:xfrm>
            <a:off x="2754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F92_NODE_PORT_4"/>
          <p:cNvSpPr/>
          <p:nvPr/>
        </p:nvSpPr>
        <p:spPr>
          <a:xfrm>
            <a:off x="3879000" y="1033560"/>
            <a:ext cx="36000" cy="36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-9000" bIns="-9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F92_NODE_INSTITUTIONAL"/>
          <p:cNvSpPr/>
          <p:nvPr/>
        </p:nvSpPr>
        <p:spPr>
          <a:xfrm>
            <a:off x="144000" y="1267560"/>
            <a:ext cx="918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F92_NODE_PRIVATE"/>
          <p:cNvSpPr/>
          <p:nvPr/>
        </p:nvSpPr>
        <p:spPr>
          <a:xfrm>
            <a:off x="1134000" y="1267560"/>
            <a:ext cx="1008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F92_NODE_DEMO"/>
          <p:cNvSpPr/>
          <p:nvPr/>
        </p:nvSpPr>
        <p:spPr>
          <a:xfrm>
            <a:off x="2232000" y="1267560"/>
            <a:ext cx="1080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F92_NODE_ORAL"/>
          <p:cNvSpPr/>
          <p:nvPr/>
        </p:nvSpPr>
        <p:spPr>
          <a:xfrm>
            <a:off x="3402000" y="1267560"/>
            <a:ext cx="990000" cy="511200"/>
          </a:xfrm>
          <a:prstGeom prst="rect">
            <a:avLst/>
          </a:prstGeom>
          <a:solidFill>
            <a:srgbClr val="d9eaf7"/>
          </a:solidFill>
          <a:ln w="12600">
            <a:solidFill>
              <a:srgbClr val="1f4e79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F92_NOTE_NONCOMP"/>
          <p:cNvSpPr/>
          <p:nvPr/>
        </p:nvSpPr>
        <p:spPr>
          <a:xfrm>
            <a:off x="378000" y="2304360"/>
            <a:ext cx="3852000" cy="259200"/>
          </a:xfrm>
          <a:prstGeom prst="rect">
            <a:avLst/>
          </a:prstGeom>
          <a:solidFill>
            <a:srgbClr val="fce4e4"/>
          </a:solidFill>
          <a:ln w="12600">
            <a:solidFill>
              <a:srgbClr val="b22222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F92_LABEL_TITLE"/>
          <p:cNvSpPr txBox="1"/>
          <p:nvPr/>
        </p:nvSpPr>
        <p:spPr>
          <a:xfrm>
            <a:off x="151200" y="-4680"/>
            <a:ext cx="4305600" cy="26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Figure 9.2 One contribution across interfaces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F92_LABEL_CORE"/>
          <p:cNvSpPr txBox="1"/>
          <p:nvPr/>
        </p:nvSpPr>
        <p:spPr>
          <a:xfrm>
            <a:off x="432000" y="435960"/>
            <a:ext cx="3744000" cy="442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ONE BOUNDED CONTRIBUTION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question · evidence · judgement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uncertainty · limit · assistance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F92_LABEL_INSTITUTIONAL"/>
          <p:cNvSpPr txBox="1"/>
          <p:nvPr/>
        </p:nvSpPr>
        <p:spPr>
          <a:xfrm>
            <a:off x="180000" y="1289160"/>
            <a:ext cx="846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Institutional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RECORDS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F92_LABEL_PRIVATE"/>
          <p:cNvSpPr txBox="1"/>
          <p:nvPr/>
        </p:nvSpPr>
        <p:spPr>
          <a:xfrm>
            <a:off x="1170000" y="1289160"/>
            <a:ext cx="936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Private evidence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package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PRESERVES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F92_LABEL_DEMO"/>
          <p:cNvSpPr txBox="1"/>
          <p:nvPr/>
        </p:nvSpPr>
        <p:spPr>
          <a:xfrm>
            <a:off x="2268000" y="1289160"/>
            <a:ext cx="1008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Demonstration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+ slides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DEMONSTRATES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F92_LABEL_ORAL"/>
          <p:cNvSpPr txBox="1"/>
          <p:nvPr/>
        </p:nvSpPr>
        <p:spPr>
          <a:xfrm>
            <a:off x="3438000" y="1289160"/>
            <a:ext cx="918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8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Oral answers</a:t>
            </a:r>
            <a:endParaRPr b="0" lang="en-US" sz="8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111111"/>
                </a:solidFill>
                <a:effectLst/>
                <a:uFillTx/>
                <a:latin typeface="Liberation Sans Narrow"/>
              </a:rPr>
              <a:t>DEFENDS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F92_NOTE_INTERFACES"/>
          <p:cNvSpPr txBox="1"/>
          <p:nvPr/>
        </p:nvSpPr>
        <p:spPr>
          <a:xfrm>
            <a:off x="378000" y="1910880"/>
            <a:ext cx="3852000" cy="218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0" lang="en-US" sz="860" strike="noStrike" u="none">
                <a:solidFill>
                  <a:srgbClr val="666666"/>
                </a:solidFill>
                <a:effectLst/>
                <a:uFillTx/>
                <a:latin typeface="Arial"/>
              </a:rPr>
              <a:t>Four interfaces, four obligations; none may change the underlying study.</a:t>
            </a:r>
            <a:endParaRPr b="0" lang="en-US" sz="8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F92_LABEL_NONCOMP"/>
          <p:cNvSpPr txBox="1"/>
          <p:nvPr/>
        </p:nvSpPr>
        <p:spPr>
          <a:xfrm>
            <a:off x="450000" y="2255400"/>
            <a:ext cx="3708000" cy="349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 anchorCtr="1">
            <a:spAutoFit/>
          </a:bodyPr>
          <a:p>
            <a:pPr algn="ctr">
              <a:lnSpc>
                <a:spcPct val="105000"/>
              </a:lnSpc>
            </a:pPr>
            <a:r>
              <a:rPr b="1" lang="en-US" sz="870" strike="noStrike" u="none">
                <a:solidFill>
                  <a:srgbClr val="b22222"/>
                </a:solidFill>
                <a:effectLst/>
                <a:uFillTx/>
                <a:latin typeface="Arial"/>
              </a:rPr>
              <a:t>NON-COMPENSATION: one interface cannot repair a contradiction in another.</a:t>
            </a:r>
            <a:endParaRPr b="0" lang="en-US" sz="8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2026-08-23T19:48:39Z</dcterms:created>
  <dc:creator/>
  <dc:description/>
  <dc:language>en-US</dc:language>
  <cp:lastModifiedBy/>
  <dcterms:modified xsi:type="dcterms:W3CDTF">2026-08-23T19:48:40Z</dcterms:modified>
  <cp:revision>1</cp:revision>
  <dc:subject/>
  <dc:title>Student’s Guide - All 18 Author-Corrected Native Editable Figures v4.3</dc:title>
</cp:coreProperties>
</file>