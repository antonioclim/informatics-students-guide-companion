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07DB8-C9F6-4974-8DD0-7334BB4860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E195B92-1BEB-465C-839F-FEAD87D8D7A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81_BG_TITLE"/>
          <p:cNvSpPr/>
          <p:nvPr/>
        </p:nvSpPr>
        <p:spPr>
          <a:xfrm>
            <a:off x="0" y="108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81_NODE_SEMANTIC_BAND"/>
          <p:cNvSpPr/>
          <p:nvPr/>
        </p:nvSpPr>
        <p:spPr>
          <a:xfrm>
            <a:off x="126000" y="353880"/>
            <a:ext cx="4356000" cy="90432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F81_NODE_TECH_BAND"/>
          <p:cNvSpPr/>
          <p:nvPr/>
        </p:nvSpPr>
        <p:spPr>
          <a:xfrm>
            <a:off x="126000" y="1343880"/>
            <a:ext cx="4356000" cy="943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F81_CONN_SEM_1_2"/>
          <p:cNvCxnSpPr>
            <a:stCxn id="11" idx="3"/>
            <a:endCxn id="12" idx="1"/>
          </p:cNvCxnSpPr>
          <p:nvPr/>
        </p:nvCxnSpPr>
        <p:spPr>
          <a:xfrm>
            <a:off x="720000" y="67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81_CONN_SEM_2_3"/>
          <p:cNvCxnSpPr>
            <a:stCxn id="12" idx="3"/>
            <a:endCxn id="14" idx="1"/>
          </p:cNvCxnSpPr>
          <p:nvPr/>
        </p:nvCxnSpPr>
        <p:spPr>
          <a:xfrm>
            <a:off x="1368000" y="67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81_CONN_SEM_3_4"/>
          <p:cNvCxnSpPr>
            <a:stCxn id="14" idx="3"/>
            <a:endCxn id="16" idx="1"/>
          </p:cNvCxnSpPr>
          <p:nvPr/>
        </p:nvCxnSpPr>
        <p:spPr>
          <a:xfrm>
            <a:off x="2016000" y="67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81_CONN_SEM_4_CHECK"/>
          <p:cNvCxnSpPr>
            <a:stCxn id="16" idx="3"/>
            <a:endCxn id="18" idx="1"/>
          </p:cNvCxnSpPr>
          <p:nvPr/>
        </p:nvCxnSpPr>
        <p:spPr>
          <a:xfrm>
            <a:off x="2664000" y="677880"/>
            <a:ext cx="795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9" name="F81_CONN_CHECK_LOCK"/>
          <p:cNvCxnSpPr>
            <a:stCxn id="18" idx="3"/>
            <a:endCxn id="20" idx="1"/>
          </p:cNvCxnSpPr>
          <p:nvPr/>
        </p:nvCxnSpPr>
        <p:spPr>
          <a:xfrm>
            <a:off x="3434760" y="677880"/>
            <a:ext cx="25560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1" name="F81_CONN_CHECK_RETURN"/>
          <p:cNvCxnSpPr>
            <a:stCxn id="18" idx="2"/>
            <a:endCxn id="22" idx="0"/>
          </p:cNvCxnSpPr>
          <p:nvPr/>
        </p:nvCxnSpPr>
        <p:spPr>
          <a:xfrm flipH="1" rot="16200000">
            <a:off x="3020400" y="947880"/>
            <a:ext cx="150120" cy="13680"/>
          </a:xfrm>
          <a:prstGeom prst="bentConnector3">
            <a:avLst>
              <a:gd name="adj1" fmla="val 49759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23" name="F81_CONN_TECH_1_2"/>
          <p:cNvCxnSpPr>
            <a:stCxn id="24" idx="3"/>
            <a:endCxn id="25" idx="1"/>
          </p:cNvCxnSpPr>
          <p:nvPr/>
        </p:nvCxnSpPr>
        <p:spPr>
          <a:xfrm>
            <a:off x="720000" y="166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6" name="F81_CONN_TECH_2_3"/>
          <p:cNvCxnSpPr>
            <a:stCxn id="25" idx="3"/>
            <a:endCxn id="27" idx="1"/>
          </p:cNvCxnSpPr>
          <p:nvPr/>
        </p:nvCxnSpPr>
        <p:spPr>
          <a:xfrm>
            <a:off x="1368000" y="166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8" name="F81_CONN_TECH_3_4"/>
          <p:cNvCxnSpPr>
            <a:stCxn id="27" idx="3"/>
            <a:endCxn id="29" idx="1"/>
          </p:cNvCxnSpPr>
          <p:nvPr/>
        </p:nvCxnSpPr>
        <p:spPr>
          <a:xfrm>
            <a:off x="2016000" y="166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30" name="F81_CONN_TECH_4_CHECK"/>
          <p:cNvCxnSpPr>
            <a:stCxn id="29" idx="3"/>
            <a:endCxn id="31" idx="1"/>
          </p:cNvCxnSpPr>
          <p:nvPr/>
        </p:nvCxnSpPr>
        <p:spPr>
          <a:xfrm>
            <a:off x="2664000" y="1667880"/>
            <a:ext cx="795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32" name="F81_CONN_CHECK_VERIFIED"/>
          <p:cNvCxnSpPr>
            <a:stCxn id="31" idx="3"/>
            <a:endCxn id="33" idx="1"/>
          </p:cNvCxnSpPr>
          <p:nvPr/>
        </p:nvCxnSpPr>
        <p:spPr>
          <a:xfrm>
            <a:off x="3434760" y="1667880"/>
            <a:ext cx="25560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4" name="F81_CONN_CHECK_REPAIR"/>
          <p:cNvCxnSpPr>
            <a:stCxn id="31" idx="2"/>
            <a:endCxn id="35" idx="0"/>
          </p:cNvCxnSpPr>
          <p:nvPr/>
        </p:nvCxnSpPr>
        <p:spPr>
          <a:xfrm flipH="1" rot="16200000">
            <a:off x="3013200" y="1945080"/>
            <a:ext cx="189000" cy="38160"/>
          </a:xfrm>
          <a:prstGeom prst="bentConnector3">
            <a:avLst>
              <a:gd name="adj1" fmla="val 49809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36" name="F81_NODE_SEM_1"/>
          <p:cNvSpPr/>
          <p:nvPr/>
        </p:nvSpPr>
        <p:spPr>
          <a:xfrm>
            <a:off x="172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81_NODE_SEM_2"/>
          <p:cNvSpPr/>
          <p:nvPr/>
        </p:nvSpPr>
        <p:spPr>
          <a:xfrm>
            <a:off x="820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81_NODE_SEM_3"/>
          <p:cNvSpPr/>
          <p:nvPr/>
        </p:nvSpPr>
        <p:spPr>
          <a:xfrm>
            <a:off x="1468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81_NODE_SEM_4"/>
          <p:cNvSpPr/>
          <p:nvPr/>
        </p:nvSpPr>
        <p:spPr>
          <a:xfrm>
            <a:off x="2116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81_NODE_SEM_CHECK"/>
          <p:cNvSpPr/>
          <p:nvPr/>
        </p:nvSpPr>
        <p:spPr>
          <a:xfrm>
            <a:off x="2743200" y="476280"/>
            <a:ext cx="691560" cy="403560"/>
          </a:xfrm>
          <a:custGeom>
            <a:avLst/>
            <a:gdLst/>
            <a:ahLst/>
            <a:rect l="0" t="0" r="r" b="b"/>
            <a:pathLst>
              <a:path w="1921" h="1121">
                <a:moveTo>
                  <a:pt x="961" y="0"/>
                </a:moveTo>
                <a:lnTo>
                  <a:pt x="1921" y="561"/>
                </a:lnTo>
                <a:lnTo>
                  <a:pt x="961" y="1121"/>
                </a:lnTo>
                <a:lnTo>
                  <a:pt x="0" y="561"/>
                </a:lnTo>
                <a:lnTo>
                  <a:pt x="96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81_NODE_BASELINE"/>
          <p:cNvSpPr/>
          <p:nvPr/>
        </p:nvSpPr>
        <p:spPr>
          <a:xfrm>
            <a:off x="3690000" y="559080"/>
            <a:ext cx="648000" cy="237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81_NODE_RETURN_GATE"/>
          <p:cNvSpPr/>
          <p:nvPr/>
        </p:nvSpPr>
        <p:spPr>
          <a:xfrm>
            <a:off x="2661120" y="1029600"/>
            <a:ext cx="882000" cy="1800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81_NODE_TECH_1"/>
          <p:cNvSpPr/>
          <p:nvPr/>
        </p:nvSpPr>
        <p:spPr>
          <a:xfrm>
            <a:off x="172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81_NODE_TECH_2"/>
          <p:cNvSpPr/>
          <p:nvPr/>
        </p:nvSpPr>
        <p:spPr>
          <a:xfrm>
            <a:off x="820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81_NODE_TECH_3"/>
          <p:cNvSpPr/>
          <p:nvPr/>
        </p:nvSpPr>
        <p:spPr>
          <a:xfrm>
            <a:off x="1468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81_NODE_TECH_4"/>
          <p:cNvSpPr/>
          <p:nvPr/>
        </p:nvSpPr>
        <p:spPr>
          <a:xfrm>
            <a:off x="2116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81_NODE_TECH_CHECK"/>
          <p:cNvSpPr/>
          <p:nvPr/>
        </p:nvSpPr>
        <p:spPr>
          <a:xfrm>
            <a:off x="2743200" y="1466280"/>
            <a:ext cx="691560" cy="403560"/>
          </a:xfrm>
          <a:custGeom>
            <a:avLst/>
            <a:gdLst/>
            <a:ahLst/>
            <a:rect l="0" t="0" r="r" b="b"/>
            <a:pathLst>
              <a:path w="1921" h="1121">
                <a:moveTo>
                  <a:pt x="961" y="0"/>
                </a:moveTo>
                <a:lnTo>
                  <a:pt x="1921" y="561"/>
                </a:lnTo>
                <a:lnTo>
                  <a:pt x="961" y="1121"/>
                </a:lnTo>
                <a:lnTo>
                  <a:pt x="0" y="561"/>
                </a:lnTo>
                <a:lnTo>
                  <a:pt x="96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81_NODE_PROOF_VERIFIED"/>
          <p:cNvSpPr/>
          <p:nvPr/>
        </p:nvSpPr>
        <p:spPr>
          <a:xfrm>
            <a:off x="3690000" y="1549080"/>
            <a:ext cx="648000" cy="237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81_NODE_REPAIR"/>
          <p:cNvSpPr/>
          <p:nvPr/>
        </p:nvSpPr>
        <p:spPr>
          <a:xfrm>
            <a:off x="2595600" y="2058480"/>
            <a:ext cx="1062000" cy="172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81_NOTE_RULE"/>
          <p:cNvSpPr/>
          <p:nvPr/>
        </p:nvSpPr>
        <p:spPr>
          <a:xfrm>
            <a:off x="306000" y="2384280"/>
            <a:ext cx="3996000" cy="3600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81_LABEL_TITLE"/>
          <p:cNvSpPr txBox="1"/>
          <p:nvPr/>
        </p:nvSpPr>
        <p:spPr>
          <a:xfrm>
            <a:off x="151200" y="-396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8.1 Semantic revision and proof control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81_LABEL_SEMANTIC_BAND"/>
          <p:cNvSpPr txBox="1"/>
          <p:nvPr/>
        </p:nvSpPr>
        <p:spPr>
          <a:xfrm>
            <a:off x="180000" y="32760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SEMANTIC CLOSURE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81_LABEL_SEM_1"/>
          <p:cNvSpPr txBox="1"/>
          <p:nvPr/>
        </p:nvSpPr>
        <p:spPr>
          <a:xfrm>
            <a:off x="201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Study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F81_LABEL_SEM_2"/>
          <p:cNvSpPr txBox="1"/>
          <p:nvPr/>
        </p:nvSpPr>
        <p:spPr>
          <a:xfrm>
            <a:off x="849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Macro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F81_LABEL_SEM_3"/>
          <p:cNvSpPr txBox="1"/>
          <p:nvPr/>
        </p:nvSpPr>
        <p:spPr>
          <a:xfrm>
            <a:off x="1497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Meso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F81_LABEL_SEM_4"/>
          <p:cNvSpPr txBox="1"/>
          <p:nvPr/>
        </p:nvSpPr>
        <p:spPr>
          <a:xfrm>
            <a:off x="2145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Micro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81_LABEL_SEM_CHECK"/>
          <p:cNvSpPr txBox="1"/>
          <p:nvPr/>
        </p:nvSpPr>
        <p:spPr>
          <a:xfrm>
            <a:off x="2822400" y="533880"/>
            <a:ext cx="5328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Same?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F81_LABEL_BASELINE"/>
          <p:cNvSpPr txBox="1"/>
          <p:nvPr/>
        </p:nvSpPr>
        <p:spPr>
          <a:xfrm>
            <a:off x="3718800" y="525240"/>
            <a:ext cx="590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lock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F81_LABEL_RETURN_GATE"/>
          <p:cNvSpPr txBox="1"/>
          <p:nvPr/>
        </p:nvSpPr>
        <p:spPr>
          <a:xfrm>
            <a:off x="2743200" y="987840"/>
            <a:ext cx="824400" cy="2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Return 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81_EDGE_NO_SEM"/>
          <p:cNvSpPr txBox="1"/>
          <p:nvPr/>
        </p:nvSpPr>
        <p:spPr>
          <a:xfrm>
            <a:off x="2791800" y="724680"/>
            <a:ext cx="1800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81_LABEL_TECH_BAND"/>
          <p:cNvSpPr txBox="1"/>
          <p:nvPr/>
        </p:nvSpPr>
        <p:spPr>
          <a:xfrm>
            <a:off x="180000" y="131760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TECHNICAL PROOF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81_LABEL_TECH_1"/>
          <p:cNvSpPr txBox="1"/>
          <p:nvPr/>
        </p:nvSpPr>
        <p:spPr>
          <a:xfrm>
            <a:off x="201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DOCX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81_LABEL_TECH_2"/>
          <p:cNvSpPr txBox="1"/>
          <p:nvPr/>
        </p:nvSpPr>
        <p:spPr>
          <a:xfrm>
            <a:off x="849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Stories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81_LABEL_TECH_3"/>
          <p:cNvSpPr txBox="1"/>
          <p:nvPr/>
        </p:nvSpPr>
        <p:spPr>
          <a:xfrm>
            <a:off x="1497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PDF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81_LABEL_TECH_4"/>
          <p:cNvSpPr txBox="1"/>
          <p:nvPr/>
        </p:nvSpPr>
        <p:spPr>
          <a:xfrm>
            <a:off x="2145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Pages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81_LABEL_TECH_CHECK"/>
          <p:cNvSpPr txBox="1"/>
          <p:nvPr/>
        </p:nvSpPr>
        <p:spPr>
          <a:xfrm>
            <a:off x="2822400" y="1523880"/>
            <a:ext cx="5328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Clean?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81_LABEL_PROOF_VERIFIED"/>
          <p:cNvSpPr txBox="1"/>
          <p:nvPr/>
        </p:nvSpPr>
        <p:spPr>
          <a:xfrm>
            <a:off x="3718800" y="1515240"/>
            <a:ext cx="590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verified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81_LABEL_REPAIR"/>
          <p:cNvSpPr txBox="1"/>
          <p:nvPr/>
        </p:nvSpPr>
        <p:spPr>
          <a:xfrm>
            <a:off x="2682000" y="2058480"/>
            <a:ext cx="975600" cy="19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Repair + repeat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81_EDGE_NO_TECH"/>
          <p:cNvSpPr txBox="1"/>
          <p:nvPr/>
        </p:nvSpPr>
        <p:spPr>
          <a:xfrm>
            <a:off x="2721600" y="1752840"/>
            <a:ext cx="1800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81_NOTE_SEMANTIC"/>
          <p:cNvSpPr txBox="1"/>
          <p:nvPr/>
        </p:nvSpPr>
        <p:spPr>
          <a:xfrm>
            <a:off x="295200" y="803520"/>
            <a:ext cx="214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macro structure · meso section function · micro wording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81_NOTE_TECH"/>
          <p:cNvSpPr txBox="1"/>
          <p:nvPr/>
        </p:nvSpPr>
        <p:spPr>
          <a:xfrm>
            <a:off x="295200" y="1797120"/>
            <a:ext cx="214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master file · all story ranges · tagged export · page inspection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81_LABEL_RULE"/>
          <p:cNvSpPr txBox="1"/>
          <p:nvPr/>
        </p:nvSpPr>
        <p:spPr>
          <a:xfrm>
            <a:off x="376920" y="2401200"/>
            <a:ext cx="385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Semantic failure returns to research authority; technical failure returns to the artefact.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2026-08-23T19:49:49Z</dcterms:created>
  <dc:creator/>
  <dc:description/>
  <dc:language>en-US</dc:language>
  <cp:lastModifiedBy/>
  <dcterms:modified xsi:type="dcterms:W3CDTF">2026-08-23T19:49:49Z</dcterms:modified>
  <cp:revision>1</cp:revision>
  <dc:subject/>
  <dc:title/>
</cp:coreProperties>
</file>