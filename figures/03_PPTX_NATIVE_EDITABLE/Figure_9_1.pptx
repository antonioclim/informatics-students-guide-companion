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973348-2A42-408C-A44E-4C592B89B2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E076FC-624A-49B5-8957-48BE4133ED9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91_BG_TITLE"/>
          <p:cNvSpPr/>
          <p:nvPr/>
        </p:nvSpPr>
        <p:spPr>
          <a:xfrm>
            <a:off x="0" y="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F91_NODE_CHECKLIST_BAND"/>
          <p:cNvSpPr/>
          <p:nvPr/>
        </p:nvSpPr>
        <p:spPr>
          <a:xfrm>
            <a:off x="162000" y="1490400"/>
            <a:ext cx="4284000" cy="619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F91_CONN_TOP_1_2"/>
          <p:cNvCxnSpPr>
            <a:stCxn id="10" idx="3"/>
            <a:endCxn id="11" idx="1"/>
          </p:cNvCxnSpPr>
          <p:nvPr/>
        </p:nvCxnSpPr>
        <p:spPr>
          <a:xfrm>
            <a:off x="738000" y="55440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2" name="F91_CONN_TOP_2_3"/>
          <p:cNvCxnSpPr>
            <a:stCxn id="11" idx="3"/>
            <a:endCxn id="13" idx="1"/>
          </p:cNvCxnSpPr>
          <p:nvPr/>
        </p:nvCxnSpPr>
        <p:spPr>
          <a:xfrm>
            <a:off x="1494000" y="554400"/>
            <a:ext cx="72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91_CONN_TOP_3_4"/>
          <p:cNvCxnSpPr>
            <a:stCxn id="13" idx="3"/>
            <a:endCxn id="15" idx="1"/>
          </p:cNvCxnSpPr>
          <p:nvPr/>
        </p:nvCxnSpPr>
        <p:spPr>
          <a:xfrm>
            <a:off x="2160000" y="554400"/>
            <a:ext cx="72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6" name="F91_CONN_TOP_4_CHECK"/>
          <p:cNvCxnSpPr>
            <a:stCxn id="15" idx="3"/>
            <a:endCxn id="17" idx="1"/>
          </p:cNvCxnSpPr>
          <p:nvPr/>
        </p:nvCxnSpPr>
        <p:spPr>
          <a:xfrm>
            <a:off x="3078000" y="554400"/>
            <a:ext cx="54360" cy="36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8" name="F91_CONN_CHECK_DEFENCE"/>
          <p:cNvCxnSpPr>
            <a:stCxn id="17" idx="3"/>
            <a:endCxn id="19" idx="1"/>
          </p:cNvCxnSpPr>
          <p:nvPr/>
        </p:nvCxnSpPr>
        <p:spPr>
          <a:xfrm flipV="1">
            <a:off x="3762360" y="550080"/>
            <a:ext cx="151560" cy="4680"/>
          </a:xfrm>
          <a:prstGeom prst="bentConnector3">
            <a:avLst>
              <a:gd name="adj1" fmla="val 50000"/>
            </a:avLst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0" name="F91_CONN_CHECK_RETURN"/>
          <p:cNvCxnSpPr>
            <a:stCxn id="17" idx="2"/>
            <a:endCxn id="21" idx="0"/>
          </p:cNvCxnSpPr>
          <p:nvPr/>
        </p:nvCxnSpPr>
        <p:spPr>
          <a:xfrm flipH="1" rot="16200000">
            <a:off x="3358080" y="841320"/>
            <a:ext cx="180360" cy="2880"/>
          </a:xfrm>
          <a:prstGeom prst="bentConnector3">
            <a:avLst>
              <a:gd name="adj1" fmla="val 49800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sp>
        <p:nvSpPr>
          <p:cNvPr id="22" name="F91_NODE_TOP_1"/>
          <p:cNvSpPr/>
          <p:nvPr/>
        </p:nvSpPr>
        <p:spPr>
          <a:xfrm>
            <a:off x="144000" y="417600"/>
            <a:ext cx="594000" cy="273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91_NODE_TOP_2"/>
          <p:cNvSpPr/>
          <p:nvPr/>
        </p:nvSpPr>
        <p:spPr>
          <a:xfrm>
            <a:off x="792000" y="417600"/>
            <a:ext cx="702000" cy="273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91_NODE_TOP_3"/>
          <p:cNvSpPr/>
          <p:nvPr/>
        </p:nvSpPr>
        <p:spPr>
          <a:xfrm>
            <a:off x="1566000" y="417600"/>
            <a:ext cx="594000" cy="273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91_NODE_TOP_4"/>
          <p:cNvSpPr/>
          <p:nvPr/>
        </p:nvSpPr>
        <p:spPr>
          <a:xfrm>
            <a:off x="2232000" y="417600"/>
            <a:ext cx="846000" cy="273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91_NODE_READY_CHECK"/>
          <p:cNvSpPr/>
          <p:nvPr/>
        </p:nvSpPr>
        <p:spPr>
          <a:xfrm>
            <a:off x="3132000" y="356400"/>
            <a:ext cx="630360" cy="396360"/>
          </a:xfrm>
          <a:custGeom>
            <a:avLst/>
            <a:gdLst/>
            <a:ahLst/>
            <a:rect l="0" t="0" r="r" b="b"/>
            <a:pathLst>
              <a:path w="1751" h="1101">
                <a:moveTo>
                  <a:pt x="876" y="0"/>
                </a:moveTo>
                <a:lnTo>
                  <a:pt x="1751" y="551"/>
                </a:lnTo>
                <a:lnTo>
                  <a:pt x="876" y="1101"/>
                </a:lnTo>
                <a:lnTo>
                  <a:pt x="0" y="551"/>
                </a:lnTo>
                <a:lnTo>
                  <a:pt x="876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91_NODE_DEFENCE"/>
          <p:cNvSpPr/>
          <p:nvPr/>
        </p:nvSpPr>
        <p:spPr>
          <a:xfrm>
            <a:off x="3913560" y="420480"/>
            <a:ext cx="594000" cy="259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91_NODE_RETURN"/>
          <p:cNvSpPr/>
          <p:nvPr/>
        </p:nvSpPr>
        <p:spPr>
          <a:xfrm>
            <a:off x="3017520" y="932760"/>
            <a:ext cx="864000" cy="2448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91_NODE_CONTRIBUTION"/>
          <p:cNvSpPr/>
          <p:nvPr/>
        </p:nvSpPr>
        <p:spPr>
          <a:xfrm>
            <a:off x="270000" y="979200"/>
            <a:ext cx="2574000" cy="342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91_NODE_CHECK_1"/>
          <p:cNvSpPr/>
          <p:nvPr/>
        </p:nvSpPr>
        <p:spPr>
          <a:xfrm>
            <a:off x="2232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91_NODE_CHECK_2"/>
          <p:cNvSpPr/>
          <p:nvPr/>
        </p:nvSpPr>
        <p:spPr>
          <a:xfrm>
            <a:off x="10584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91_NODE_CHECK_3"/>
          <p:cNvSpPr/>
          <p:nvPr/>
        </p:nvSpPr>
        <p:spPr>
          <a:xfrm>
            <a:off x="18936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91_NODE_CHECK_4"/>
          <p:cNvSpPr/>
          <p:nvPr/>
        </p:nvSpPr>
        <p:spPr>
          <a:xfrm>
            <a:off x="27288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91_NODE_CHECK_5"/>
          <p:cNvSpPr/>
          <p:nvPr/>
        </p:nvSpPr>
        <p:spPr>
          <a:xfrm>
            <a:off x="35640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91_NOTE_AUTHORITY"/>
          <p:cNvSpPr/>
          <p:nvPr/>
        </p:nvSpPr>
        <p:spPr>
          <a:xfrm>
            <a:off x="324000" y="2286000"/>
            <a:ext cx="3960000" cy="34272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91_LABEL_TITLE"/>
          <p:cNvSpPr txBox="1"/>
          <p:nvPr/>
        </p:nvSpPr>
        <p:spPr>
          <a:xfrm>
            <a:off x="151200" y="-504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9.1 Closure to defence readiness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91_LABEL_TOP_1"/>
          <p:cNvSpPr txBox="1"/>
          <p:nvPr/>
        </p:nvSpPr>
        <p:spPr>
          <a:xfrm>
            <a:off x="172800" y="453600"/>
            <a:ext cx="536400" cy="20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Closure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91_LABEL_TOP_2"/>
          <p:cNvSpPr txBox="1"/>
          <p:nvPr/>
        </p:nvSpPr>
        <p:spPr>
          <a:xfrm>
            <a:off x="820800" y="453600"/>
            <a:ext cx="644400" cy="20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Authority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91_LABEL_TOP_3"/>
          <p:cNvSpPr txBox="1"/>
          <p:nvPr/>
        </p:nvSpPr>
        <p:spPr>
          <a:xfrm>
            <a:off x="1594800" y="453600"/>
            <a:ext cx="536400" cy="20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Record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91_LABEL_TOP_4"/>
          <p:cNvSpPr txBox="1"/>
          <p:nvPr/>
        </p:nvSpPr>
        <p:spPr>
          <a:xfrm>
            <a:off x="2260800" y="400320"/>
            <a:ext cx="788400" cy="30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Performance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set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91_LABEL_READY_CHECK"/>
          <p:cNvSpPr txBox="1"/>
          <p:nvPr/>
        </p:nvSpPr>
        <p:spPr>
          <a:xfrm>
            <a:off x="3211200" y="414000"/>
            <a:ext cx="4716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Pass?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91_LABEL_DEFENCE"/>
          <p:cNvSpPr txBox="1"/>
          <p:nvPr/>
        </p:nvSpPr>
        <p:spPr>
          <a:xfrm>
            <a:off x="4000320" y="380880"/>
            <a:ext cx="5364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YES · defence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91_LABEL_RETURN"/>
          <p:cNvSpPr txBox="1"/>
          <p:nvPr/>
        </p:nvSpPr>
        <p:spPr>
          <a:xfrm>
            <a:off x="3079800" y="945360"/>
            <a:ext cx="806400" cy="19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Return gate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91_EDGE_NO"/>
          <p:cNvSpPr txBox="1"/>
          <p:nvPr/>
        </p:nvSpPr>
        <p:spPr>
          <a:xfrm>
            <a:off x="3200400" y="685800"/>
            <a:ext cx="1800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NO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91_LABEL_CONTRIBUTION"/>
          <p:cNvSpPr txBox="1"/>
          <p:nvPr/>
        </p:nvSpPr>
        <p:spPr>
          <a:xfrm>
            <a:off x="306000" y="996840"/>
            <a:ext cx="2502000" cy="30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ONE BOUNDED CONTRIBUTION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title · route · evidence · boundary · assistance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91_LABEL_CHECKLIST_BAND"/>
          <p:cNvSpPr txBox="1"/>
          <p:nvPr/>
        </p:nvSpPr>
        <p:spPr>
          <a:xfrm>
            <a:off x="216000" y="1464120"/>
            <a:ext cx="4176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READINESS CHECKS — determine PASS?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91_LABEL_CHECK_1"/>
          <p:cNvSpPr txBox="1"/>
          <p:nvPr/>
        </p:nvSpPr>
        <p:spPr>
          <a:xfrm>
            <a:off x="2520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Rules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91_LABEL_CHECK_2"/>
          <p:cNvSpPr txBox="1"/>
          <p:nvPr/>
        </p:nvSpPr>
        <p:spPr>
          <a:xfrm>
            <a:off x="10872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Files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91_LABEL_CHECK_3"/>
          <p:cNvSpPr txBox="1"/>
          <p:nvPr/>
        </p:nvSpPr>
        <p:spPr>
          <a:xfrm>
            <a:off x="19224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Disclosure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91_LABEL_CHECK_4"/>
          <p:cNvSpPr txBox="1"/>
          <p:nvPr/>
        </p:nvSpPr>
        <p:spPr>
          <a:xfrm>
            <a:off x="27576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F91_LABEL_CHECK_5"/>
          <p:cNvSpPr txBox="1"/>
          <p:nvPr/>
        </p:nvSpPr>
        <p:spPr>
          <a:xfrm>
            <a:off x="35928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Recovery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F91_NOTE_SEQUENCE"/>
          <p:cNvSpPr txBox="1"/>
          <p:nvPr/>
        </p:nvSpPr>
        <p:spPr>
          <a:xfrm>
            <a:off x="252000" y="658440"/>
            <a:ext cx="259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author-side · current authority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assessable record · performance set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F91_NOTE_CHECKS"/>
          <p:cNvSpPr txBox="1"/>
          <p:nvPr/>
        </p:nvSpPr>
        <p:spPr>
          <a:xfrm>
            <a:off x="378000" y="1924920"/>
            <a:ext cx="3852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current · identified · accurate · lawful · tested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F91_LABEL_AUTHORITY"/>
          <p:cNvSpPr txBox="1"/>
          <p:nvPr/>
        </p:nvSpPr>
        <p:spPr>
          <a:xfrm>
            <a:off x="396000" y="2300040"/>
            <a:ext cx="3816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Current authority may change the wrapper; it does not rewrite the accepted study.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2026-08-23T19:50:21Z</dcterms:created>
  <dc:creator/>
  <dc:description/>
  <dc:language>en-US</dc:language>
  <cp:lastModifiedBy/>
  <dcterms:modified xsi:type="dcterms:W3CDTF">2026-08-23T19:50:21Z</dcterms:modified>
  <cp:revision>1</cp:revision>
  <dc:subject/>
  <dc:title/>
</cp:coreProperties>
</file>