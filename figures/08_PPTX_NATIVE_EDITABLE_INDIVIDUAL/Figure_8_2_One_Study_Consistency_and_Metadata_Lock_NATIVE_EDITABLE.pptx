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slides/_rels/slide1.xml.rels" ContentType="application/vnd.openxmlformats-package.relationships+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12382500" cy="6667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9F9098E3-BB08-46D7-AEE5-321C129DE360}" type="slidenum">
              <a:t>&lt;#&gt;</a:t>
            </a:fld>
          </a:p>
        </p:txBody>
      </p:sp>
      <p:sp>
        <p:nvSpPr>
          <p:cNvPr id="6" name="PlaceHolder 5"/>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fld id="{BE5A049B-61BE-4543-AF07-0BA3459EE73D}"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
          <p:cNvSpPr/>
          <p:nvPr/>
        </p:nvSpPr>
        <p:spPr>
          <a:xfrm>
            <a:off x="0" y="0"/>
            <a:ext cx="12382200" cy="6667200"/>
          </a:xfrm>
          <a:custGeom>
            <a:avLst/>
            <a:gdLst/>
            <a:ahLst/>
            <a:rect l="0" t="0" r="r" b="b"/>
            <a:pathLst>
              <a:path w="34395" h="18520">
                <a:moveTo>
                  <a:pt x="0" y="0"/>
                </a:moveTo>
                <a:lnTo>
                  <a:pt x="34395" y="0"/>
                </a:lnTo>
                <a:lnTo>
                  <a:pt x="34395" y="18520"/>
                </a:lnTo>
                <a:lnTo>
                  <a:pt x="0" y="18520"/>
                </a:lnTo>
                <a:lnTo>
                  <a:pt x="0" y="0"/>
                </a:lnTo>
                <a:close/>
              </a:path>
            </a:pathLst>
          </a:custGeom>
          <a:solidFill>
            <a:srgbClr val="ffffff"/>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8" name=""/>
          <p:cNvSpPr txBox="1"/>
          <p:nvPr/>
        </p:nvSpPr>
        <p:spPr>
          <a:xfrm>
            <a:off x="3067200" y="123840"/>
            <a:ext cx="6203160" cy="253440"/>
          </a:xfrm>
          <a:prstGeom prst="rect">
            <a:avLst/>
          </a:prstGeom>
          <a:noFill/>
          <a:ln w="0">
            <a:noFill/>
          </a:ln>
        </p:spPr>
        <p:txBody>
          <a:bodyPr wrap="none" lIns="0" rIns="0" tIns="0" bIns="0" anchor="t">
            <a:spAutoFit/>
          </a:bodyPr>
          <a:p>
            <a:r>
              <a:rPr b="0" i="1" lang="en-US" sz="1800" strike="noStrike" u="none">
                <a:solidFill>
                  <a:srgbClr val="52667f"/>
                </a:solidFill>
                <a:effectLst/>
                <a:uFillTx/>
                <a:latin typeface="Times New Roman"/>
              </a:rPr>
              <a:t>every public and manuscript interface must describe the same study</a:t>
            </a:r>
            <a:endParaRPr b="0" i="1" lang="en-US" sz="1800" strike="noStrike" u="none">
              <a:solidFill>
                <a:srgbClr val="52667f"/>
              </a:solidFill>
              <a:effectLst/>
              <a:uFillTx/>
              <a:latin typeface="Times New Roman"/>
              <a:ea typeface="Times New Roman"/>
            </a:endParaRPr>
          </a:p>
        </p:txBody>
      </p:sp>
      <p:sp>
        <p:nvSpPr>
          <p:cNvPr id="9" name=""/>
          <p:cNvSpPr/>
          <p:nvPr/>
        </p:nvSpPr>
        <p:spPr>
          <a:xfrm>
            <a:off x="190440" y="704880"/>
            <a:ext cx="2286000" cy="838080"/>
          </a:xfrm>
          <a:custGeom>
            <a:avLst/>
            <a:gdLst/>
            <a:ahLst/>
            <a:rect l="0" t="0" r="r" b="b"/>
            <a:pathLst>
              <a:path w="6350" h="2328">
                <a:moveTo>
                  <a:pt x="3175" y="2328"/>
                </a:moveTo>
                <a:lnTo>
                  <a:pt x="5980" y="2328"/>
                </a:lnTo>
                <a:cubicBezTo>
                  <a:pt x="6184" y="2328"/>
                  <a:pt x="6350" y="2162"/>
                  <a:pt x="6350" y="1958"/>
                </a:cubicBezTo>
                <a:lnTo>
                  <a:pt x="6350" y="370"/>
                </a:lnTo>
                <a:cubicBezTo>
                  <a:pt x="6350" y="166"/>
                  <a:pt x="6184" y="0"/>
                  <a:pt x="5980" y="0"/>
                </a:cubicBezTo>
                <a:lnTo>
                  <a:pt x="371" y="0"/>
                </a:lnTo>
                <a:cubicBezTo>
                  <a:pt x="166" y="0"/>
                  <a:pt x="0" y="166"/>
                  <a:pt x="0" y="370"/>
                </a:cubicBezTo>
                <a:lnTo>
                  <a:pt x="0" y="1958"/>
                </a:lnTo>
                <a:cubicBezTo>
                  <a:pt x="0" y="2162"/>
                  <a:pt x="166" y="2328"/>
                  <a:pt x="371" y="2328"/>
                </a:cubicBezTo>
                <a:lnTo>
                  <a:pt x="3175" y="2328"/>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0" name=""/>
          <p:cNvSpPr/>
          <p:nvPr/>
        </p:nvSpPr>
        <p:spPr>
          <a:xfrm>
            <a:off x="190440" y="704880"/>
            <a:ext cx="2286000" cy="838080"/>
          </a:xfrm>
          <a:custGeom>
            <a:avLst/>
            <a:gdLst/>
            <a:ahLst/>
            <a:rect l="0" t="0" r="r" b="b"/>
            <a:pathLst>
              <a:path w="6350" h="2328">
                <a:moveTo>
                  <a:pt x="3175" y="2328"/>
                </a:moveTo>
                <a:lnTo>
                  <a:pt x="5980" y="2328"/>
                </a:lnTo>
                <a:cubicBezTo>
                  <a:pt x="6184" y="2328"/>
                  <a:pt x="6350" y="2162"/>
                  <a:pt x="6350" y="1958"/>
                </a:cubicBezTo>
                <a:lnTo>
                  <a:pt x="6350" y="370"/>
                </a:lnTo>
                <a:cubicBezTo>
                  <a:pt x="6350" y="166"/>
                  <a:pt x="6184" y="0"/>
                  <a:pt x="5980" y="0"/>
                </a:cubicBezTo>
                <a:lnTo>
                  <a:pt x="371" y="0"/>
                </a:lnTo>
                <a:cubicBezTo>
                  <a:pt x="166" y="0"/>
                  <a:pt x="0" y="166"/>
                  <a:pt x="0" y="370"/>
                </a:cubicBezTo>
                <a:lnTo>
                  <a:pt x="0" y="1958"/>
                </a:lnTo>
                <a:cubicBezTo>
                  <a:pt x="0" y="2162"/>
                  <a:pt x="166" y="2328"/>
                  <a:pt x="371" y="2328"/>
                </a:cubicBezTo>
                <a:lnTo>
                  <a:pt x="3175" y="2328"/>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1" name=""/>
          <p:cNvSpPr txBox="1"/>
          <p:nvPr/>
        </p:nvSpPr>
        <p:spPr>
          <a:xfrm>
            <a:off x="1057320" y="866880"/>
            <a:ext cx="555120" cy="201600"/>
          </a:xfrm>
          <a:prstGeom prst="rect">
            <a:avLst/>
          </a:prstGeom>
          <a:noFill/>
          <a:ln w="0">
            <a:noFill/>
          </a:ln>
        </p:spPr>
        <p:txBody>
          <a:bodyPr wrap="none" lIns="0" rIns="0" tIns="0" bIns="0" anchor="t">
            <a:spAutoFit/>
          </a:bodyPr>
          <a:p>
            <a:r>
              <a:rPr b="1" lang="en-US" sz="1430" strike="noStrike" u="none">
                <a:solidFill>
                  <a:srgbClr val="1f3654"/>
                </a:solidFill>
                <a:effectLst/>
                <a:uFillTx/>
                <a:latin typeface="Times New Roman"/>
              </a:rPr>
              <a:t>TITLE</a:t>
            </a:r>
            <a:endParaRPr b="1" lang="en-US" sz="1430" strike="noStrike" u="none">
              <a:solidFill>
                <a:srgbClr val="1f3654"/>
              </a:solidFill>
              <a:effectLst/>
              <a:uFillTx/>
              <a:latin typeface="Times New Roman"/>
              <a:ea typeface="Times New Roman"/>
            </a:endParaRPr>
          </a:p>
        </p:txBody>
      </p:sp>
      <p:sp>
        <p:nvSpPr>
          <p:cNvPr id="12" name=""/>
          <p:cNvSpPr txBox="1"/>
          <p:nvPr/>
        </p:nvSpPr>
        <p:spPr>
          <a:xfrm>
            <a:off x="885960" y="1200240"/>
            <a:ext cx="871920" cy="159120"/>
          </a:xfrm>
          <a:prstGeom prst="rect">
            <a:avLst/>
          </a:prstGeom>
          <a:noFill/>
          <a:ln w="0">
            <a:noFill/>
          </a:ln>
        </p:spPr>
        <p:txBody>
          <a:bodyPr wrap="none" lIns="0" rIns="0" tIns="0" bIns="0" anchor="t">
            <a:spAutoFit/>
          </a:bodyPr>
          <a:p>
            <a:r>
              <a:rPr b="0" i="1" lang="en-US" sz="1130" strike="noStrike" u="none">
                <a:solidFill>
                  <a:srgbClr val="52667f"/>
                </a:solidFill>
                <a:effectLst/>
                <a:uFillTx/>
                <a:latin typeface="Times New Roman"/>
              </a:rPr>
              <a:t>object · context</a:t>
            </a:r>
            <a:endParaRPr b="0" i="1" lang="en-US" sz="1130" strike="noStrike" u="none">
              <a:solidFill>
                <a:srgbClr val="52667f"/>
              </a:solidFill>
              <a:effectLst/>
              <a:uFillTx/>
              <a:latin typeface="Times New Roman"/>
              <a:ea typeface="Times New Roman"/>
            </a:endParaRPr>
          </a:p>
        </p:txBody>
      </p:sp>
      <p:sp>
        <p:nvSpPr>
          <p:cNvPr id="13" name=""/>
          <p:cNvSpPr/>
          <p:nvPr/>
        </p:nvSpPr>
        <p:spPr>
          <a:xfrm>
            <a:off x="3429000" y="704880"/>
            <a:ext cx="2286000" cy="838080"/>
          </a:xfrm>
          <a:custGeom>
            <a:avLst/>
            <a:gdLst/>
            <a:ahLst/>
            <a:rect l="0" t="0" r="r" b="b"/>
            <a:pathLst>
              <a:path w="6350" h="2328">
                <a:moveTo>
                  <a:pt x="3175" y="2328"/>
                </a:moveTo>
                <a:lnTo>
                  <a:pt x="5980" y="2328"/>
                </a:lnTo>
                <a:cubicBezTo>
                  <a:pt x="6184" y="2328"/>
                  <a:pt x="6350" y="2162"/>
                  <a:pt x="6350" y="1958"/>
                </a:cubicBezTo>
                <a:lnTo>
                  <a:pt x="6350" y="370"/>
                </a:lnTo>
                <a:cubicBezTo>
                  <a:pt x="6350" y="166"/>
                  <a:pt x="6184" y="0"/>
                  <a:pt x="5980" y="0"/>
                </a:cubicBezTo>
                <a:lnTo>
                  <a:pt x="370" y="0"/>
                </a:lnTo>
                <a:cubicBezTo>
                  <a:pt x="166" y="0"/>
                  <a:pt x="0" y="166"/>
                  <a:pt x="0" y="370"/>
                </a:cubicBezTo>
                <a:lnTo>
                  <a:pt x="0" y="1958"/>
                </a:lnTo>
                <a:cubicBezTo>
                  <a:pt x="0" y="2162"/>
                  <a:pt x="166" y="2328"/>
                  <a:pt x="370" y="2328"/>
                </a:cubicBezTo>
                <a:lnTo>
                  <a:pt x="3175" y="2328"/>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4" name=""/>
          <p:cNvSpPr/>
          <p:nvPr/>
        </p:nvSpPr>
        <p:spPr>
          <a:xfrm>
            <a:off x="3429000" y="704880"/>
            <a:ext cx="2286000" cy="838080"/>
          </a:xfrm>
          <a:custGeom>
            <a:avLst/>
            <a:gdLst/>
            <a:ahLst/>
            <a:rect l="0" t="0" r="r" b="b"/>
            <a:pathLst>
              <a:path w="6350" h="2328">
                <a:moveTo>
                  <a:pt x="3175" y="2328"/>
                </a:moveTo>
                <a:lnTo>
                  <a:pt x="5980" y="2328"/>
                </a:lnTo>
                <a:cubicBezTo>
                  <a:pt x="6184" y="2328"/>
                  <a:pt x="6350" y="2162"/>
                  <a:pt x="6350" y="1958"/>
                </a:cubicBezTo>
                <a:lnTo>
                  <a:pt x="6350" y="370"/>
                </a:lnTo>
                <a:cubicBezTo>
                  <a:pt x="6350" y="166"/>
                  <a:pt x="6184" y="0"/>
                  <a:pt x="5980" y="0"/>
                </a:cubicBezTo>
                <a:lnTo>
                  <a:pt x="370" y="0"/>
                </a:lnTo>
                <a:cubicBezTo>
                  <a:pt x="166" y="0"/>
                  <a:pt x="0" y="166"/>
                  <a:pt x="0" y="370"/>
                </a:cubicBezTo>
                <a:lnTo>
                  <a:pt x="0" y="1958"/>
                </a:lnTo>
                <a:cubicBezTo>
                  <a:pt x="0" y="2162"/>
                  <a:pt x="166" y="2328"/>
                  <a:pt x="370" y="2328"/>
                </a:cubicBezTo>
                <a:lnTo>
                  <a:pt x="3175" y="2328"/>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5" name=""/>
          <p:cNvSpPr txBox="1"/>
          <p:nvPr/>
        </p:nvSpPr>
        <p:spPr>
          <a:xfrm>
            <a:off x="3867120" y="866880"/>
            <a:ext cx="1393920" cy="201600"/>
          </a:xfrm>
          <a:prstGeom prst="rect">
            <a:avLst/>
          </a:prstGeom>
          <a:noFill/>
          <a:ln w="0">
            <a:noFill/>
          </a:ln>
        </p:spPr>
        <p:txBody>
          <a:bodyPr wrap="none" lIns="0" rIns="0" tIns="0" bIns="0" anchor="t">
            <a:spAutoFit/>
          </a:bodyPr>
          <a:p>
            <a:r>
              <a:rPr b="1" lang="en-US" sz="1430" strike="noStrike" u="none">
                <a:solidFill>
                  <a:srgbClr val="1f3654"/>
                </a:solidFill>
                <a:effectLst/>
                <a:uFillTx/>
                <a:latin typeface="Times New Roman"/>
              </a:rPr>
              <a:t>AUTHORS + IDS</a:t>
            </a:r>
            <a:endParaRPr b="1" lang="en-US" sz="1430" strike="noStrike" u="none">
              <a:solidFill>
                <a:srgbClr val="1f3654"/>
              </a:solidFill>
              <a:effectLst/>
              <a:uFillTx/>
              <a:latin typeface="Times New Roman"/>
              <a:ea typeface="Times New Roman"/>
            </a:endParaRPr>
          </a:p>
        </p:txBody>
      </p:sp>
      <p:sp>
        <p:nvSpPr>
          <p:cNvPr id="16" name=""/>
          <p:cNvSpPr txBox="1"/>
          <p:nvPr/>
        </p:nvSpPr>
        <p:spPr>
          <a:xfrm>
            <a:off x="4114800" y="1200240"/>
            <a:ext cx="904320" cy="159120"/>
          </a:xfrm>
          <a:prstGeom prst="rect">
            <a:avLst/>
          </a:prstGeom>
          <a:noFill/>
          <a:ln w="0">
            <a:noFill/>
          </a:ln>
        </p:spPr>
        <p:txBody>
          <a:bodyPr wrap="none" lIns="0" rIns="0" tIns="0" bIns="0" anchor="t">
            <a:spAutoFit/>
          </a:bodyPr>
          <a:p>
            <a:r>
              <a:rPr b="0" i="1" lang="en-US" sz="1130" strike="noStrike" u="none">
                <a:solidFill>
                  <a:srgbClr val="52667f"/>
                </a:solidFill>
                <a:effectLst/>
                <a:uFillTx/>
                <a:latin typeface="Times New Roman"/>
              </a:rPr>
              <a:t>verified identity</a:t>
            </a:r>
            <a:endParaRPr b="0" i="1" lang="en-US" sz="1130" strike="noStrike" u="none">
              <a:solidFill>
                <a:srgbClr val="52667f"/>
              </a:solidFill>
              <a:effectLst/>
              <a:uFillTx/>
              <a:latin typeface="Times New Roman"/>
              <a:ea typeface="Times New Roman"/>
            </a:endParaRPr>
          </a:p>
        </p:txBody>
      </p:sp>
      <p:sp>
        <p:nvSpPr>
          <p:cNvPr id="17" name=""/>
          <p:cNvSpPr/>
          <p:nvPr/>
        </p:nvSpPr>
        <p:spPr>
          <a:xfrm>
            <a:off x="6667200" y="704880"/>
            <a:ext cx="2286000" cy="838080"/>
          </a:xfrm>
          <a:custGeom>
            <a:avLst/>
            <a:gdLst/>
            <a:ahLst/>
            <a:rect l="0" t="0" r="r" b="b"/>
            <a:pathLst>
              <a:path w="6350" h="2328">
                <a:moveTo>
                  <a:pt x="3175" y="2328"/>
                </a:moveTo>
                <a:lnTo>
                  <a:pt x="5980" y="2328"/>
                </a:lnTo>
                <a:cubicBezTo>
                  <a:pt x="6184" y="2328"/>
                  <a:pt x="6350" y="2162"/>
                  <a:pt x="6350" y="1958"/>
                </a:cubicBezTo>
                <a:lnTo>
                  <a:pt x="6350" y="370"/>
                </a:lnTo>
                <a:cubicBezTo>
                  <a:pt x="6350" y="166"/>
                  <a:pt x="6184" y="0"/>
                  <a:pt x="5980" y="0"/>
                </a:cubicBezTo>
                <a:lnTo>
                  <a:pt x="370" y="0"/>
                </a:lnTo>
                <a:cubicBezTo>
                  <a:pt x="166" y="0"/>
                  <a:pt x="0" y="166"/>
                  <a:pt x="0" y="370"/>
                </a:cubicBezTo>
                <a:lnTo>
                  <a:pt x="0" y="1958"/>
                </a:lnTo>
                <a:cubicBezTo>
                  <a:pt x="0" y="2162"/>
                  <a:pt x="166" y="2328"/>
                  <a:pt x="370" y="2328"/>
                </a:cubicBezTo>
                <a:lnTo>
                  <a:pt x="3175" y="2328"/>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8" name=""/>
          <p:cNvSpPr/>
          <p:nvPr/>
        </p:nvSpPr>
        <p:spPr>
          <a:xfrm>
            <a:off x="6667200" y="704880"/>
            <a:ext cx="2286000" cy="838080"/>
          </a:xfrm>
          <a:custGeom>
            <a:avLst/>
            <a:gdLst/>
            <a:ahLst/>
            <a:rect l="0" t="0" r="r" b="b"/>
            <a:pathLst>
              <a:path w="6350" h="2328">
                <a:moveTo>
                  <a:pt x="3175" y="2328"/>
                </a:moveTo>
                <a:lnTo>
                  <a:pt x="5980" y="2328"/>
                </a:lnTo>
                <a:cubicBezTo>
                  <a:pt x="6184" y="2328"/>
                  <a:pt x="6350" y="2162"/>
                  <a:pt x="6350" y="1958"/>
                </a:cubicBezTo>
                <a:lnTo>
                  <a:pt x="6350" y="370"/>
                </a:lnTo>
                <a:cubicBezTo>
                  <a:pt x="6350" y="166"/>
                  <a:pt x="6184" y="0"/>
                  <a:pt x="5980" y="0"/>
                </a:cubicBezTo>
                <a:lnTo>
                  <a:pt x="370" y="0"/>
                </a:lnTo>
                <a:cubicBezTo>
                  <a:pt x="166" y="0"/>
                  <a:pt x="0" y="166"/>
                  <a:pt x="0" y="370"/>
                </a:cubicBezTo>
                <a:lnTo>
                  <a:pt x="0" y="1958"/>
                </a:lnTo>
                <a:cubicBezTo>
                  <a:pt x="0" y="2162"/>
                  <a:pt x="166" y="2328"/>
                  <a:pt x="370" y="2328"/>
                </a:cubicBezTo>
                <a:lnTo>
                  <a:pt x="3175" y="2328"/>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9" name=""/>
          <p:cNvSpPr txBox="1"/>
          <p:nvPr/>
        </p:nvSpPr>
        <p:spPr>
          <a:xfrm>
            <a:off x="7267320" y="866880"/>
            <a:ext cx="1078920" cy="201600"/>
          </a:xfrm>
          <a:prstGeom prst="rect">
            <a:avLst/>
          </a:prstGeom>
          <a:noFill/>
          <a:ln w="0">
            <a:noFill/>
          </a:ln>
        </p:spPr>
        <p:txBody>
          <a:bodyPr wrap="none" lIns="0" rIns="0" tIns="0" bIns="0" anchor="t">
            <a:spAutoFit/>
          </a:bodyPr>
          <a:p>
            <a:r>
              <a:rPr b="1" lang="en-US" sz="1430" strike="noStrike" u="none">
                <a:solidFill>
                  <a:srgbClr val="1f3654"/>
                </a:solidFill>
                <a:effectLst/>
                <a:uFillTx/>
                <a:latin typeface="Times New Roman"/>
              </a:rPr>
              <a:t>KEYWORDS</a:t>
            </a:r>
            <a:endParaRPr b="1" lang="en-US" sz="1430" strike="noStrike" u="none">
              <a:solidFill>
                <a:srgbClr val="1f3654"/>
              </a:solidFill>
              <a:effectLst/>
              <a:uFillTx/>
              <a:latin typeface="Times New Roman"/>
              <a:ea typeface="Times New Roman"/>
            </a:endParaRPr>
          </a:p>
        </p:txBody>
      </p:sp>
      <p:sp>
        <p:nvSpPr>
          <p:cNvPr id="20" name=""/>
          <p:cNvSpPr txBox="1"/>
          <p:nvPr/>
        </p:nvSpPr>
        <p:spPr>
          <a:xfrm>
            <a:off x="7381440" y="1200240"/>
            <a:ext cx="842760" cy="159120"/>
          </a:xfrm>
          <a:prstGeom prst="rect">
            <a:avLst/>
          </a:prstGeom>
          <a:noFill/>
          <a:ln w="0">
            <a:noFill/>
          </a:ln>
        </p:spPr>
        <p:txBody>
          <a:bodyPr wrap="none" lIns="0" rIns="0" tIns="0" bIns="0" anchor="t">
            <a:spAutoFit/>
          </a:bodyPr>
          <a:p>
            <a:r>
              <a:rPr b="0" i="1" lang="en-US" sz="1130" strike="noStrike" u="none">
                <a:solidFill>
                  <a:srgbClr val="52667f"/>
                </a:solidFill>
                <a:effectLst/>
                <a:uFillTx/>
                <a:latin typeface="Times New Roman"/>
              </a:rPr>
              <a:t>retrieval terms</a:t>
            </a:r>
            <a:endParaRPr b="0" i="1" lang="en-US" sz="1130" strike="noStrike" u="none">
              <a:solidFill>
                <a:srgbClr val="52667f"/>
              </a:solidFill>
              <a:effectLst/>
              <a:uFillTx/>
              <a:latin typeface="Times New Roman"/>
              <a:ea typeface="Times New Roman"/>
            </a:endParaRPr>
          </a:p>
        </p:txBody>
      </p:sp>
      <p:sp>
        <p:nvSpPr>
          <p:cNvPr id="21" name=""/>
          <p:cNvSpPr/>
          <p:nvPr/>
        </p:nvSpPr>
        <p:spPr>
          <a:xfrm>
            <a:off x="9905760" y="704880"/>
            <a:ext cx="2286000" cy="838080"/>
          </a:xfrm>
          <a:custGeom>
            <a:avLst/>
            <a:gdLst/>
            <a:ahLst/>
            <a:rect l="0" t="0" r="r" b="b"/>
            <a:pathLst>
              <a:path w="6350" h="2328">
                <a:moveTo>
                  <a:pt x="3175" y="2328"/>
                </a:moveTo>
                <a:lnTo>
                  <a:pt x="5979" y="2328"/>
                </a:lnTo>
                <a:cubicBezTo>
                  <a:pt x="6184" y="2328"/>
                  <a:pt x="6350" y="2162"/>
                  <a:pt x="6350" y="1958"/>
                </a:cubicBezTo>
                <a:lnTo>
                  <a:pt x="6350" y="370"/>
                </a:lnTo>
                <a:cubicBezTo>
                  <a:pt x="6350" y="166"/>
                  <a:pt x="6184" y="0"/>
                  <a:pt x="5979" y="0"/>
                </a:cubicBezTo>
                <a:lnTo>
                  <a:pt x="370" y="0"/>
                </a:lnTo>
                <a:cubicBezTo>
                  <a:pt x="166" y="0"/>
                  <a:pt x="0" y="166"/>
                  <a:pt x="0" y="370"/>
                </a:cubicBezTo>
                <a:lnTo>
                  <a:pt x="0" y="1958"/>
                </a:lnTo>
                <a:cubicBezTo>
                  <a:pt x="0" y="2162"/>
                  <a:pt x="166" y="2328"/>
                  <a:pt x="370" y="2328"/>
                </a:cubicBezTo>
                <a:lnTo>
                  <a:pt x="3175" y="2328"/>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22" name=""/>
          <p:cNvSpPr/>
          <p:nvPr/>
        </p:nvSpPr>
        <p:spPr>
          <a:xfrm>
            <a:off x="9905760" y="704880"/>
            <a:ext cx="2286000" cy="838080"/>
          </a:xfrm>
          <a:custGeom>
            <a:avLst/>
            <a:gdLst/>
            <a:ahLst/>
            <a:rect l="0" t="0" r="r" b="b"/>
            <a:pathLst>
              <a:path w="6350" h="2328">
                <a:moveTo>
                  <a:pt x="3175" y="2328"/>
                </a:moveTo>
                <a:lnTo>
                  <a:pt x="5979" y="2328"/>
                </a:lnTo>
                <a:cubicBezTo>
                  <a:pt x="6184" y="2328"/>
                  <a:pt x="6350" y="2162"/>
                  <a:pt x="6350" y="1958"/>
                </a:cubicBezTo>
                <a:lnTo>
                  <a:pt x="6350" y="370"/>
                </a:lnTo>
                <a:cubicBezTo>
                  <a:pt x="6350" y="166"/>
                  <a:pt x="6184" y="0"/>
                  <a:pt x="5979" y="0"/>
                </a:cubicBezTo>
                <a:lnTo>
                  <a:pt x="370" y="0"/>
                </a:lnTo>
                <a:cubicBezTo>
                  <a:pt x="166" y="0"/>
                  <a:pt x="0" y="166"/>
                  <a:pt x="0" y="370"/>
                </a:cubicBezTo>
                <a:lnTo>
                  <a:pt x="0" y="1958"/>
                </a:lnTo>
                <a:cubicBezTo>
                  <a:pt x="0" y="2162"/>
                  <a:pt x="166" y="2328"/>
                  <a:pt x="370" y="2328"/>
                </a:cubicBezTo>
                <a:lnTo>
                  <a:pt x="3175" y="2328"/>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23" name=""/>
          <p:cNvSpPr txBox="1"/>
          <p:nvPr/>
        </p:nvSpPr>
        <p:spPr>
          <a:xfrm>
            <a:off x="10544040" y="866880"/>
            <a:ext cx="988200" cy="201600"/>
          </a:xfrm>
          <a:prstGeom prst="rect">
            <a:avLst/>
          </a:prstGeom>
          <a:noFill/>
          <a:ln w="0">
            <a:noFill/>
          </a:ln>
        </p:spPr>
        <p:txBody>
          <a:bodyPr wrap="none" lIns="0" rIns="0" tIns="0" bIns="0" anchor="t">
            <a:spAutoFit/>
          </a:bodyPr>
          <a:p>
            <a:r>
              <a:rPr b="1" lang="en-US" sz="1430" strike="noStrike" u="none">
                <a:solidFill>
                  <a:srgbClr val="1f3654"/>
                </a:solidFill>
                <a:effectLst/>
                <a:uFillTx/>
                <a:latin typeface="Times New Roman"/>
              </a:rPr>
              <a:t>ABSTRACT</a:t>
            </a:r>
            <a:endParaRPr b="1" lang="en-US" sz="1430" strike="noStrike" u="none">
              <a:solidFill>
                <a:srgbClr val="1f3654"/>
              </a:solidFill>
              <a:effectLst/>
              <a:uFillTx/>
              <a:latin typeface="Times New Roman"/>
              <a:ea typeface="Times New Roman"/>
            </a:endParaRPr>
          </a:p>
        </p:txBody>
      </p:sp>
      <p:sp>
        <p:nvSpPr>
          <p:cNvPr id="24" name=""/>
          <p:cNvSpPr txBox="1"/>
          <p:nvPr/>
        </p:nvSpPr>
        <p:spPr>
          <a:xfrm>
            <a:off x="10610640" y="1200240"/>
            <a:ext cx="839880" cy="159120"/>
          </a:xfrm>
          <a:prstGeom prst="rect">
            <a:avLst/>
          </a:prstGeom>
          <a:noFill/>
          <a:ln w="0">
            <a:noFill/>
          </a:ln>
        </p:spPr>
        <p:txBody>
          <a:bodyPr wrap="none" lIns="0" rIns="0" tIns="0" bIns="0" anchor="t">
            <a:spAutoFit/>
          </a:bodyPr>
          <a:p>
            <a:r>
              <a:rPr b="0" i="1" lang="en-US" sz="1130" strike="noStrike" u="none">
                <a:solidFill>
                  <a:srgbClr val="52667f"/>
                </a:solidFill>
                <a:effectLst/>
                <a:uFillTx/>
                <a:latin typeface="Times New Roman"/>
              </a:rPr>
              <a:t>executed study</a:t>
            </a:r>
            <a:endParaRPr b="0" i="1" lang="en-US" sz="1130" strike="noStrike" u="none">
              <a:solidFill>
                <a:srgbClr val="52667f"/>
              </a:solidFill>
              <a:effectLst/>
              <a:uFillTx/>
              <a:latin typeface="Times New Roman"/>
              <a:ea typeface="Times New Roman"/>
            </a:endParaRPr>
          </a:p>
        </p:txBody>
      </p:sp>
      <p:sp>
        <p:nvSpPr>
          <p:cNvPr id="25" name=""/>
          <p:cNvSpPr/>
          <p:nvPr/>
        </p:nvSpPr>
        <p:spPr>
          <a:xfrm>
            <a:off x="2381400" y="2190600"/>
            <a:ext cx="7619400" cy="1752480"/>
          </a:xfrm>
          <a:custGeom>
            <a:avLst/>
            <a:gdLst/>
            <a:ahLst/>
            <a:rect l="0" t="0" r="r" b="b"/>
            <a:pathLst>
              <a:path w="21165" h="4868">
                <a:moveTo>
                  <a:pt x="10583" y="4868"/>
                </a:moveTo>
                <a:lnTo>
                  <a:pt x="20636" y="4868"/>
                </a:lnTo>
                <a:cubicBezTo>
                  <a:pt x="20928" y="4868"/>
                  <a:pt x="21165" y="4631"/>
                  <a:pt x="21165" y="4339"/>
                </a:cubicBezTo>
                <a:lnTo>
                  <a:pt x="21165" y="530"/>
                </a:lnTo>
                <a:cubicBezTo>
                  <a:pt x="21165" y="237"/>
                  <a:pt x="20928" y="0"/>
                  <a:pt x="20636" y="0"/>
                </a:cubicBezTo>
                <a:lnTo>
                  <a:pt x="529" y="0"/>
                </a:lnTo>
                <a:cubicBezTo>
                  <a:pt x="237" y="0"/>
                  <a:pt x="0" y="237"/>
                  <a:pt x="0" y="530"/>
                </a:cubicBezTo>
                <a:lnTo>
                  <a:pt x="0" y="4339"/>
                </a:lnTo>
                <a:cubicBezTo>
                  <a:pt x="0" y="4631"/>
                  <a:pt x="237" y="4868"/>
                  <a:pt x="529" y="4868"/>
                </a:cubicBezTo>
                <a:lnTo>
                  <a:pt x="10583" y="4868"/>
                </a:lnTo>
                <a:close/>
              </a:path>
            </a:pathLst>
          </a:custGeom>
          <a:solidFill>
            <a:srgbClr val="f7f9fc"/>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26" name=""/>
          <p:cNvSpPr/>
          <p:nvPr/>
        </p:nvSpPr>
        <p:spPr>
          <a:xfrm>
            <a:off x="2381400" y="2190600"/>
            <a:ext cx="7619400" cy="1752480"/>
          </a:xfrm>
          <a:custGeom>
            <a:avLst/>
            <a:gdLst/>
            <a:ahLst/>
            <a:rect l="0" t="0" r="r" b="b"/>
            <a:pathLst>
              <a:path w="21165" h="4868">
                <a:moveTo>
                  <a:pt x="10583" y="4868"/>
                </a:moveTo>
                <a:lnTo>
                  <a:pt x="20636" y="4868"/>
                </a:lnTo>
                <a:cubicBezTo>
                  <a:pt x="20928" y="4868"/>
                  <a:pt x="21165" y="4631"/>
                  <a:pt x="21165" y="4339"/>
                </a:cubicBezTo>
                <a:lnTo>
                  <a:pt x="21165" y="530"/>
                </a:lnTo>
                <a:cubicBezTo>
                  <a:pt x="21165" y="237"/>
                  <a:pt x="20928" y="0"/>
                  <a:pt x="20636" y="0"/>
                </a:cubicBezTo>
                <a:lnTo>
                  <a:pt x="529" y="0"/>
                </a:lnTo>
                <a:cubicBezTo>
                  <a:pt x="237" y="0"/>
                  <a:pt x="0" y="237"/>
                  <a:pt x="0" y="530"/>
                </a:cubicBezTo>
                <a:lnTo>
                  <a:pt x="0" y="4339"/>
                </a:lnTo>
                <a:cubicBezTo>
                  <a:pt x="0" y="4631"/>
                  <a:pt x="237" y="4868"/>
                  <a:pt x="529" y="4868"/>
                </a:cubicBezTo>
                <a:lnTo>
                  <a:pt x="10583" y="4868"/>
                </a:lnTo>
                <a:close/>
              </a:path>
            </a:pathLst>
          </a:custGeom>
          <a:noFill/>
          <a:ln w="28440">
            <a:solidFill>
              <a:srgbClr val="5b7696"/>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27" name=""/>
          <p:cNvSpPr txBox="1"/>
          <p:nvPr/>
        </p:nvSpPr>
        <p:spPr>
          <a:xfrm>
            <a:off x="4695840" y="2333520"/>
            <a:ext cx="3007440" cy="275400"/>
          </a:xfrm>
          <a:prstGeom prst="rect">
            <a:avLst/>
          </a:prstGeom>
          <a:noFill/>
          <a:ln w="0">
            <a:noFill/>
          </a:ln>
        </p:spPr>
        <p:txBody>
          <a:bodyPr wrap="none" lIns="0" rIns="0" tIns="0" bIns="0" anchor="t">
            <a:spAutoFit/>
          </a:bodyPr>
          <a:p>
            <a:r>
              <a:rPr b="1" lang="en-US" sz="1950" strike="noStrike" u="none">
                <a:solidFill>
                  <a:srgbClr val="1f3654"/>
                </a:solidFill>
                <a:effectLst/>
                <a:uFillTx/>
                <a:latin typeface="Times New Roman"/>
              </a:rPr>
              <a:t>AUTHORITATIVE STUDY</a:t>
            </a:r>
            <a:endParaRPr b="1" lang="en-US" sz="1950" strike="noStrike" u="none">
              <a:solidFill>
                <a:srgbClr val="1f3654"/>
              </a:solidFill>
              <a:effectLst/>
              <a:uFillTx/>
              <a:latin typeface="Times New Roman"/>
              <a:ea typeface="Times New Roman"/>
            </a:endParaRPr>
          </a:p>
        </p:txBody>
      </p:sp>
      <p:sp>
        <p:nvSpPr>
          <p:cNvPr id="28" name=""/>
          <p:cNvSpPr/>
          <p:nvPr/>
        </p:nvSpPr>
        <p:spPr>
          <a:xfrm>
            <a:off x="2838600" y="2800440"/>
            <a:ext cx="1180800" cy="495360"/>
          </a:xfrm>
          <a:custGeom>
            <a:avLst/>
            <a:gdLst/>
            <a:ahLst/>
            <a:rect l="0" t="0" r="r" b="b"/>
            <a:pathLst>
              <a:path w="3280" h="1376">
                <a:moveTo>
                  <a:pt x="1640" y="1376"/>
                </a:moveTo>
                <a:lnTo>
                  <a:pt x="3016" y="1376"/>
                </a:lnTo>
                <a:cubicBezTo>
                  <a:pt x="3162" y="1376"/>
                  <a:pt x="3280" y="1257"/>
                  <a:pt x="3280" y="1111"/>
                </a:cubicBezTo>
                <a:lnTo>
                  <a:pt x="3280" y="264"/>
                </a:lnTo>
                <a:cubicBezTo>
                  <a:pt x="3280" y="118"/>
                  <a:pt x="3162" y="0"/>
                  <a:pt x="3016" y="0"/>
                </a:cubicBezTo>
                <a:lnTo>
                  <a:pt x="264" y="0"/>
                </a:lnTo>
                <a:cubicBezTo>
                  <a:pt x="118" y="0"/>
                  <a:pt x="0" y="118"/>
                  <a:pt x="0" y="264"/>
                </a:cubicBezTo>
                <a:lnTo>
                  <a:pt x="0" y="1111"/>
                </a:lnTo>
                <a:cubicBezTo>
                  <a:pt x="0" y="1257"/>
                  <a:pt x="118" y="1376"/>
                  <a:pt x="264" y="1376"/>
                </a:cubicBezTo>
                <a:lnTo>
                  <a:pt x="1640" y="1376"/>
                </a:lnTo>
                <a:close/>
              </a:path>
            </a:pathLst>
          </a:custGeom>
          <a:solidFill>
            <a:srgbClr val="edf2f8"/>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29" name=""/>
          <p:cNvSpPr/>
          <p:nvPr/>
        </p:nvSpPr>
        <p:spPr>
          <a:xfrm>
            <a:off x="2838600" y="2800440"/>
            <a:ext cx="1180800" cy="495360"/>
          </a:xfrm>
          <a:custGeom>
            <a:avLst/>
            <a:gdLst/>
            <a:ahLst/>
            <a:rect l="0" t="0" r="r" b="b"/>
            <a:pathLst>
              <a:path w="3280" h="1376">
                <a:moveTo>
                  <a:pt x="1640" y="1376"/>
                </a:moveTo>
                <a:lnTo>
                  <a:pt x="3016" y="1376"/>
                </a:lnTo>
                <a:cubicBezTo>
                  <a:pt x="3162" y="1376"/>
                  <a:pt x="3280" y="1257"/>
                  <a:pt x="3280" y="1111"/>
                </a:cubicBezTo>
                <a:lnTo>
                  <a:pt x="3280" y="264"/>
                </a:lnTo>
                <a:cubicBezTo>
                  <a:pt x="3280" y="118"/>
                  <a:pt x="3162" y="0"/>
                  <a:pt x="3016" y="0"/>
                </a:cubicBezTo>
                <a:lnTo>
                  <a:pt x="264" y="0"/>
                </a:lnTo>
                <a:cubicBezTo>
                  <a:pt x="118" y="0"/>
                  <a:pt x="0" y="118"/>
                  <a:pt x="0" y="264"/>
                </a:cubicBezTo>
                <a:lnTo>
                  <a:pt x="0" y="1111"/>
                </a:lnTo>
                <a:cubicBezTo>
                  <a:pt x="0" y="1257"/>
                  <a:pt x="118" y="1376"/>
                  <a:pt x="264" y="1376"/>
                </a:cubicBezTo>
                <a:lnTo>
                  <a:pt x="1640" y="1376"/>
                </a:lnTo>
                <a:close/>
              </a:path>
            </a:pathLst>
          </a:custGeom>
          <a:noFill/>
          <a:ln w="19080">
            <a:solidFill>
              <a:srgbClr val="284d7a"/>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30" name=""/>
          <p:cNvSpPr txBox="1"/>
          <p:nvPr/>
        </p:nvSpPr>
        <p:spPr>
          <a:xfrm>
            <a:off x="3086280" y="2990520"/>
            <a:ext cx="704160" cy="148320"/>
          </a:xfrm>
          <a:prstGeom prst="rect">
            <a:avLst/>
          </a:prstGeom>
          <a:noFill/>
          <a:ln w="0">
            <a:noFill/>
          </a:ln>
        </p:spPr>
        <p:txBody>
          <a:bodyPr wrap="none" lIns="0" rIns="0" tIns="0" bIns="0" anchor="t">
            <a:spAutoFit/>
          </a:bodyPr>
          <a:p>
            <a:r>
              <a:rPr b="1" lang="en-US" sz="1050" strike="noStrike" u="none">
                <a:solidFill>
                  <a:srgbClr val="1f3654"/>
                </a:solidFill>
                <a:effectLst/>
                <a:uFillTx/>
                <a:latin typeface="Times New Roman"/>
              </a:rPr>
              <a:t>QUESTION</a:t>
            </a:r>
            <a:endParaRPr b="1" lang="en-US" sz="1050" strike="noStrike" u="none">
              <a:solidFill>
                <a:srgbClr val="1f3654"/>
              </a:solidFill>
              <a:effectLst/>
              <a:uFillTx/>
              <a:latin typeface="Times New Roman"/>
              <a:ea typeface="Times New Roman"/>
            </a:endParaRPr>
          </a:p>
        </p:txBody>
      </p:sp>
      <p:sp>
        <p:nvSpPr>
          <p:cNvPr id="31" name=""/>
          <p:cNvSpPr/>
          <p:nvPr/>
        </p:nvSpPr>
        <p:spPr>
          <a:xfrm>
            <a:off x="4219560" y="2800440"/>
            <a:ext cx="1181160" cy="495360"/>
          </a:xfrm>
          <a:custGeom>
            <a:avLst/>
            <a:gdLst/>
            <a:ahLst/>
            <a:rect l="0" t="0" r="r" b="b"/>
            <a:pathLst>
              <a:path w="3281" h="1376">
                <a:moveTo>
                  <a:pt x="1641" y="1376"/>
                </a:moveTo>
                <a:lnTo>
                  <a:pt x="3016" y="1376"/>
                </a:lnTo>
                <a:cubicBezTo>
                  <a:pt x="3162" y="1376"/>
                  <a:pt x="3281" y="1257"/>
                  <a:pt x="3281" y="1111"/>
                </a:cubicBezTo>
                <a:lnTo>
                  <a:pt x="3281" y="264"/>
                </a:lnTo>
                <a:cubicBezTo>
                  <a:pt x="3281" y="118"/>
                  <a:pt x="3162" y="0"/>
                  <a:pt x="3016" y="0"/>
                </a:cubicBezTo>
                <a:lnTo>
                  <a:pt x="265" y="0"/>
                </a:lnTo>
                <a:cubicBezTo>
                  <a:pt x="119" y="0"/>
                  <a:pt x="0" y="118"/>
                  <a:pt x="0" y="264"/>
                </a:cubicBezTo>
                <a:lnTo>
                  <a:pt x="0" y="1111"/>
                </a:lnTo>
                <a:cubicBezTo>
                  <a:pt x="0" y="1257"/>
                  <a:pt x="119" y="1376"/>
                  <a:pt x="265" y="1376"/>
                </a:cubicBezTo>
                <a:lnTo>
                  <a:pt x="1641" y="1376"/>
                </a:lnTo>
                <a:close/>
              </a:path>
            </a:pathLst>
          </a:custGeom>
          <a:solidFill>
            <a:srgbClr val="edf2f8"/>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32" name=""/>
          <p:cNvSpPr/>
          <p:nvPr/>
        </p:nvSpPr>
        <p:spPr>
          <a:xfrm>
            <a:off x="4219560" y="2800440"/>
            <a:ext cx="1181160" cy="495360"/>
          </a:xfrm>
          <a:custGeom>
            <a:avLst/>
            <a:gdLst/>
            <a:ahLst/>
            <a:rect l="0" t="0" r="r" b="b"/>
            <a:pathLst>
              <a:path w="3281" h="1376">
                <a:moveTo>
                  <a:pt x="1641" y="1376"/>
                </a:moveTo>
                <a:lnTo>
                  <a:pt x="3016" y="1376"/>
                </a:lnTo>
                <a:cubicBezTo>
                  <a:pt x="3162" y="1376"/>
                  <a:pt x="3281" y="1257"/>
                  <a:pt x="3281" y="1111"/>
                </a:cubicBezTo>
                <a:lnTo>
                  <a:pt x="3281" y="264"/>
                </a:lnTo>
                <a:cubicBezTo>
                  <a:pt x="3281" y="118"/>
                  <a:pt x="3162" y="0"/>
                  <a:pt x="3016" y="0"/>
                </a:cubicBezTo>
                <a:lnTo>
                  <a:pt x="265" y="0"/>
                </a:lnTo>
                <a:cubicBezTo>
                  <a:pt x="119" y="0"/>
                  <a:pt x="0" y="118"/>
                  <a:pt x="0" y="264"/>
                </a:cubicBezTo>
                <a:lnTo>
                  <a:pt x="0" y="1111"/>
                </a:lnTo>
                <a:cubicBezTo>
                  <a:pt x="0" y="1257"/>
                  <a:pt x="119" y="1376"/>
                  <a:pt x="265" y="1376"/>
                </a:cubicBezTo>
                <a:lnTo>
                  <a:pt x="1641" y="1376"/>
                </a:lnTo>
                <a:close/>
              </a:path>
            </a:pathLst>
          </a:custGeom>
          <a:noFill/>
          <a:ln w="19080">
            <a:solidFill>
              <a:srgbClr val="284d7a"/>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33" name=""/>
          <p:cNvSpPr txBox="1"/>
          <p:nvPr/>
        </p:nvSpPr>
        <p:spPr>
          <a:xfrm>
            <a:off x="4467240" y="2895480"/>
            <a:ext cx="686520" cy="142200"/>
          </a:xfrm>
          <a:prstGeom prst="rect">
            <a:avLst/>
          </a:prstGeom>
          <a:noFill/>
          <a:ln w="0">
            <a:noFill/>
          </a:ln>
        </p:spPr>
        <p:txBody>
          <a:bodyPr wrap="none" lIns="0" rIns="0" tIns="0" bIns="0" anchor="t">
            <a:spAutoFit/>
          </a:bodyPr>
          <a:p>
            <a:r>
              <a:rPr b="1" lang="en-US" sz="980" strike="noStrike" u="none">
                <a:solidFill>
                  <a:srgbClr val="1f3654"/>
                </a:solidFill>
                <a:effectLst/>
                <a:uFillTx/>
                <a:latin typeface="Times New Roman"/>
              </a:rPr>
              <a:t>EXECUTED</a:t>
            </a:r>
            <a:endParaRPr b="1" lang="en-US" sz="980" strike="noStrike" u="none">
              <a:solidFill>
                <a:srgbClr val="1f3654"/>
              </a:solidFill>
              <a:effectLst/>
              <a:uFillTx/>
              <a:latin typeface="Times New Roman"/>
              <a:ea typeface="Times New Roman"/>
            </a:endParaRPr>
          </a:p>
        </p:txBody>
      </p:sp>
      <p:sp>
        <p:nvSpPr>
          <p:cNvPr id="34" name=""/>
          <p:cNvSpPr txBox="1"/>
          <p:nvPr/>
        </p:nvSpPr>
        <p:spPr>
          <a:xfrm>
            <a:off x="4591080" y="3076560"/>
            <a:ext cx="439560" cy="142200"/>
          </a:xfrm>
          <a:prstGeom prst="rect">
            <a:avLst/>
          </a:prstGeom>
          <a:noFill/>
          <a:ln w="0">
            <a:noFill/>
          </a:ln>
        </p:spPr>
        <p:txBody>
          <a:bodyPr wrap="none" lIns="0" rIns="0" tIns="0" bIns="0" anchor="t">
            <a:spAutoFit/>
          </a:bodyPr>
          <a:p>
            <a:r>
              <a:rPr b="1" lang="en-US" sz="980" strike="noStrike" u="none">
                <a:solidFill>
                  <a:srgbClr val="1f3654"/>
                </a:solidFill>
                <a:effectLst/>
                <a:uFillTx/>
                <a:latin typeface="Times New Roman"/>
              </a:rPr>
              <a:t>ROUTE</a:t>
            </a:r>
            <a:endParaRPr b="1" lang="en-US" sz="980" strike="noStrike" u="none">
              <a:solidFill>
                <a:srgbClr val="1f3654"/>
              </a:solidFill>
              <a:effectLst/>
              <a:uFillTx/>
              <a:latin typeface="Times New Roman"/>
              <a:ea typeface="Times New Roman"/>
            </a:endParaRPr>
          </a:p>
        </p:txBody>
      </p:sp>
      <p:sp>
        <p:nvSpPr>
          <p:cNvPr id="35" name=""/>
          <p:cNvSpPr/>
          <p:nvPr/>
        </p:nvSpPr>
        <p:spPr>
          <a:xfrm>
            <a:off x="5600880" y="2800440"/>
            <a:ext cx="1180440" cy="495360"/>
          </a:xfrm>
          <a:custGeom>
            <a:avLst/>
            <a:gdLst/>
            <a:ahLst/>
            <a:rect l="0" t="0" r="r" b="b"/>
            <a:pathLst>
              <a:path w="3279" h="1376">
                <a:moveTo>
                  <a:pt x="1640" y="1376"/>
                </a:moveTo>
                <a:lnTo>
                  <a:pt x="3015" y="1376"/>
                </a:lnTo>
                <a:cubicBezTo>
                  <a:pt x="3161" y="1376"/>
                  <a:pt x="3279" y="1257"/>
                  <a:pt x="3279" y="1111"/>
                </a:cubicBezTo>
                <a:lnTo>
                  <a:pt x="3279" y="264"/>
                </a:lnTo>
                <a:cubicBezTo>
                  <a:pt x="3279" y="118"/>
                  <a:pt x="3161" y="0"/>
                  <a:pt x="3015" y="0"/>
                </a:cubicBezTo>
                <a:lnTo>
                  <a:pt x="264" y="0"/>
                </a:lnTo>
                <a:cubicBezTo>
                  <a:pt x="118" y="0"/>
                  <a:pt x="0" y="118"/>
                  <a:pt x="0" y="264"/>
                </a:cubicBezTo>
                <a:lnTo>
                  <a:pt x="0" y="1111"/>
                </a:lnTo>
                <a:cubicBezTo>
                  <a:pt x="0" y="1257"/>
                  <a:pt x="118" y="1376"/>
                  <a:pt x="264" y="1376"/>
                </a:cubicBezTo>
                <a:lnTo>
                  <a:pt x="1640" y="1376"/>
                </a:lnTo>
                <a:close/>
              </a:path>
            </a:pathLst>
          </a:custGeom>
          <a:solidFill>
            <a:srgbClr val="edf2f8"/>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36" name=""/>
          <p:cNvSpPr/>
          <p:nvPr/>
        </p:nvSpPr>
        <p:spPr>
          <a:xfrm>
            <a:off x="5600880" y="2800440"/>
            <a:ext cx="1180440" cy="495360"/>
          </a:xfrm>
          <a:custGeom>
            <a:avLst/>
            <a:gdLst/>
            <a:ahLst/>
            <a:rect l="0" t="0" r="r" b="b"/>
            <a:pathLst>
              <a:path w="3279" h="1376">
                <a:moveTo>
                  <a:pt x="1640" y="1376"/>
                </a:moveTo>
                <a:lnTo>
                  <a:pt x="3015" y="1376"/>
                </a:lnTo>
                <a:cubicBezTo>
                  <a:pt x="3161" y="1376"/>
                  <a:pt x="3279" y="1257"/>
                  <a:pt x="3279" y="1111"/>
                </a:cubicBezTo>
                <a:lnTo>
                  <a:pt x="3279" y="264"/>
                </a:lnTo>
                <a:cubicBezTo>
                  <a:pt x="3279" y="118"/>
                  <a:pt x="3161" y="0"/>
                  <a:pt x="3015" y="0"/>
                </a:cubicBezTo>
                <a:lnTo>
                  <a:pt x="264" y="0"/>
                </a:lnTo>
                <a:cubicBezTo>
                  <a:pt x="118" y="0"/>
                  <a:pt x="0" y="118"/>
                  <a:pt x="0" y="264"/>
                </a:cubicBezTo>
                <a:lnTo>
                  <a:pt x="0" y="1111"/>
                </a:lnTo>
                <a:cubicBezTo>
                  <a:pt x="0" y="1257"/>
                  <a:pt x="118" y="1376"/>
                  <a:pt x="264" y="1376"/>
                </a:cubicBezTo>
                <a:lnTo>
                  <a:pt x="1640" y="1376"/>
                </a:lnTo>
                <a:close/>
              </a:path>
            </a:pathLst>
          </a:custGeom>
          <a:noFill/>
          <a:ln w="19080">
            <a:solidFill>
              <a:srgbClr val="284d7a"/>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37" name=""/>
          <p:cNvSpPr txBox="1"/>
          <p:nvPr/>
        </p:nvSpPr>
        <p:spPr>
          <a:xfrm>
            <a:off x="5848200" y="2990520"/>
            <a:ext cx="704160" cy="148320"/>
          </a:xfrm>
          <a:prstGeom prst="rect">
            <a:avLst/>
          </a:prstGeom>
          <a:noFill/>
          <a:ln w="0">
            <a:noFill/>
          </a:ln>
        </p:spPr>
        <p:txBody>
          <a:bodyPr wrap="none" lIns="0" rIns="0" tIns="0" bIns="0" anchor="t">
            <a:spAutoFit/>
          </a:bodyPr>
          <a:p>
            <a:r>
              <a:rPr b="1" lang="en-US" sz="1050" strike="noStrike" u="none">
                <a:solidFill>
                  <a:srgbClr val="1f3654"/>
                </a:solidFill>
                <a:effectLst/>
                <a:uFillTx/>
                <a:latin typeface="Times New Roman"/>
              </a:rPr>
              <a:t>EVIDENCE</a:t>
            </a:r>
            <a:endParaRPr b="1" lang="en-US" sz="1050" strike="noStrike" u="none">
              <a:solidFill>
                <a:srgbClr val="1f3654"/>
              </a:solidFill>
              <a:effectLst/>
              <a:uFillTx/>
              <a:latin typeface="Times New Roman"/>
              <a:ea typeface="Times New Roman"/>
            </a:endParaRPr>
          </a:p>
        </p:txBody>
      </p:sp>
      <p:sp>
        <p:nvSpPr>
          <p:cNvPr id="38" name=""/>
          <p:cNvSpPr/>
          <p:nvPr/>
        </p:nvSpPr>
        <p:spPr>
          <a:xfrm>
            <a:off x="6981480" y="2800440"/>
            <a:ext cx="1181160" cy="495360"/>
          </a:xfrm>
          <a:custGeom>
            <a:avLst/>
            <a:gdLst/>
            <a:ahLst/>
            <a:rect l="0" t="0" r="r" b="b"/>
            <a:pathLst>
              <a:path w="3281" h="1376">
                <a:moveTo>
                  <a:pt x="1640" y="1376"/>
                </a:moveTo>
                <a:lnTo>
                  <a:pt x="3016" y="1376"/>
                </a:lnTo>
                <a:cubicBezTo>
                  <a:pt x="3162" y="1376"/>
                  <a:pt x="3281" y="1257"/>
                  <a:pt x="3281" y="1111"/>
                </a:cubicBezTo>
                <a:lnTo>
                  <a:pt x="3281" y="264"/>
                </a:lnTo>
                <a:cubicBezTo>
                  <a:pt x="3281" y="118"/>
                  <a:pt x="3162" y="0"/>
                  <a:pt x="3016" y="0"/>
                </a:cubicBezTo>
                <a:lnTo>
                  <a:pt x="265" y="0"/>
                </a:lnTo>
                <a:cubicBezTo>
                  <a:pt x="119" y="0"/>
                  <a:pt x="0" y="118"/>
                  <a:pt x="0" y="264"/>
                </a:cubicBezTo>
                <a:lnTo>
                  <a:pt x="0" y="1111"/>
                </a:lnTo>
                <a:cubicBezTo>
                  <a:pt x="0" y="1257"/>
                  <a:pt x="119" y="1376"/>
                  <a:pt x="265" y="1376"/>
                </a:cubicBezTo>
                <a:lnTo>
                  <a:pt x="1640" y="1376"/>
                </a:lnTo>
                <a:close/>
              </a:path>
            </a:pathLst>
          </a:custGeom>
          <a:solidFill>
            <a:srgbClr val="edf2f8"/>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39" name=""/>
          <p:cNvSpPr/>
          <p:nvPr/>
        </p:nvSpPr>
        <p:spPr>
          <a:xfrm>
            <a:off x="6981480" y="2800440"/>
            <a:ext cx="1181160" cy="495360"/>
          </a:xfrm>
          <a:custGeom>
            <a:avLst/>
            <a:gdLst/>
            <a:ahLst/>
            <a:rect l="0" t="0" r="r" b="b"/>
            <a:pathLst>
              <a:path w="3281" h="1376">
                <a:moveTo>
                  <a:pt x="1640" y="1376"/>
                </a:moveTo>
                <a:lnTo>
                  <a:pt x="3016" y="1376"/>
                </a:lnTo>
                <a:cubicBezTo>
                  <a:pt x="3162" y="1376"/>
                  <a:pt x="3281" y="1257"/>
                  <a:pt x="3281" y="1111"/>
                </a:cubicBezTo>
                <a:lnTo>
                  <a:pt x="3281" y="264"/>
                </a:lnTo>
                <a:cubicBezTo>
                  <a:pt x="3281" y="118"/>
                  <a:pt x="3162" y="0"/>
                  <a:pt x="3016" y="0"/>
                </a:cubicBezTo>
                <a:lnTo>
                  <a:pt x="265" y="0"/>
                </a:lnTo>
                <a:cubicBezTo>
                  <a:pt x="119" y="0"/>
                  <a:pt x="0" y="118"/>
                  <a:pt x="0" y="264"/>
                </a:cubicBezTo>
                <a:lnTo>
                  <a:pt x="0" y="1111"/>
                </a:lnTo>
                <a:cubicBezTo>
                  <a:pt x="0" y="1257"/>
                  <a:pt x="119" y="1376"/>
                  <a:pt x="265" y="1376"/>
                </a:cubicBezTo>
                <a:lnTo>
                  <a:pt x="1640" y="1376"/>
                </a:lnTo>
                <a:close/>
              </a:path>
            </a:pathLst>
          </a:custGeom>
          <a:noFill/>
          <a:ln w="19080">
            <a:solidFill>
              <a:srgbClr val="284d7a"/>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40" name=""/>
          <p:cNvSpPr txBox="1"/>
          <p:nvPr/>
        </p:nvSpPr>
        <p:spPr>
          <a:xfrm>
            <a:off x="7238520" y="2895480"/>
            <a:ext cx="677520" cy="142200"/>
          </a:xfrm>
          <a:prstGeom prst="rect">
            <a:avLst/>
          </a:prstGeom>
          <a:noFill/>
          <a:ln w="0">
            <a:noFill/>
          </a:ln>
        </p:spPr>
        <p:txBody>
          <a:bodyPr wrap="none" lIns="0" rIns="0" tIns="0" bIns="0" anchor="t">
            <a:spAutoFit/>
          </a:bodyPr>
          <a:p>
            <a:r>
              <a:rPr b="1" lang="en-US" sz="980" strike="noStrike" u="none">
                <a:solidFill>
                  <a:srgbClr val="1f3654"/>
                </a:solidFill>
                <a:effectLst/>
                <a:uFillTx/>
                <a:latin typeface="Times New Roman"/>
              </a:rPr>
              <a:t>PRINCIPAL</a:t>
            </a:r>
            <a:endParaRPr b="1" lang="en-US" sz="980" strike="noStrike" u="none">
              <a:solidFill>
                <a:srgbClr val="1f3654"/>
              </a:solidFill>
              <a:effectLst/>
              <a:uFillTx/>
              <a:latin typeface="Times New Roman"/>
              <a:ea typeface="Times New Roman"/>
            </a:endParaRPr>
          </a:p>
        </p:txBody>
      </p:sp>
      <p:sp>
        <p:nvSpPr>
          <p:cNvPr id="41" name=""/>
          <p:cNvSpPr txBox="1"/>
          <p:nvPr/>
        </p:nvSpPr>
        <p:spPr>
          <a:xfrm>
            <a:off x="7333920" y="3076560"/>
            <a:ext cx="484920" cy="142200"/>
          </a:xfrm>
          <a:prstGeom prst="rect">
            <a:avLst/>
          </a:prstGeom>
          <a:noFill/>
          <a:ln w="0">
            <a:noFill/>
          </a:ln>
        </p:spPr>
        <p:txBody>
          <a:bodyPr wrap="none" lIns="0" rIns="0" tIns="0" bIns="0" anchor="t">
            <a:spAutoFit/>
          </a:bodyPr>
          <a:p>
            <a:r>
              <a:rPr b="1" lang="en-US" sz="980" strike="noStrike" u="none">
                <a:solidFill>
                  <a:srgbClr val="1f3654"/>
                </a:solidFill>
                <a:effectLst/>
                <a:uFillTx/>
                <a:latin typeface="Times New Roman"/>
              </a:rPr>
              <a:t>RESULT</a:t>
            </a:r>
            <a:endParaRPr b="1" lang="en-US" sz="980" strike="noStrike" u="none">
              <a:solidFill>
                <a:srgbClr val="1f3654"/>
              </a:solidFill>
              <a:effectLst/>
              <a:uFillTx/>
              <a:latin typeface="Times New Roman"/>
              <a:ea typeface="Times New Roman"/>
            </a:endParaRPr>
          </a:p>
        </p:txBody>
      </p:sp>
      <p:sp>
        <p:nvSpPr>
          <p:cNvPr id="42" name=""/>
          <p:cNvSpPr/>
          <p:nvPr/>
        </p:nvSpPr>
        <p:spPr>
          <a:xfrm>
            <a:off x="8362800" y="2800440"/>
            <a:ext cx="1180800" cy="495360"/>
          </a:xfrm>
          <a:custGeom>
            <a:avLst/>
            <a:gdLst/>
            <a:ahLst/>
            <a:rect l="0" t="0" r="r" b="b"/>
            <a:pathLst>
              <a:path w="3280" h="1376">
                <a:moveTo>
                  <a:pt x="1640" y="1376"/>
                </a:moveTo>
                <a:lnTo>
                  <a:pt x="3016" y="1376"/>
                </a:lnTo>
                <a:cubicBezTo>
                  <a:pt x="3162" y="1376"/>
                  <a:pt x="3280" y="1257"/>
                  <a:pt x="3280" y="1111"/>
                </a:cubicBezTo>
                <a:lnTo>
                  <a:pt x="3280" y="264"/>
                </a:lnTo>
                <a:cubicBezTo>
                  <a:pt x="3280" y="118"/>
                  <a:pt x="3162" y="0"/>
                  <a:pt x="3016" y="0"/>
                </a:cubicBezTo>
                <a:lnTo>
                  <a:pt x="264" y="0"/>
                </a:lnTo>
                <a:cubicBezTo>
                  <a:pt x="118" y="0"/>
                  <a:pt x="0" y="118"/>
                  <a:pt x="0" y="264"/>
                </a:cubicBezTo>
                <a:lnTo>
                  <a:pt x="0" y="1111"/>
                </a:lnTo>
                <a:cubicBezTo>
                  <a:pt x="0" y="1257"/>
                  <a:pt x="118" y="1376"/>
                  <a:pt x="264" y="1376"/>
                </a:cubicBezTo>
                <a:lnTo>
                  <a:pt x="1640" y="1376"/>
                </a:lnTo>
                <a:close/>
              </a:path>
            </a:pathLst>
          </a:custGeom>
          <a:solidFill>
            <a:srgbClr val="edf2f8"/>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43" name=""/>
          <p:cNvSpPr/>
          <p:nvPr/>
        </p:nvSpPr>
        <p:spPr>
          <a:xfrm>
            <a:off x="8362800" y="2800440"/>
            <a:ext cx="1180800" cy="495360"/>
          </a:xfrm>
          <a:custGeom>
            <a:avLst/>
            <a:gdLst/>
            <a:ahLst/>
            <a:rect l="0" t="0" r="r" b="b"/>
            <a:pathLst>
              <a:path w="3280" h="1376">
                <a:moveTo>
                  <a:pt x="1640" y="1376"/>
                </a:moveTo>
                <a:lnTo>
                  <a:pt x="3016" y="1376"/>
                </a:lnTo>
                <a:cubicBezTo>
                  <a:pt x="3162" y="1376"/>
                  <a:pt x="3280" y="1257"/>
                  <a:pt x="3280" y="1111"/>
                </a:cubicBezTo>
                <a:lnTo>
                  <a:pt x="3280" y="264"/>
                </a:lnTo>
                <a:cubicBezTo>
                  <a:pt x="3280" y="118"/>
                  <a:pt x="3162" y="0"/>
                  <a:pt x="3016" y="0"/>
                </a:cubicBezTo>
                <a:lnTo>
                  <a:pt x="264" y="0"/>
                </a:lnTo>
                <a:cubicBezTo>
                  <a:pt x="118" y="0"/>
                  <a:pt x="0" y="118"/>
                  <a:pt x="0" y="264"/>
                </a:cubicBezTo>
                <a:lnTo>
                  <a:pt x="0" y="1111"/>
                </a:lnTo>
                <a:cubicBezTo>
                  <a:pt x="0" y="1257"/>
                  <a:pt x="118" y="1376"/>
                  <a:pt x="264" y="1376"/>
                </a:cubicBezTo>
                <a:lnTo>
                  <a:pt x="1640" y="1376"/>
                </a:lnTo>
                <a:close/>
              </a:path>
            </a:pathLst>
          </a:custGeom>
          <a:noFill/>
          <a:ln w="19080">
            <a:solidFill>
              <a:srgbClr val="284d7a"/>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44" name=""/>
          <p:cNvSpPr txBox="1"/>
          <p:nvPr/>
        </p:nvSpPr>
        <p:spPr>
          <a:xfrm>
            <a:off x="8572320" y="2990520"/>
            <a:ext cx="762120" cy="148320"/>
          </a:xfrm>
          <a:prstGeom prst="rect">
            <a:avLst/>
          </a:prstGeom>
          <a:noFill/>
          <a:ln w="0">
            <a:noFill/>
          </a:ln>
        </p:spPr>
        <p:txBody>
          <a:bodyPr wrap="none" lIns="0" rIns="0" tIns="0" bIns="0" anchor="t">
            <a:spAutoFit/>
          </a:bodyPr>
          <a:p>
            <a:r>
              <a:rPr b="1" lang="en-US" sz="1050" strike="noStrike" u="none">
                <a:solidFill>
                  <a:srgbClr val="1f3654"/>
                </a:solidFill>
                <a:effectLst/>
                <a:uFillTx/>
                <a:latin typeface="Times New Roman"/>
              </a:rPr>
              <a:t>BOUNDARY</a:t>
            </a:r>
            <a:endParaRPr b="1" lang="en-US" sz="1050" strike="noStrike" u="none">
              <a:solidFill>
                <a:srgbClr val="1f3654"/>
              </a:solidFill>
              <a:effectLst/>
              <a:uFillTx/>
              <a:latin typeface="Times New Roman"/>
              <a:ea typeface="Times New Roman"/>
            </a:endParaRPr>
          </a:p>
        </p:txBody>
      </p:sp>
      <p:sp>
        <p:nvSpPr>
          <p:cNvPr id="45" name=""/>
          <p:cNvSpPr txBox="1"/>
          <p:nvPr/>
        </p:nvSpPr>
        <p:spPr>
          <a:xfrm>
            <a:off x="3095640" y="3485880"/>
            <a:ext cx="5952600" cy="180360"/>
          </a:xfrm>
          <a:prstGeom prst="rect">
            <a:avLst/>
          </a:prstGeom>
          <a:noFill/>
          <a:ln w="0">
            <a:noFill/>
          </a:ln>
        </p:spPr>
        <p:txBody>
          <a:bodyPr wrap="none" lIns="0" rIns="0" tIns="0" bIns="0" anchor="t">
            <a:spAutoFit/>
          </a:bodyPr>
          <a:p>
            <a:r>
              <a:rPr b="0" i="1" lang="en-US" sz="1280" strike="noStrike" u="none">
                <a:solidFill>
                  <a:srgbClr val="52667f"/>
                </a:solidFill>
                <a:effectLst/>
                <a:uFillTx/>
                <a:latin typeface="Times New Roman"/>
              </a:rPr>
              <a:t>shorter layers may omit detail; none may change identity, count, uncertainty or claim scope</a:t>
            </a:r>
            <a:endParaRPr b="0" i="1" lang="en-US" sz="1280" strike="noStrike" u="none">
              <a:solidFill>
                <a:srgbClr val="52667f"/>
              </a:solidFill>
              <a:effectLst/>
              <a:uFillTx/>
              <a:latin typeface="Times New Roman"/>
              <a:ea typeface="Times New Roman"/>
            </a:endParaRPr>
          </a:p>
        </p:txBody>
      </p:sp>
      <p:sp>
        <p:nvSpPr>
          <p:cNvPr id="46" name=""/>
          <p:cNvSpPr/>
          <p:nvPr/>
        </p:nvSpPr>
        <p:spPr>
          <a:xfrm flipH="1" flipV="1">
            <a:off x="1333440" y="1581120"/>
            <a:ext cx="2667240" cy="571680"/>
          </a:xfrm>
          <a:prstGeom prst="line">
            <a:avLst/>
          </a:prstGeom>
          <a:ln w="23760">
            <a:solidFill>
              <a:srgbClr val="284d7a"/>
            </a:solidFill>
            <a:miter/>
          </a:ln>
        </p:spPr>
        <p:style>
          <a:lnRef idx="0"/>
          <a:fillRef idx="0"/>
          <a:effectRef idx="0"/>
          <a:fontRef idx="minor"/>
        </p:style>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47" name=""/>
          <p:cNvSpPr/>
          <p:nvPr/>
        </p:nvSpPr>
        <p:spPr>
          <a:xfrm>
            <a:off x="1310400" y="1509480"/>
            <a:ext cx="257760" cy="232920"/>
          </a:xfrm>
          <a:custGeom>
            <a:avLst/>
            <a:gdLst/>
            <a:ahLst/>
            <a:rect l="0" t="0" r="r" b="b"/>
            <a:pathLst>
              <a:path w="716" h="647">
                <a:moveTo>
                  <a:pt x="577" y="647"/>
                </a:moveTo>
                <a:lnTo>
                  <a:pt x="0" y="185"/>
                </a:lnTo>
                <a:lnTo>
                  <a:pt x="716" y="0"/>
                </a:lnTo>
                <a:lnTo>
                  <a:pt x="577" y="647"/>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8" name=""/>
          <p:cNvSpPr/>
          <p:nvPr/>
        </p:nvSpPr>
        <p:spPr>
          <a:xfrm flipH="1" flipV="1">
            <a:off x="4572000" y="1581120"/>
            <a:ext cx="762120" cy="571680"/>
          </a:xfrm>
          <a:prstGeom prst="line">
            <a:avLst/>
          </a:prstGeom>
          <a:ln w="23760">
            <a:solidFill>
              <a:srgbClr val="284d7a"/>
            </a:solidFill>
            <a:miter/>
          </a:ln>
        </p:spPr>
        <p:style>
          <a:lnRef idx="0"/>
          <a:fillRef idx="0"/>
          <a:effectRef idx="0"/>
          <a:fontRef idx="minor"/>
        </p:style>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49" name=""/>
          <p:cNvSpPr/>
          <p:nvPr/>
        </p:nvSpPr>
        <p:spPr>
          <a:xfrm>
            <a:off x="4552920" y="1566720"/>
            <a:ext cx="262080" cy="238320"/>
          </a:xfrm>
          <a:custGeom>
            <a:avLst/>
            <a:gdLst/>
            <a:ahLst/>
            <a:rect l="0" t="0" r="r" b="b"/>
            <a:pathLst>
              <a:path w="728" h="662">
                <a:moveTo>
                  <a:pt x="331" y="662"/>
                </a:moveTo>
                <a:lnTo>
                  <a:pt x="0" y="0"/>
                </a:lnTo>
                <a:lnTo>
                  <a:pt x="728" y="133"/>
                </a:lnTo>
                <a:lnTo>
                  <a:pt x="331" y="66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0" name=""/>
          <p:cNvSpPr/>
          <p:nvPr/>
        </p:nvSpPr>
        <p:spPr>
          <a:xfrm>
            <a:off x="4552920" y="1566720"/>
            <a:ext cx="262080" cy="238320"/>
          </a:xfrm>
          <a:custGeom>
            <a:avLst/>
            <a:gdLst/>
            <a:ahLst/>
            <a:rect l="0" t="0" r="r" b="b"/>
            <a:pathLst>
              <a:path w="728" h="662">
                <a:moveTo>
                  <a:pt x="331" y="662"/>
                </a:moveTo>
                <a:lnTo>
                  <a:pt x="0" y="0"/>
                </a:lnTo>
                <a:lnTo>
                  <a:pt x="728" y="133"/>
                </a:lnTo>
                <a:lnTo>
                  <a:pt x="331" y="66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1" name=""/>
          <p:cNvSpPr/>
          <p:nvPr/>
        </p:nvSpPr>
        <p:spPr>
          <a:xfrm flipV="1">
            <a:off x="7048080" y="1581120"/>
            <a:ext cx="762120" cy="571680"/>
          </a:xfrm>
          <a:prstGeom prst="line">
            <a:avLst/>
          </a:prstGeom>
          <a:ln w="23760">
            <a:solidFill>
              <a:srgbClr val="284d7a"/>
            </a:solidFill>
            <a:miter/>
          </a:ln>
        </p:spPr>
        <p:style>
          <a:lnRef idx="0"/>
          <a:fillRef idx="0"/>
          <a:effectRef idx="0"/>
          <a:fontRef idx="minor"/>
        </p:style>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52" name=""/>
          <p:cNvSpPr/>
          <p:nvPr/>
        </p:nvSpPr>
        <p:spPr>
          <a:xfrm>
            <a:off x="7567200" y="1566720"/>
            <a:ext cx="262080" cy="238320"/>
          </a:xfrm>
          <a:custGeom>
            <a:avLst/>
            <a:gdLst/>
            <a:ahLst/>
            <a:rect l="0" t="0" r="r" b="b"/>
            <a:pathLst>
              <a:path w="728" h="662">
                <a:moveTo>
                  <a:pt x="0" y="133"/>
                </a:moveTo>
                <a:lnTo>
                  <a:pt x="728" y="0"/>
                </a:lnTo>
                <a:lnTo>
                  <a:pt x="397" y="662"/>
                </a:lnTo>
                <a:lnTo>
                  <a:pt x="0" y="133"/>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3" name=""/>
          <p:cNvSpPr/>
          <p:nvPr/>
        </p:nvSpPr>
        <p:spPr>
          <a:xfrm>
            <a:off x="7567200" y="1566720"/>
            <a:ext cx="262080" cy="238320"/>
          </a:xfrm>
          <a:custGeom>
            <a:avLst/>
            <a:gdLst/>
            <a:ahLst/>
            <a:rect l="0" t="0" r="r" b="b"/>
            <a:pathLst>
              <a:path w="728" h="662">
                <a:moveTo>
                  <a:pt x="0" y="133"/>
                </a:moveTo>
                <a:lnTo>
                  <a:pt x="728" y="0"/>
                </a:lnTo>
                <a:lnTo>
                  <a:pt x="397" y="662"/>
                </a:lnTo>
                <a:lnTo>
                  <a:pt x="0" y="133"/>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4" name=""/>
          <p:cNvSpPr/>
          <p:nvPr/>
        </p:nvSpPr>
        <p:spPr>
          <a:xfrm>
            <a:off x="7567200" y="1566720"/>
            <a:ext cx="262080" cy="238320"/>
          </a:xfrm>
          <a:custGeom>
            <a:avLst/>
            <a:gdLst/>
            <a:ahLst/>
            <a:rect l="0" t="0" r="r" b="b"/>
            <a:pathLst>
              <a:path w="728" h="662">
                <a:moveTo>
                  <a:pt x="0" y="133"/>
                </a:moveTo>
                <a:lnTo>
                  <a:pt x="728" y="0"/>
                </a:lnTo>
                <a:lnTo>
                  <a:pt x="397" y="662"/>
                </a:lnTo>
                <a:lnTo>
                  <a:pt x="0" y="133"/>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5" name=""/>
          <p:cNvSpPr/>
          <p:nvPr/>
        </p:nvSpPr>
        <p:spPr>
          <a:xfrm flipV="1">
            <a:off x="8381520" y="1581120"/>
            <a:ext cx="2667240" cy="571680"/>
          </a:xfrm>
          <a:prstGeom prst="line">
            <a:avLst/>
          </a:prstGeom>
          <a:ln w="23760">
            <a:solidFill>
              <a:srgbClr val="284d7a"/>
            </a:solidFill>
            <a:miter/>
          </a:ln>
        </p:spPr>
        <p:style>
          <a:lnRef idx="0"/>
          <a:fillRef idx="0"/>
          <a:effectRef idx="0"/>
          <a:fontRef idx="minor"/>
        </p:style>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56" name=""/>
          <p:cNvSpPr/>
          <p:nvPr/>
        </p:nvSpPr>
        <p:spPr>
          <a:xfrm>
            <a:off x="10814040" y="1509480"/>
            <a:ext cx="257760" cy="232920"/>
          </a:xfrm>
          <a:custGeom>
            <a:avLst/>
            <a:gdLst/>
            <a:ahLst/>
            <a:rect l="0" t="0" r="r" b="b"/>
            <a:pathLst>
              <a:path w="716" h="647">
                <a:moveTo>
                  <a:pt x="0" y="0"/>
                </a:moveTo>
                <a:lnTo>
                  <a:pt x="716" y="185"/>
                </a:lnTo>
                <a:lnTo>
                  <a:pt x="139" y="647"/>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7" name=""/>
          <p:cNvSpPr/>
          <p:nvPr/>
        </p:nvSpPr>
        <p:spPr>
          <a:xfrm>
            <a:off x="10814040" y="1509480"/>
            <a:ext cx="257760" cy="232920"/>
          </a:xfrm>
          <a:custGeom>
            <a:avLst/>
            <a:gdLst/>
            <a:ahLst/>
            <a:rect l="0" t="0" r="r" b="b"/>
            <a:pathLst>
              <a:path w="716" h="647">
                <a:moveTo>
                  <a:pt x="0" y="0"/>
                </a:moveTo>
                <a:lnTo>
                  <a:pt x="716" y="185"/>
                </a:lnTo>
                <a:lnTo>
                  <a:pt x="139" y="647"/>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8" name=""/>
          <p:cNvSpPr/>
          <p:nvPr/>
        </p:nvSpPr>
        <p:spPr>
          <a:xfrm>
            <a:off x="10814040" y="1509480"/>
            <a:ext cx="257760" cy="232920"/>
          </a:xfrm>
          <a:custGeom>
            <a:avLst/>
            <a:gdLst/>
            <a:ahLst/>
            <a:rect l="0" t="0" r="r" b="b"/>
            <a:pathLst>
              <a:path w="716" h="647">
                <a:moveTo>
                  <a:pt x="0" y="0"/>
                </a:moveTo>
                <a:lnTo>
                  <a:pt x="716" y="185"/>
                </a:lnTo>
                <a:lnTo>
                  <a:pt x="139" y="647"/>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9" name=""/>
          <p:cNvSpPr/>
          <p:nvPr/>
        </p:nvSpPr>
        <p:spPr>
          <a:xfrm>
            <a:off x="10814040" y="1509480"/>
            <a:ext cx="257760" cy="232920"/>
          </a:xfrm>
          <a:custGeom>
            <a:avLst/>
            <a:gdLst/>
            <a:ahLst/>
            <a:rect l="0" t="0" r="r" b="b"/>
            <a:pathLst>
              <a:path w="716" h="647">
                <a:moveTo>
                  <a:pt x="0" y="0"/>
                </a:moveTo>
                <a:lnTo>
                  <a:pt x="716" y="185"/>
                </a:lnTo>
                <a:lnTo>
                  <a:pt x="139" y="647"/>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0" name=""/>
          <p:cNvSpPr/>
          <p:nvPr/>
        </p:nvSpPr>
        <p:spPr>
          <a:xfrm>
            <a:off x="0" y="4495320"/>
            <a:ext cx="1752480" cy="800280"/>
          </a:xfrm>
          <a:custGeom>
            <a:avLst/>
            <a:gdLst/>
            <a:ahLst/>
            <a:rect l="0" t="0" r="r" b="b"/>
            <a:pathLst>
              <a:path w="4868" h="2223">
                <a:moveTo>
                  <a:pt x="2434" y="2223"/>
                </a:moveTo>
                <a:lnTo>
                  <a:pt x="4498" y="2223"/>
                </a:lnTo>
                <a:cubicBezTo>
                  <a:pt x="4703" y="2223"/>
                  <a:pt x="4868" y="2057"/>
                  <a:pt x="4868" y="1853"/>
                </a:cubicBezTo>
                <a:lnTo>
                  <a:pt x="4868" y="371"/>
                </a:lnTo>
                <a:cubicBezTo>
                  <a:pt x="4868" y="166"/>
                  <a:pt x="4703" y="0"/>
                  <a:pt x="4498" y="0"/>
                </a:cubicBezTo>
                <a:lnTo>
                  <a:pt x="370" y="0"/>
                </a:lnTo>
                <a:cubicBezTo>
                  <a:pt x="166" y="0"/>
                  <a:pt x="0" y="166"/>
                  <a:pt x="0" y="371"/>
                </a:cubicBezTo>
                <a:lnTo>
                  <a:pt x="0" y="1853"/>
                </a:lnTo>
                <a:cubicBezTo>
                  <a:pt x="0" y="2057"/>
                  <a:pt x="166" y="2223"/>
                  <a:pt x="370" y="2223"/>
                </a:cubicBezTo>
                <a:lnTo>
                  <a:pt x="2434" y="2223"/>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61" name=""/>
          <p:cNvSpPr/>
          <p:nvPr/>
        </p:nvSpPr>
        <p:spPr>
          <a:xfrm>
            <a:off x="0" y="4495320"/>
            <a:ext cx="1752480" cy="800280"/>
          </a:xfrm>
          <a:custGeom>
            <a:avLst/>
            <a:gdLst/>
            <a:ahLst/>
            <a:rect l="0" t="0" r="r" b="b"/>
            <a:pathLst>
              <a:path w="4868" h="2223">
                <a:moveTo>
                  <a:pt x="2434" y="2223"/>
                </a:moveTo>
                <a:lnTo>
                  <a:pt x="4498" y="2223"/>
                </a:lnTo>
                <a:cubicBezTo>
                  <a:pt x="4703" y="2223"/>
                  <a:pt x="4868" y="2057"/>
                  <a:pt x="4868" y="1853"/>
                </a:cubicBezTo>
                <a:lnTo>
                  <a:pt x="4868" y="371"/>
                </a:lnTo>
                <a:cubicBezTo>
                  <a:pt x="4868" y="166"/>
                  <a:pt x="4703" y="0"/>
                  <a:pt x="4498" y="0"/>
                </a:cubicBezTo>
                <a:lnTo>
                  <a:pt x="370" y="0"/>
                </a:lnTo>
                <a:cubicBezTo>
                  <a:pt x="166" y="0"/>
                  <a:pt x="0" y="166"/>
                  <a:pt x="0" y="371"/>
                </a:cubicBezTo>
                <a:lnTo>
                  <a:pt x="0" y="1853"/>
                </a:lnTo>
                <a:cubicBezTo>
                  <a:pt x="0" y="2057"/>
                  <a:pt x="166" y="2223"/>
                  <a:pt x="370" y="2223"/>
                </a:cubicBezTo>
                <a:lnTo>
                  <a:pt x="2434" y="2223"/>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62" name=""/>
          <p:cNvSpPr txBox="1"/>
          <p:nvPr/>
        </p:nvSpPr>
        <p:spPr>
          <a:xfrm>
            <a:off x="237960" y="4667040"/>
            <a:ext cx="1294560" cy="180360"/>
          </a:xfrm>
          <a:prstGeom prst="rect">
            <a:avLst/>
          </a:prstGeom>
          <a:noFill/>
          <a:ln w="0">
            <a:noFill/>
          </a:ln>
        </p:spPr>
        <p:txBody>
          <a:bodyPr wrap="none" lIns="0" rIns="0" tIns="0" bIns="0" anchor="t">
            <a:spAutoFit/>
          </a:bodyPr>
          <a:p>
            <a:r>
              <a:rPr b="1" lang="en-US" sz="1280" strike="noStrike" u="none">
                <a:solidFill>
                  <a:srgbClr val="1f3654"/>
                </a:solidFill>
                <a:effectLst/>
                <a:uFillTx/>
                <a:latin typeface="Times New Roman"/>
              </a:rPr>
              <a:t>INTRODUCTION</a:t>
            </a:r>
            <a:endParaRPr b="1" lang="en-US" sz="1280" strike="noStrike" u="none">
              <a:solidFill>
                <a:srgbClr val="1f3654"/>
              </a:solidFill>
              <a:effectLst/>
              <a:uFillTx/>
              <a:latin typeface="Times New Roman"/>
              <a:ea typeface="Times New Roman"/>
            </a:endParaRPr>
          </a:p>
        </p:txBody>
      </p:sp>
      <p:sp>
        <p:nvSpPr>
          <p:cNvPr id="63" name=""/>
          <p:cNvSpPr txBox="1"/>
          <p:nvPr/>
        </p:nvSpPr>
        <p:spPr>
          <a:xfrm>
            <a:off x="666720" y="4980960"/>
            <a:ext cx="428040" cy="148320"/>
          </a:xfrm>
          <a:prstGeom prst="rect">
            <a:avLst/>
          </a:prstGeom>
          <a:noFill/>
          <a:ln w="0">
            <a:noFill/>
          </a:ln>
        </p:spPr>
        <p:txBody>
          <a:bodyPr wrap="none" lIns="0" rIns="0" tIns="0" bIns="0" anchor="t">
            <a:spAutoFit/>
          </a:bodyPr>
          <a:p>
            <a:r>
              <a:rPr b="0" i="1" lang="en-US" sz="1050" strike="noStrike" u="none">
                <a:solidFill>
                  <a:srgbClr val="52667f"/>
                </a:solidFill>
                <a:effectLst/>
                <a:uFillTx/>
                <a:latin typeface="Times New Roman"/>
              </a:rPr>
              <a:t>promise</a:t>
            </a:r>
            <a:endParaRPr b="0" i="1" lang="en-US" sz="1050" strike="noStrike" u="none">
              <a:solidFill>
                <a:srgbClr val="52667f"/>
              </a:solidFill>
              <a:effectLst/>
              <a:uFillTx/>
              <a:latin typeface="Times New Roman"/>
              <a:ea typeface="Times New Roman"/>
            </a:endParaRPr>
          </a:p>
        </p:txBody>
      </p:sp>
      <p:sp>
        <p:nvSpPr>
          <p:cNvPr id="64" name=""/>
          <p:cNvSpPr/>
          <p:nvPr/>
        </p:nvSpPr>
        <p:spPr>
          <a:xfrm flipH="1">
            <a:off x="876240" y="3981240"/>
            <a:ext cx="2552760" cy="476280"/>
          </a:xfrm>
          <a:prstGeom prst="line">
            <a:avLst/>
          </a:prstGeom>
          <a:ln w="23760">
            <a:solidFill>
              <a:srgbClr val="284d7a"/>
            </a:solidFill>
            <a:miter/>
          </a:ln>
        </p:spPr>
        <p:style>
          <a:lnRef idx="0"/>
          <a:fillRef idx="0"/>
          <a:effectRef idx="0"/>
          <a:fontRef idx="minor"/>
        </p:style>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65" name=""/>
          <p:cNvSpPr/>
          <p:nvPr/>
        </p:nvSpPr>
        <p:spPr>
          <a:xfrm>
            <a:off x="852840" y="4300920"/>
            <a:ext cx="255960" cy="234360"/>
          </a:xfrm>
          <a:custGeom>
            <a:avLst/>
            <a:gdLst/>
            <a:ahLst/>
            <a:rect l="0" t="0" r="r" b="b"/>
            <a:pathLst>
              <a:path w="711" h="651">
                <a:moveTo>
                  <a:pt x="711" y="651"/>
                </a:moveTo>
                <a:lnTo>
                  <a:pt x="0" y="447"/>
                </a:lnTo>
                <a:lnTo>
                  <a:pt x="590" y="0"/>
                </a:lnTo>
                <a:lnTo>
                  <a:pt x="711" y="651"/>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6" name=""/>
          <p:cNvSpPr/>
          <p:nvPr/>
        </p:nvSpPr>
        <p:spPr>
          <a:xfrm>
            <a:off x="852840" y="4300920"/>
            <a:ext cx="255960" cy="234360"/>
          </a:xfrm>
          <a:custGeom>
            <a:avLst/>
            <a:gdLst/>
            <a:ahLst/>
            <a:rect l="0" t="0" r="r" b="b"/>
            <a:pathLst>
              <a:path w="711" h="651">
                <a:moveTo>
                  <a:pt x="711" y="651"/>
                </a:moveTo>
                <a:lnTo>
                  <a:pt x="0" y="447"/>
                </a:lnTo>
                <a:lnTo>
                  <a:pt x="590" y="0"/>
                </a:lnTo>
                <a:lnTo>
                  <a:pt x="711" y="651"/>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7" name=""/>
          <p:cNvSpPr/>
          <p:nvPr/>
        </p:nvSpPr>
        <p:spPr>
          <a:xfrm>
            <a:off x="852840" y="4300920"/>
            <a:ext cx="255960" cy="234360"/>
          </a:xfrm>
          <a:custGeom>
            <a:avLst/>
            <a:gdLst/>
            <a:ahLst/>
            <a:rect l="0" t="0" r="r" b="b"/>
            <a:pathLst>
              <a:path w="711" h="651">
                <a:moveTo>
                  <a:pt x="711" y="651"/>
                </a:moveTo>
                <a:lnTo>
                  <a:pt x="0" y="447"/>
                </a:lnTo>
                <a:lnTo>
                  <a:pt x="590" y="0"/>
                </a:lnTo>
                <a:lnTo>
                  <a:pt x="711" y="651"/>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8" name=""/>
          <p:cNvSpPr/>
          <p:nvPr/>
        </p:nvSpPr>
        <p:spPr>
          <a:xfrm>
            <a:off x="852840" y="4300920"/>
            <a:ext cx="255960" cy="234360"/>
          </a:xfrm>
          <a:custGeom>
            <a:avLst/>
            <a:gdLst/>
            <a:ahLst/>
            <a:rect l="0" t="0" r="r" b="b"/>
            <a:pathLst>
              <a:path w="711" h="651">
                <a:moveTo>
                  <a:pt x="711" y="651"/>
                </a:moveTo>
                <a:lnTo>
                  <a:pt x="0" y="447"/>
                </a:lnTo>
                <a:lnTo>
                  <a:pt x="590" y="0"/>
                </a:lnTo>
                <a:lnTo>
                  <a:pt x="711" y="651"/>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9" name=""/>
          <p:cNvSpPr/>
          <p:nvPr/>
        </p:nvSpPr>
        <p:spPr>
          <a:xfrm>
            <a:off x="852840" y="4300920"/>
            <a:ext cx="255960" cy="234360"/>
          </a:xfrm>
          <a:custGeom>
            <a:avLst/>
            <a:gdLst/>
            <a:ahLst/>
            <a:rect l="0" t="0" r="r" b="b"/>
            <a:pathLst>
              <a:path w="711" h="651">
                <a:moveTo>
                  <a:pt x="711" y="651"/>
                </a:moveTo>
                <a:lnTo>
                  <a:pt x="0" y="447"/>
                </a:lnTo>
                <a:lnTo>
                  <a:pt x="590" y="0"/>
                </a:lnTo>
                <a:lnTo>
                  <a:pt x="711" y="651"/>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0" name=""/>
          <p:cNvSpPr/>
          <p:nvPr/>
        </p:nvSpPr>
        <p:spPr>
          <a:xfrm>
            <a:off x="2133720" y="4495320"/>
            <a:ext cx="1752480" cy="800280"/>
          </a:xfrm>
          <a:custGeom>
            <a:avLst/>
            <a:gdLst/>
            <a:ahLst/>
            <a:rect l="0" t="0" r="r" b="b"/>
            <a:pathLst>
              <a:path w="4868" h="2223">
                <a:moveTo>
                  <a:pt x="2434" y="2223"/>
                </a:moveTo>
                <a:lnTo>
                  <a:pt x="4498" y="2223"/>
                </a:lnTo>
                <a:cubicBezTo>
                  <a:pt x="4702" y="2223"/>
                  <a:pt x="4868" y="2057"/>
                  <a:pt x="4868" y="1853"/>
                </a:cubicBezTo>
                <a:lnTo>
                  <a:pt x="4868" y="371"/>
                </a:lnTo>
                <a:cubicBezTo>
                  <a:pt x="4868" y="166"/>
                  <a:pt x="4702" y="0"/>
                  <a:pt x="4498" y="0"/>
                </a:cubicBezTo>
                <a:lnTo>
                  <a:pt x="370" y="0"/>
                </a:lnTo>
                <a:cubicBezTo>
                  <a:pt x="166" y="0"/>
                  <a:pt x="0" y="166"/>
                  <a:pt x="0" y="371"/>
                </a:cubicBezTo>
                <a:lnTo>
                  <a:pt x="0" y="1853"/>
                </a:lnTo>
                <a:cubicBezTo>
                  <a:pt x="0" y="2057"/>
                  <a:pt x="166" y="2223"/>
                  <a:pt x="370" y="2223"/>
                </a:cubicBezTo>
                <a:lnTo>
                  <a:pt x="2434" y="2223"/>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71" name=""/>
          <p:cNvSpPr/>
          <p:nvPr/>
        </p:nvSpPr>
        <p:spPr>
          <a:xfrm>
            <a:off x="2133720" y="4495320"/>
            <a:ext cx="1752480" cy="800280"/>
          </a:xfrm>
          <a:custGeom>
            <a:avLst/>
            <a:gdLst/>
            <a:ahLst/>
            <a:rect l="0" t="0" r="r" b="b"/>
            <a:pathLst>
              <a:path w="4868" h="2223">
                <a:moveTo>
                  <a:pt x="2434" y="2223"/>
                </a:moveTo>
                <a:lnTo>
                  <a:pt x="4498" y="2223"/>
                </a:lnTo>
                <a:cubicBezTo>
                  <a:pt x="4702" y="2223"/>
                  <a:pt x="4868" y="2057"/>
                  <a:pt x="4868" y="1853"/>
                </a:cubicBezTo>
                <a:lnTo>
                  <a:pt x="4868" y="371"/>
                </a:lnTo>
                <a:cubicBezTo>
                  <a:pt x="4868" y="166"/>
                  <a:pt x="4702" y="0"/>
                  <a:pt x="4498" y="0"/>
                </a:cubicBezTo>
                <a:lnTo>
                  <a:pt x="370" y="0"/>
                </a:lnTo>
                <a:cubicBezTo>
                  <a:pt x="166" y="0"/>
                  <a:pt x="0" y="166"/>
                  <a:pt x="0" y="371"/>
                </a:cubicBezTo>
                <a:lnTo>
                  <a:pt x="0" y="1853"/>
                </a:lnTo>
                <a:cubicBezTo>
                  <a:pt x="0" y="2057"/>
                  <a:pt x="166" y="2223"/>
                  <a:pt x="370" y="2223"/>
                </a:cubicBezTo>
                <a:lnTo>
                  <a:pt x="2434" y="2223"/>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72" name=""/>
          <p:cNvSpPr txBox="1"/>
          <p:nvPr/>
        </p:nvSpPr>
        <p:spPr>
          <a:xfrm>
            <a:off x="2657520" y="4667040"/>
            <a:ext cx="723240" cy="180360"/>
          </a:xfrm>
          <a:prstGeom prst="rect">
            <a:avLst/>
          </a:prstGeom>
          <a:noFill/>
          <a:ln w="0">
            <a:noFill/>
          </a:ln>
        </p:spPr>
        <p:txBody>
          <a:bodyPr wrap="none" lIns="0" rIns="0" tIns="0" bIns="0" anchor="t">
            <a:spAutoFit/>
          </a:bodyPr>
          <a:p>
            <a:r>
              <a:rPr b="1" lang="en-US" sz="1280" strike="noStrike" u="none">
                <a:solidFill>
                  <a:srgbClr val="1f3654"/>
                </a:solidFill>
                <a:effectLst/>
                <a:uFillTx/>
                <a:latin typeface="Times New Roman"/>
              </a:rPr>
              <a:t>RESULTS</a:t>
            </a:r>
            <a:endParaRPr b="1" lang="en-US" sz="1280" strike="noStrike" u="none">
              <a:solidFill>
                <a:srgbClr val="1f3654"/>
              </a:solidFill>
              <a:effectLst/>
              <a:uFillTx/>
              <a:latin typeface="Times New Roman"/>
              <a:ea typeface="Times New Roman"/>
            </a:endParaRPr>
          </a:p>
        </p:txBody>
      </p:sp>
      <p:sp>
        <p:nvSpPr>
          <p:cNvPr id="73" name=""/>
          <p:cNvSpPr txBox="1"/>
          <p:nvPr/>
        </p:nvSpPr>
        <p:spPr>
          <a:xfrm>
            <a:off x="2781360" y="4980960"/>
            <a:ext cx="465840" cy="148320"/>
          </a:xfrm>
          <a:prstGeom prst="rect">
            <a:avLst/>
          </a:prstGeom>
          <a:noFill/>
          <a:ln w="0">
            <a:noFill/>
          </a:ln>
        </p:spPr>
        <p:txBody>
          <a:bodyPr wrap="none" lIns="0" rIns="0" tIns="0" bIns="0" anchor="t">
            <a:spAutoFit/>
          </a:bodyPr>
          <a:p>
            <a:r>
              <a:rPr b="0" i="1" lang="en-US" sz="1050" strike="noStrike" u="none">
                <a:solidFill>
                  <a:srgbClr val="52667f"/>
                </a:solidFill>
                <a:effectLst/>
                <a:uFillTx/>
                <a:latin typeface="Times New Roman"/>
              </a:rPr>
              <a:t>evidence</a:t>
            </a:r>
            <a:endParaRPr b="0" i="1" lang="en-US" sz="1050" strike="noStrike" u="none">
              <a:solidFill>
                <a:srgbClr val="52667f"/>
              </a:solidFill>
              <a:effectLst/>
              <a:uFillTx/>
              <a:latin typeface="Times New Roman"/>
              <a:ea typeface="Times New Roman"/>
            </a:endParaRPr>
          </a:p>
        </p:txBody>
      </p:sp>
      <p:sp>
        <p:nvSpPr>
          <p:cNvPr id="74" name=""/>
          <p:cNvSpPr/>
          <p:nvPr/>
        </p:nvSpPr>
        <p:spPr>
          <a:xfrm flipH="1">
            <a:off x="3009960" y="3981240"/>
            <a:ext cx="1514520" cy="476280"/>
          </a:xfrm>
          <a:prstGeom prst="line">
            <a:avLst/>
          </a:prstGeom>
          <a:ln w="23760">
            <a:solidFill>
              <a:srgbClr val="284d7a"/>
            </a:solidFill>
            <a:miter/>
          </a:ln>
        </p:spPr>
        <p:style>
          <a:lnRef idx="0"/>
          <a:fillRef idx="0"/>
          <a:effectRef idx="0"/>
          <a:fontRef idx="minor"/>
        </p:style>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75" name=""/>
          <p:cNvSpPr/>
          <p:nvPr/>
        </p:nvSpPr>
        <p:spPr>
          <a:xfrm>
            <a:off x="2987280" y="4279680"/>
            <a:ext cx="262800" cy="227160"/>
          </a:xfrm>
          <a:custGeom>
            <a:avLst/>
            <a:gdLst/>
            <a:ahLst/>
            <a:rect l="0" t="0" r="r" b="b"/>
            <a:pathLst>
              <a:path w="730" h="631">
                <a:moveTo>
                  <a:pt x="730" y="631"/>
                </a:moveTo>
                <a:lnTo>
                  <a:pt x="0" y="513"/>
                </a:lnTo>
                <a:lnTo>
                  <a:pt x="532" y="0"/>
                </a:lnTo>
                <a:lnTo>
                  <a:pt x="730" y="631"/>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6" name=""/>
          <p:cNvSpPr/>
          <p:nvPr/>
        </p:nvSpPr>
        <p:spPr>
          <a:xfrm>
            <a:off x="2987280" y="4279680"/>
            <a:ext cx="262800" cy="227160"/>
          </a:xfrm>
          <a:custGeom>
            <a:avLst/>
            <a:gdLst/>
            <a:ahLst/>
            <a:rect l="0" t="0" r="r" b="b"/>
            <a:pathLst>
              <a:path w="730" h="631">
                <a:moveTo>
                  <a:pt x="730" y="631"/>
                </a:moveTo>
                <a:lnTo>
                  <a:pt x="0" y="513"/>
                </a:lnTo>
                <a:lnTo>
                  <a:pt x="532" y="0"/>
                </a:lnTo>
                <a:lnTo>
                  <a:pt x="730" y="631"/>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7" name=""/>
          <p:cNvSpPr/>
          <p:nvPr/>
        </p:nvSpPr>
        <p:spPr>
          <a:xfrm>
            <a:off x="2987280" y="4279680"/>
            <a:ext cx="262800" cy="227160"/>
          </a:xfrm>
          <a:custGeom>
            <a:avLst/>
            <a:gdLst/>
            <a:ahLst/>
            <a:rect l="0" t="0" r="r" b="b"/>
            <a:pathLst>
              <a:path w="730" h="631">
                <a:moveTo>
                  <a:pt x="730" y="631"/>
                </a:moveTo>
                <a:lnTo>
                  <a:pt x="0" y="513"/>
                </a:lnTo>
                <a:lnTo>
                  <a:pt x="532" y="0"/>
                </a:lnTo>
                <a:lnTo>
                  <a:pt x="730" y="631"/>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8" name=""/>
          <p:cNvSpPr/>
          <p:nvPr/>
        </p:nvSpPr>
        <p:spPr>
          <a:xfrm>
            <a:off x="2987280" y="4279680"/>
            <a:ext cx="262800" cy="227160"/>
          </a:xfrm>
          <a:custGeom>
            <a:avLst/>
            <a:gdLst/>
            <a:ahLst/>
            <a:rect l="0" t="0" r="r" b="b"/>
            <a:pathLst>
              <a:path w="730" h="631">
                <a:moveTo>
                  <a:pt x="730" y="631"/>
                </a:moveTo>
                <a:lnTo>
                  <a:pt x="0" y="513"/>
                </a:lnTo>
                <a:lnTo>
                  <a:pt x="532" y="0"/>
                </a:lnTo>
                <a:lnTo>
                  <a:pt x="730" y="631"/>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9" name=""/>
          <p:cNvSpPr/>
          <p:nvPr/>
        </p:nvSpPr>
        <p:spPr>
          <a:xfrm>
            <a:off x="2987280" y="4279680"/>
            <a:ext cx="262800" cy="227160"/>
          </a:xfrm>
          <a:custGeom>
            <a:avLst/>
            <a:gdLst/>
            <a:ahLst/>
            <a:rect l="0" t="0" r="r" b="b"/>
            <a:pathLst>
              <a:path w="730" h="631">
                <a:moveTo>
                  <a:pt x="730" y="631"/>
                </a:moveTo>
                <a:lnTo>
                  <a:pt x="0" y="513"/>
                </a:lnTo>
                <a:lnTo>
                  <a:pt x="532" y="0"/>
                </a:lnTo>
                <a:lnTo>
                  <a:pt x="730" y="631"/>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0" name=""/>
          <p:cNvSpPr/>
          <p:nvPr/>
        </p:nvSpPr>
        <p:spPr>
          <a:xfrm>
            <a:off x="2987280" y="4279680"/>
            <a:ext cx="262800" cy="227160"/>
          </a:xfrm>
          <a:custGeom>
            <a:avLst/>
            <a:gdLst/>
            <a:ahLst/>
            <a:rect l="0" t="0" r="r" b="b"/>
            <a:pathLst>
              <a:path w="730" h="631">
                <a:moveTo>
                  <a:pt x="730" y="631"/>
                </a:moveTo>
                <a:lnTo>
                  <a:pt x="0" y="513"/>
                </a:lnTo>
                <a:lnTo>
                  <a:pt x="532" y="0"/>
                </a:lnTo>
                <a:lnTo>
                  <a:pt x="730" y="631"/>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1" name=""/>
          <p:cNvSpPr/>
          <p:nvPr/>
        </p:nvSpPr>
        <p:spPr>
          <a:xfrm>
            <a:off x="4267080" y="4495320"/>
            <a:ext cx="1752840" cy="800280"/>
          </a:xfrm>
          <a:custGeom>
            <a:avLst/>
            <a:gdLst/>
            <a:ahLst/>
            <a:rect l="0" t="0" r="r" b="b"/>
            <a:pathLst>
              <a:path w="4869" h="2223">
                <a:moveTo>
                  <a:pt x="2435" y="2223"/>
                </a:moveTo>
                <a:lnTo>
                  <a:pt x="4498" y="2223"/>
                </a:lnTo>
                <a:cubicBezTo>
                  <a:pt x="4703" y="2223"/>
                  <a:pt x="4869" y="2057"/>
                  <a:pt x="4869" y="1853"/>
                </a:cubicBezTo>
                <a:lnTo>
                  <a:pt x="4869" y="371"/>
                </a:lnTo>
                <a:cubicBezTo>
                  <a:pt x="4869" y="166"/>
                  <a:pt x="4703" y="0"/>
                  <a:pt x="4498" y="0"/>
                </a:cubicBezTo>
                <a:lnTo>
                  <a:pt x="371" y="0"/>
                </a:lnTo>
                <a:cubicBezTo>
                  <a:pt x="166" y="0"/>
                  <a:pt x="0" y="166"/>
                  <a:pt x="0" y="371"/>
                </a:cubicBezTo>
                <a:lnTo>
                  <a:pt x="0" y="1853"/>
                </a:lnTo>
                <a:cubicBezTo>
                  <a:pt x="0" y="2057"/>
                  <a:pt x="166" y="2223"/>
                  <a:pt x="371" y="2223"/>
                </a:cubicBezTo>
                <a:lnTo>
                  <a:pt x="2435" y="2223"/>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82" name=""/>
          <p:cNvSpPr/>
          <p:nvPr/>
        </p:nvSpPr>
        <p:spPr>
          <a:xfrm>
            <a:off x="4267080" y="4495320"/>
            <a:ext cx="1752840" cy="800280"/>
          </a:xfrm>
          <a:custGeom>
            <a:avLst/>
            <a:gdLst/>
            <a:ahLst/>
            <a:rect l="0" t="0" r="r" b="b"/>
            <a:pathLst>
              <a:path w="4869" h="2223">
                <a:moveTo>
                  <a:pt x="2435" y="2223"/>
                </a:moveTo>
                <a:lnTo>
                  <a:pt x="4498" y="2223"/>
                </a:lnTo>
                <a:cubicBezTo>
                  <a:pt x="4703" y="2223"/>
                  <a:pt x="4869" y="2057"/>
                  <a:pt x="4869" y="1853"/>
                </a:cubicBezTo>
                <a:lnTo>
                  <a:pt x="4869" y="371"/>
                </a:lnTo>
                <a:cubicBezTo>
                  <a:pt x="4869" y="166"/>
                  <a:pt x="4703" y="0"/>
                  <a:pt x="4498" y="0"/>
                </a:cubicBezTo>
                <a:lnTo>
                  <a:pt x="371" y="0"/>
                </a:lnTo>
                <a:cubicBezTo>
                  <a:pt x="166" y="0"/>
                  <a:pt x="0" y="166"/>
                  <a:pt x="0" y="371"/>
                </a:cubicBezTo>
                <a:lnTo>
                  <a:pt x="0" y="1853"/>
                </a:lnTo>
                <a:cubicBezTo>
                  <a:pt x="0" y="2057"/>
                  <a:pt x="166" y="2223"/>
                  <a:pt x="371" y="2223"/>
                </a:cubicBezTo>
                <a:lnTo>
                  <a:pt x="2435" y="2223"/>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83" name=""/>
          <p:cNvSpPr txBox="1"/>
          <p:nvPr/>
        </p:nvSpPr>
        <p:spPr>
          <a:xfrm>
            <a:off x="4657680" y="4667040"/>
            <a:ext cx="990000" cy="180360"/>
          </a:xfrm>
          <a:prstGeom prst="rect">
            <a:avLst/>
          </a:prstGeom>
          <a:noFill/>
          <a:ln w="0">
            <a:noFill/>
          </a:ln>
        </p:spPr>
        <p:txBody>
          <a:bodyPr wrap="none" lIns="0" rIns="0" tIns="0" bIns="0" anchor="t">
            <a:spAutoFit/>
          </a:bodyPr>
          <a:p>
            <a:r>
              <a:rPr b="1" lang="en-US" sz="1280" strike="noStrike" u="none">
                <a:solidFill>
                  <a:srgbClr val="1f3654"/>
                </a:solidFill>
                <a:effectLst/>
                <a:uFillTx/>
                <a:latin typeface="Times New Roman"/>
              </a:rPr>
              <a:t>DISCUSSION</a:t>
            </a:r>
            <a:endParaRPr b="1" lang="en-US" sz="1280" strike="noStrike" u="none">
              <a:solidFill>
                <a:srgbClr val="1f3654"/>
              </a:solidFill>
              <a:effectLst/>
              <a:uFillTx/>
              <a:latin typeface="Times New Roman"/>
              <a:ea typeface="Times New Roman"/>
            </a:endParaRPr>
          </a:p>
        </p:txBody>
      </p:sp>
      <p:sp>
        <p:nvSpPr>
          <p:cNvPr id="84" name=""/>
          <p:cNvSpPr txBox="1"/>
          <p:nvPr/>
        </p:nvSpPr>
        <p:spPr>
          <a:xfrm>
            <a:off x="4915080" y="4980960"/>
            <a:ext cx="457200" cy="148320"/>
          </a:xfrm>
          <a:prstGeom prst="rect">
            <a:avLst/>
          </a:prstGeom>
          <a:noFill/>
          <a:ln w="0">
            <a:noFill/>
          </a:ln>
        </p:spPr>
        <p:txBody>
          <a:bodyPr wrap="none" lIns="0" rIns="0" tIns="0" bIns="0" anchor="t">
            <a:spAutoFit/>
          </a:bodyPr>
          <a:p>
            <a:r>
              <a:rPr b="0" i="1" lang="en-US" sz="1050" strike="noStrike" u="none">
                <a:solidFill>
                  <a:srgbClr val="52667f"/>
                </a:solidFill>
                <a:effectLst/>
                <a:uFillTx/>
                <a:latin typeface="Times New Roman"/>
              </a:rPr>
              <a:t>meaning</a:t>
            </a:r>
            <a:endParaRPr b="0" i="1" lang="en-US" sz="1050" strike="noStrike" u="none">
              <a:solidFill>
                <a:srgbClr val="52667f"/>
              </a:solidFill>
              <a:effectLst/>
              <a:uFillTx/>
              <a:latin typeface="Times New Roman"/>
              <a:ea typeface="Times New Roman"/>
            </a:endParaRPr>
          </a:p>
        </p:txBody>
      </p:sp>
      <p:sp>
        <p:nvSpPr>
          <p:cNvPr id="85" name=""/>
          <p:cNvSpPr/>
          <p:nvPr/>
        </p:nvSpPr>
        <p:spPr>
          <a:xfrm flipH="1">
            <a:off x="5143680" y="3981240"/>
            <a:ext cx="475920" cy="476280"/>
          </a:xfrm>
          <a:prstGeom prst="line">
            <a:avLst/>
          </a:prstGeom>
          <a:ln w="23760">
            <a:solidFill>
              <a:srgbClr val="284d7a"/>
            </a:solidFill>
            <a:miter/>
          </a:ln>
        </p:spPr>
        <p:style>
          <a:lnRef idx="0"/>
          <a:fillRef idx="0"/>
          <a:effectRef idx="0"/>
          <a:fontRef idx="minor"/>
        </p:style>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86" name=""/>
          <p:cNvSpPr/>
          <p:nvPr/>
        </p:nvSpPr>
        <p:spPr>
          <a:xfrm>
            <a:off x="5126760" y="4221720"/>
            <a:ext cx="252360" cy="252360"/>
          </a:xfrm>
          <a:custGeom>
            <a:avLst/>
            <a:gdLst/>
            <a:ahLst/>
            <a:rect l="0" t="0" r="r" b="b"/>
            <a:pathLst>
              <a:path w="701" h="701">
                <a:moveTo>
                  <a:pt x="701" y="468"/>
                </a:moveTo>
                <a:lnTo>
                  <a:pt x="0" y="701"/>
                </a:lnTo>
                <a:lnTo>
                  <a:pt x="234" y="0"/>
                </a:lnTo>
                <a:lnTo>
                  <a:pt x="701" y="468"/>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7" name=""/>
          <p:cNvSpPr/>
          <p:nvPr/>
        </p:nvSpPr>
        <p:spPr>
          <a:xfrm>
            <a:off x="5126760" y="4221720"/>
            <a:ext cx="252360" cy="252360"/>
          </a:xfrm>
          <a:custGeom>
            <a:avLst/>
            <a:gdLst/>
            <a:ahLst/>
            <a:rect l="0" t="0" r="r" b="b"/>
            <a:pathLst>
              <a:path w="701" h="701">
                <a:moveTo>
                  <a:pt x="701" y="468"/>
                </a:moveTo>
                <a:lnTo>
                  <a:pt x="0" y="701"/>
                </a:lnTo>
                <a:lnTo>
                  <a:pt x="234" y="0"/>
                </a:lnTo>
                <a:lnTo>
                  <a:pt x="701" y="468"/>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8" name=""/>
          <p:cNvSpPr/>
          <p:nvPr/>
        </p:nvSpPr>
        <p:spPr>
          <a:xfrm>
            <a:off x="5126760" y="4221720"/>
            <a:ext cx="252360" cy="252360"/>
          </a:xfrm>
          <a:custGeom>
            <a:avLst/>
            <a:gdLst/>
            <a:ahLst/>
            <a:rect l="0" t="0" r="r" b="b"/>
            <a:pathLst>
              <a:path w="701" h="701">
                <a:moveTo>
                  <a:pt x="701" y="468"/>
                </a:moveTo>
                <a:lnTo>
                  <a:pt x="0" y="701"/>
                </a:lnTo>
                <a:lnTo>
                  <a:pt x="234" y="0"/>
                </a:lnTo>
                <a:lnTo>
                  <a:pt x="701" y="468"/>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9" name=""/>
          <p:cNvSpPr/>
          <p:nvPr/>
        </p:nvSpPr>
        <p:spPr>
          <a:xfrm>
            <a:off x="5126760" y="4221720"/>
            <a:ext cx="252360" cy="252360"/>
          </a:xfrm>
          <a:custGeom>
            <a:avLst/>
            <a:gdLst/>
            <a:ahLst/>
            <a:rect l="0" t="0" r="r" b="b"/>
            <a:pathLst>
              <a:path w="701" h="701">
                <a:moveTo>
                  <a:pt x="701" y="468"/>
                </a:moveTo>
                <a:lnTo>
                  <a:pt x="0" y="701"/>
                </a:lnTo>
                <a:lnTo>
                  <a:pt x="234" y="0"/>
                </a:lnTo>
                <a:lnTo>
                  <a:pt x="701" y="468"/>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0" name=""/>
          <p:cNvSpPr/>
          <p:nvPr/>
        </p:nvSpPr>
        <p:spPr>
          <a:xfrm>
            <a:off x="5126760" y="4221720"/>
            <a:ext cx="252360" cy="252360"/>
          </a:xfrm>
          <a:custGeom>
            <a:avLst/>
            <a:gdLst/>
            <a:ahLst/>
            <a:rect l="0" t="0" r="r" b="b"/>
            <a:pathLst>
              <a:path w="701" h="701">
                <a:moveTo>
                  <a:pt x="701" y="468"/>
                </a:moveTo>
                <a:lnTo>
                  <a:pt x="0" y="701"/>
                </a:lnTo>
                <a:lnTo>
                  <a:pt x="234" y="0"/>
                </a:lnTo>
                <a:lnTo>
                  <a:pt x="701" y="468"/>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1" name=""/>
          <p:cNvSpPr/>
          <p:nvPr/>
        </p:nvSpPr>
        <p:spPr>
          <a:xfrm>
            <a:off x="5126760" y="4221720"/>
            <a:ext cx="252360" cy="252360"/>
          </a:xfrm>
          <a:custGeom>
            <a:avLst/>
            <a:gdLst/>
            <a:ahLst/>
            <a:rect l="0" t="0" r="r" b="b"/>
            <a:pathLst>
              <a:path w="701" h="701">
                <a:moveTo>
                  <a:pt x="701" y="468"/>
                </a:moveTo>
                <a:lnTo>
                  <a:pt x="0" y="701"/>
                </a:lnTo>
                <a:lnTo>
                  <a:pt x="234" y="0"/>
                </a:lnTo>
                <a:lnTo>
                  <a:pt x="701" y="468"/>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2" name=""/>
          <p:cNvSpPr/>
          <p:nvPr/>
        </p:nvSpPr>
        <p:spPr>
          <a:xfrm>
            <a:off x="5126760" y="4221720"/>
            <a:ext cx="252360" cy="252360"/>
          </a:xfrm>
          <a:custGeom>
            <a:avLst/>
            <a:gdLst/>
            <a:ahLst/>
            <a:rect l="0" t="0" r="r" b="b"/>
            <a:pathLst>
              <a:path w="701" h="701">
                <a:moveTo>
                  <a:pt x="701" y="468"/>
                </a:moveTo>
                <a:lnTo>
                  <a:pt x="0" y="701"/>
                </a:lnTo>
                <a:lnTo>
                  <a:pt x="234" y="0"/>
                </a:lnTo>
                <a:lnTo>
                  <a:pt x="701" y="468"/>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3" name=""/>
          <p:cNvSpPr/>
          <p:nvPr/>
        </p:nvSpPr>
        <p:spPr>
          <a:xfrm>
            <a:off x="6400440" y="4495320"/>
            <a:ext cx="1752480" cy="800280"/>
          </a:xfrm>
          <a:custGeom>
            <a:avLst/>
            <a:gdLst/>
            <a:ahLst/>
            <a:rect l="0" t="0" r="r" b="b"/>
            <a:pathLst>
              <a:path w="4868" h="2223">
                <a:moveTo>
                  <a:pt x="2434" y="2223"/>
                </a:moveTo>
                <a:lnTo>
                  <a:pt x="4498" y="2223"/>
                </a:lnTo>
                <a:cubicBezTo>
                  <a:pt x="4703" y="2223"/>
                  <a:pt x="4868" y="2057"/>
                  <a:pt x="4868" y="1853"/>
                </a:cubicBezTo>
                <a:lnTo>
                  <a:pt x="4868" y="371"/>
                </a:lnTo>
                <a:cubicBezTo>
                  <a:pt x="4868" y="166"/>
                  <a:pt x="4703" y="0"/>
                  <a:pt x="4498" y="0"/>
                </a:cubicBezTo>
                <a:lnTo>
                  <a:pt x="371" y="0"/>
                </a:lnTo>
                <a:cubicBezTo>
                  <a:pt x="166" y="0"/>
                  <a:pt x="0" y="166"/>
                  <a:pt x="0" y="371"/>
                </a:cubicBezTo>
                <a:lnTo>
                  <a:pt x="0" y="1853"/>
                </a:lnTo>
                <a:cubicBezTo>
                  <a:pt x="0" y="2057"/>
                  <a:pt x="166" y="2223"/>
                  <a:pt x="371" y="2223"/>
                </a:cubicBezTo>
                <a:lnTo>
                  <a:pt x="2434" y="2223"/>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94" name=""/>
          <p:cNvSpPr/>
          <p:nvPr/>
        </p:nvSpPr>
        <p:spPr>
          <a:xfrm>
            <a:off x="6400440" y="4495320"/>
            <a:ext cx="1752480" cy="800280"/>
          </a:xfrm>
          <a:custGeom>
            <a:avLst/>
            <a:gdLst/>
            <a:ahLst/>
            <a:rect l="0" t="0" r="r" b="b"/>
            <a:pathLst>
              <a:path w="4868" h="2223">
                <a:moveTo>
                  <a:pt x="2434" y="2223"/>
                </a:moveTo>
                <a:lnTo>
                  <a:pt x="4498" y="2223"/>
                </a:lnTo>
                <a:cubicBezTo>
                  <a:pt x="4703" y="2223"/>
                  <a:pt x="4868" y="2057"/>
                  <a:pt x="4868" y="1853"/>
                </a:cubicBezTo>
                <a:lnTo>
                  <a:pt x="4868" y="371"/>
                </a:lnTo>
                <a:cubicBezTo>
                  <a:pt x="4868" y="166"/>
                  <a:pt x="4703" y="0"/>
                  <a:pt x="4498" y="0"/>
                </a:cubicBezTo>
                <a:lnTo>
                  <a:pt x="371" y="0"/>
                </a:lnTo>
                <a:cubicBezTo>
                  <a:pt x="166" y="0"/>
                  <a:pt x="0" y="166"/>
                  <a:pt x="0" y="371"/>
                </a:cubicBezTo>
                <a:lnTo>
                  <a:pt x="0" y="1853"/>
                </a:lnTo>
                <a:cubicBezTo>
                  <a:pt x="0" y="2057"/>
                  <a:pt x="166" y="2223"/>
                  <a:pt x="371" y="2223"/>
                </a:cubicBezTo>
                <a:lnTo>
                  <a:pt x="2434" y="2223"/>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95" name=""/>
          <p:cNvSpPr txBox="1"/>
          <p:nvPr/>
        </p:nvSpPr>
        <p:spPr>
          <a:xfrm>
            <a:off x="6733800" y="4667040"/>
            <a:ext cx="1094760" cy="180360"/>
          </a:xfrm>
          <a:prstGeom prst="rect">
            <a:avLst/>
          </a:prstGeom>
          <a:noFill/>
          <a:ln w="0">
            <a:noFill/>
          </a:ln>
        </p:spPr>
        <p:txBody>
          <a:bodyPr wrap="none" lIns="0" rIns="0" tIns="0" bIns="0" anchor="t">
            <a:spAutoFit/>
          </a:bodyPr>
          <a:p>
            <a:r>
              <a:rPr b="1" lang="en-US" sz="1280" strike="noStrike" u="none">
                <a:solidFill>
                  <a:srgbClr val="1f3654"/>
                </a:solidFill>
                <a:effectLst/>
                <a:uFillTx/>
                <a:latin typeface="Times New Roman"/>
              </a:rPr>
              <a:t>LIMITATIONS</a:t>
            </a:r>
            <a:endParaRPr b="1" lang="en-US" sz="1280" strike="noStrike" u="none">
              <a:solidFill>
                <a:srgbClr val="1f3654"/>
              </a:solidFill>
              <a:effectLst/>
              <a:uFillTx/>
              <a:latin typeface="Times New Roman"/>
              <a:ea typeface="Times New Roman"/>
            </a:endParaRPr>
          </a:p>
        </p:txBody>
      </p:sp>
      <p:sp>
        <p:nvSpPr>
          <p:cNvPr id="96" name=""/>
          <p:cNvSpPr txBox="1"/>
          <p:nvPr/>
        </p:nvSpPr>
        <p:spPr>
          <a:xfrm>
            <a:off x="7029000" y="4980960"/>
            <a:ext cx="513720" cy="148320"/>
          </a:xfrm>
          <a:prstGeom prst="rect">
            <a:avLst/>
          </a:prstGeom>
          <a:noFill/>
          <a:ln w="0">
            <a:noFill/>
          </a:ln>
        </p:spPr>
        <p:txBody>
          <a:bodyPr wrap="none" lIns="0" rIns="0" tIns="0" bIns="0" anchor="t">
            <a:spAutoFit/>
          </a:bodyPr>
          <a:p>
            <a:r>
              <a:rPr b="0" i="1" lang="en-US" sz="1050" strike="noStrike" u="none">
                <a:solidFill>
                  <a:srgbClr val="52667f"/>
                </a:solidFill>
                <a:effectLst/>
                <a:uFillTx/>
                <a:latin typeface="Times New Roman"/>
              </a:rPr>
              <a:t>boundary</a:t>
            </a:r>
            <a:endParaRPr b="0" i="1" lang="en-US" sz="1050" strike="noStrike" u="none">
              <a:solidFill>
                <a:srgbClr val="52667f"/>
              </a:solidFill>
              <a:effectLst/>
              <a:uFillTx/>
              <a:latin typeface="Times New Roman"/>
              <a:ea typeface="Times New Roman"/>
            </a:endParaRPr>
          </a:p>
        </p:txBody>
      </p:sp>
      <p:sp>
        <p:nvSpPr>
          <p:cNvPr id="97" name=""/>
          <p:cNvSpPr/>
          <p:nvPr/>
        </p:nvSpPr>
        <p:spPr>
          <a:xfrm>
            <a:off x="6714720" y="3981240"/>
            <a:ext cx="561960" cy="476280"/>
          </a:xfrm>
          <a:prstGeom prst="line">
            <a:avLst/>
          </a:prstGeom>
          <a:ln w="23760">
            <a:solidFill>
              <a:srgbClr val="284d7a"/>
            </a:solidFill>
            <a:miter/>
          </a:ln>
        </p:spPr>
        <p:style>
          <a:lnRef idx="0"/>
          <a:fillRef idx="0"/>
          <a:effectRef idx="0"/>
          <a:fontRef idx="minor"/>
        </p:style>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98" name=""/>
          <p:cNvSpPr/>
          <p:nvPr/>
        </p:nvSpPr>
        <p:spPr>
          <a:xfrm>
            <a:off x="7036200" y="4227840"/>
            <a:ext cx="258840" cy="244800"/>
          </a:xfrm>
          <a:custGeom>
            <a:avLst/>
            <a:gdLst/>
            <a:ahLst/>
            <a:rect l="0" t="0" r="r" b="b"/>
            <a:pathLst>
              <a:path w="719" h="680">
                <a:moveTo>
                  <a:pt x="428" y="0"/>
                </a:moveTo>
                <a:lnTo>
                  <a:pt x="719" y="680"/>
                </a:lnTo>
                <a:lnTo>
                  <a:pt x="0" y="505"/>
                </a:lnTo>
                <a:lnTo>
                  <a:pt x="428"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9" name=""/>
          <p:cNvSpPr/>
          <p:nvPr/>
        </p:nvSpPr>
        <p:spPr>
          <a:xfrm>
            <a:off x="7036200" y="4227840"/>
            <a:ext cx="258840" cy="244800"/>
          </a:xfrm>
          <a:custGeom>
            <a:avLst/>
            <a:gdLst/>
            <a:ahLst/>
            <a:rect l="0" t="0" r="r" b="b"/>
            <a:pathLst>
              <a:path w="719" h="680">
                <a:moveTo>
                  <a:pt x="428" y="0"/>
                </a:moveTo>
                <a:lnTo>
                  <a:pt x="719" y="680"/>
                </a:lnTo>
                <a:lnTo>
                  <a:pt x="0" y="505"/>
                </a:lnTo>
                <a:lnTo>
                  <a:pt x="428"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0" name=""/>
          <p:cNvSpPr/>
          <p:nvPr/>
        </p:nvSpPr>
        <p:spPr>
          <a:xfrm>
            <a:off x="7036200" y="4227840"/>
            <a:ext cx="258840" cy="244800"/>
          </a:xfrm>
          <a:custGeom>
            <a:avLst/>
            <a:gdLst/>
            <a:ahLst/>
            <a:rect l="0" t="0" r="r" b="b"/>
            <a:pathLst>
              <a:path w="719" h="680">
                <a:moveTo>
                  <a:pt x="428" y="0"/>
                </a:moveTo>
                <a:lnTo>
                  <a:pt x="719" y="680"/>
                </a:lnTo>
                <a:lnTo>
                  <a:pt x="0" y="505"/>
                </a:lnTo>
                <a:lnTo>
                  <a:pt x="428"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1" name=""/>
          <p:cNvSpPr/>
          <p:nvPr/>
        </p:nvSpPr>
        <p:spPr>
          <a:xfrm>
            <a:off x="7036200" y="4227840"/>
            <a:ext cx="258840" cy="244800"/>
          </a:xfrm>
          <a:custGeom>
            <a:avLst/>
            <a:gdLst/>
            <a:ahLst/>
            <a:rect l="0" t="0" r="r" b="b"/>
            <a:pathLst>
              <a:path w="719" h="680">
                <a:moveTo>
                  <a:pt x="428" y="0"/>
                </a:moveTo>
                <a:lnTo>
                  <a:pt x="719" y="680"/>
                </a:lnTo>
                <a:lnTo>
                  <a:pt x="0" y="505"/>
                </a:lnTo>
                <a:lnTo>
                  <a:pt x="428"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2" name=""/>
          <p:cNvSpPr/>
          <p:nvPr/>
        </p:nvSpPr>
        <p:spPr>
          <a:xfrm>
            <a:off x="7036200" y="4227840"/>
            <a:ext cx="258840" cy="244800"/>
          </a:xfrm>
          <a:custGeom>
            <a:avLst/>
            <a:gdLst/>
            <a:ahLst/>
            <a:rect l="0" t="0" r="r" b="b"/>
            <a:pathLst>
              <a:path w="719" h="680">
                <a:moveTo>
                  <a:pt x="428" y="0"/>
                </a:moveTo>
                <a:lnTo>
                  <a:pt x="719" y="680"/>
                </a:lnTo>
                <a:lnTo>
                  <a:pt x="0" y="505"/>
                </a:lnTo>
                <a:lnTo>
                  <a:pt x="428"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3" name=""/>
          <p:cNvSpPr/>
          <p:nvPr/>
        </p:nvSpPr>
        <p:spPr>
          <a:xfrm>
            <a:off x="7036200" y="4227840"/>
            <a:ext cx="258840" cy="244800"/>
          </a:xfrm>
          <a:custGeom>
            <a:avLst/>
            <a:gdLst/>
            <a:ahLst/>
            <a:rect l="0" t="0" r="r" b="b"/>
            <a:pathLst>
              <a:path w="719" h="680">
                <a:moveTo>
                  <a:pt x="428" y="0"/>
                </a:moveTo>
                <a:lnTo>
                  <a:pt x="719" y="680"/>
                </a:lnTo>
                <a:lnTo>
                  <a:pt x="0" y="505"/>
                </a:lnTo>
                <a:lnTo>
                  <a:pt x="428"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4" name=""/>
          <p:cNvSpPr/>
          <p:nvPr/>
        </p:nvSpPr>
        <p:spPr>
          <a:xfrm>
            <a:off x="7036200" y="4227840"/>
            <a:ext cx="258840" cy="244800"/>
          </a:xfrm>
          <a:custGeom>
            <a:avLst/>
            <a:gdLst/>
            <a:ahLst/>
            <a:rect l="0" t="0" r="r" b="b"/>
            <a:pathLst>
              <a:path w="719" h="680">
                <a:moveTo>
                  <a:pt x="428" y="0"/>
                </a:moveTo>
                <a:lnTo>
                  <a:pt x="719" y="680"/>
                </a:lnTo>
                <a:lnTo>
                  <a:pt x="0" y="505"/>
                </a:lnTo>
                <a:lnTo>
                  <a:pt x="428"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5" name=""/>
          <p:cNvSpPr/>
          <p:nvPr/>
        </p:nvSpPr>
        <p:spPr>
          <a:xfrm>
            <a:off x="7036200" y="4227840"/>
            <a:ext cx="258840" cy="244800"/>
          </a:xfrm>
          <a:custGeom>
            <a:avLst/>
            <a:gdLst/>
            <a:ahLst/>
            <a:rect l="0" t="0" r="r" b="b"/>
            <a:pathLst>
              <a:path w="719" h="680">
                <a:moveTo>
                  <a:pt x="428" y="0"/>
                </a:moveTo>
                <a:lnTo>
                  <a:pt x="719" y="680"/>
                </a:lnTo>
                <a:lnTo>
                  <a:pt x="0" y="505"/>
                </a:lnTo>
                <a:lnTo>
                  <a:pt x="428"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6" name=""/>
          <p:cNvSpPr/>
          <p:nvPr/>
        </p:nvSpPr>
        <p:spPr>
          <a:xfrm>
            <a:off x="8534160" y="4495320"/>
            <a:ext cx="1752480" cy="800280"/>
          </a:xfrm>
          <a:custGeom>
            <a:avLst/>
            <a:gdLst/>
            <a:ahLst/>
            <a:rect l="0" t="0" r="r" b="b"/>
            <a:pathLst>
              <a:path w="4868" h="2223">
                <a:moveTo>
                  <a:pt x="2434" y="2223"/>
                </a:moveTo>
                <a:lnTo>
                  <a:pt x="4498" y="2223"/>
                </a:lnTo>
                <a:cubicBezTo>
                  <a:pt x="4702" y="2223"/>
                  <a:pt x="4868" y="2057"/>
                  <a:pt x="4868" y="1853"/>
                </a:cubicBezTo>
                <a:lnTo>
                  <a:pt x="4868" y="371"/>
                </a:lnTo>
                <a:cubicBezTo>
                  <a:pt x="4868" y="166"/>
                  <a:pt x="4702" y="0"/>
                  <a:pt x="4498" y="0"/>
                </a:cubicBezTo>
                <a:lnTo>
                  <a:pt x="370" y="0"/>
                </a:lnTo>
                <a:cubicBezTo>
                  <a:pt x="166" y="0"/>
                  <a:pt x="0" y="166"/>
                  <a:pt x="0" y="371"/>
                </a:cubicBezTo>
                <a:lnTo>
                  <a:pt x="0" y="1853"/>
                </a:lnTo>
                <a:cubicBezTo>
                  <a:pt x="0" y="2057"/>
                  <a:pt x="166" y="2223"/>
                  <a:pt x="370" y="2223"/>
                </a:cubicBezTo>
                <a:lnTo>
                  <a:pt x="2434" y="2223"/>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07" name=""/>
          <p:cNvSpPr/>
          <p:nvPr/>
        </p:nvSpPr>
        <p:spPr>
          <a:xfrm>
            <a:off x="8534160" y="4495320"/>
            <a:ext cx="1752480" cy="800280"/>
          </a:xfrm>
          <a:custGeom>
            <a:avLst/>
            <a:gdLst/>
            <a:ahLst/>
            <a:rect l="0" t="0" r="r" b="b"/>
            <a:pathLst>
              <a:path w="4868" h="2223">
                <a:moveTo>
                  <a:pt x="2434" y="2223"/>
                </a:moveTo>
                <a:lnTo>
                  <a:pt x="4498" y="2223"/>
                </a:lnTo>
                <a:cubicBezTo>
                  <a:pt x="4702" y="2223"/>
                  <a:pt x="4868" y="2057"/>
                  <a:pt x="4868" y="1853"/>
                </a:cubicBezTo>
                <a:lnTo>
                  <a:pt x="4868" y="371"/>
                </a:lnTo>
                <a:cubicBezTo>
                  <a:pt x="4868" y="166"/>
                  <a:pt x="4702" y="0"/>
                  <a:pt x="4498" y="0"/>
                </a:cubicBezTo>
                <a:lnTo>
                  <a:pt x="370" y="0"/>
                </a:lnTo>
                <a:cubicBezTo>
                  <a:pt x="166" y="0"/>
                  <a:pt x="0" y="166"/>
                  <a:pt x="0" y="371"/>
                </a:cubicBezTo>
                <a:lnTo>
                  <a:pt x="0" y="1853"/>
                </a:lnTo>
                <a:cubicBezTo>
                  <a:pt x="0" y="2057"/>
                  <a:pt x="166" y="2223"/>
                  <a:pt x="370" y="2223"/>
                </a:cubicBezTo>
                <a:lnTo>
                  <a:pt x="2434" y="2223"/>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08" name=""/>
          <p:cNvSpPr txBox="1"/>
          <p:nvPr/>
        </p:nvSpPr>
        <p:spPr>
          <a:xfrm>
            <a:off x="8876880" y="4667040"/>
            <a:ext cx="1095840" cy="180360"/>
          </a:xfrm>
          <a:prstGeom prst="rect">
            <a:avLst/>
          </a:prstGeom>
          <a:noFill/>
          <a:ln w="0">
            <a:noFill/>
          </a:ln>
        </p:spPr>
        <p:txBody>
          <a:bodyPr wrap="none" lIns="0" rIns="0" tIns="0" bIns="0" anchor="t">
            <a:spAutoFit/>
          </a:bodyPr>
          <a:p>
            <a:r>
              <a:rPr b="1" lang="en-US" sz="1280" strike="noStrike" u="none">
                <a:solidFill>
                  <a:srgbClr val="1f3654"/>
                </a:solidFill>
                <a:effectLst/>
                <a:uFillTx/>
                <a:latin typeface="Times New Roman"/>
              </a:rPr>
              <a:t>CONCLUSION</a:t>
            </a:r>
            <a:endParaRPr b="1" lang="en-US" sz="1280" strike="noStrike" u="none">
              <a:solidFill>
                <a:srgbClr val="1f3654"/>
              </a:solidFill>
              <a:effectLst/>
              <a:uFillTx/>
              <a:latin typeface="Times New Roman"/>
              <a:ea typeface="Times New Roman"/>
            </a:endParaRPr>
          </a:p>
        </p:txBody>
      </p:sp>
      <p:sp>
        <p:nvSpPr>
          <p:cNvPr id="109" name=""/>
          <p:cNvSpPr txBox="1"/>
          <p:nvPr/>
        </p:nvSpPr>
        <p:spPr>
          <a:xfrm>
            <a:off x="8981640" y="4980960"/>
            <a:ext cx="875520" cy="148320"/>
          </a:xfrm>
          <a:prstGeom prst="rect">
            <a:avLst/>
          </a:prstGeom>
          <a:noFill/>
          <a:ln w="0">
            <a:noFill/>
          </a:ln>
        </p:spPr>
        <p:txBody>
          <a:bodyPr wrap="none" lIns="0" rIns="0" tIns="0" bIns="0" anchor="t">
            <a:spAutoFit/>
          </a:bodyPr>
          <a:p>
            <a:r>
              <a:rPr b="0" i="1" lang="en-US" sz="1050" strike="noStrike" u="none">
                <a:solidFill>
                  <a:srgbClr val="52667f"/>
                </a:solidFill>
                <a:effectLst/>
                <a:uFillTx/>
                <a:latin typeface="Times New Roman"/>
              </a:rPr>
              <a:t>bounded answer</a:t>
            </a:r>
            <a:endParaRPr b="0" i="1" lang="en-US" sz="1050" strike="noStrike" u="none">
              <a:solidFill>
                <a:srgbClr val="52667f"/>
              </a:solidFill>
              <a:effectLst/>
              <a:uFillTx/>
              <a:latin typeface="Times New Roman"/>
              <a:ea typeface="Times New Roman"/>
            </a:endParaRPr>
          </a:p>
        </p:txBody>
      </p:sp>
      <p:sp>
        <p:nvSpPr>
          <p:cNvPr id="110" name=""/>
          <p:cNvSpPr/>
          <p:nvPr/>
        </p:nvSpPr>
        <p:spPr>
          <a:xfrm>
            <a:off x="7810200" y="3981240"/>
            <a:ext cx="1600200" cy="476280"/>
          </a:xfrm>
          <a:prstGeom prst="line">
            <a:avLst/>
          </a:prstGeom>
          <a:ln w="23760">
            <a:solidFill>
              <a:srgbClr val="284d7a"/>
            </a:solidFill>
            <a:miter/>
          </a:ln>
        </p:spPr>
        <p:style>
          <a:lnRef idx="0"/>
          <a:fillRef idx="0"/>
          <a:effectRef idx="0"/>
          <a:fontRef idx="minor"/>
        </p:style>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111" name=""/>
          <p:cNvSpPr/>
          <p:nvPr/>
        </p:nvSpPr>
        <p:spPr>
          <a:xfrm>
            <a:off x="9171000" y="4282200"/>
            <a:ext cx="262080" cy="228240"/>
          </a:xfrm>
          <a:custGeom>
            <a:avLst/>
            <a:gdLst/>
            <a:ahLst/>
            <a:rect l="0" t="0" r="r" b="b"/>
            <a:pathLst>
              <a:path w="728" h="634">
                <a:moveTo>
                  <a:pt x="189" y="0"/>
                </a:moveTo>
                <a:lnTo>
                  <a:pt x="728" y="505"/>
                </a:lnTo>
                <a:lnTo>
                  <a:pt x="0" y="634"/>
                </a:lnTo>
                <a:lnTo>
                  <a:pt x="189"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2" name=""/>
          <p:cNvSpPr/>
          <p:nvPr/>
        </p:nvSpPr>
        <p:spPr>
          <a:xfrm>
            <a:off x="9171000" y="4282200"/>
            <a:ext cx="262080" cy="228240"/>
          </a:xfrm>
          <a:custGeom>
            <a:avLst/>
            <a:gdLst/>
            <a:ahLst/>
            <a:rect l="0" t="0" r="r" b="b"/>
            <a:pathLst>
              <a:path w="728" h="634">
                <a:moveTo>
                  <a:pt x="189" y="0"/>
                </a:moveTo>
                <a:lnTo>
                  <a:pt x="728" y="505"/>
                </a:lnTo>
                <a:lnTo>
                  <a:pt x="0" y="634"/>
                </a:lnTo>
                <a:lnTo>
                  <a:pt x="189"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3" name=""/>
          <p:cNvSpPr/>
          <p:nvPr/>
        </p:nvSpPr>
        <p:spPr>
          <a:xfrm>
            <a:off x="9171000" y="4282200"/>
            <a:ext cx="262080" cy="228240"/>
          </a:xfrm>
          <a:custGeom>
            <a:avLst/>
            <a:gdLst/>
            <a:ahLst/>
            <a:rect l="0" t="0" r="r" b="b"/>
            <a:pathLst>
              <a:path w="728" h="634">
                <a:moveTo>
                  <a:pt x="189" y="0"/>
                </a:moveTo>
                <a:lnTo>
                  <a:pt x="728" y="505"/>
                </a:lnTo>
                <a:lnTo>
                  <a:pt x="0" y="634"/>
                </a:lnTo>
                <a:lnTo>
                  <a:pt x="189"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4" name=""/>
          <p:cNvSpPr/>
          <p:nvPr/>
        </p:nvSpPr>
        <p:spPr>
          <a:xfrm>
            <a:off x="9171000" y="4282200"/>
            <a:ext cx="262080" cy="228240"/>
          </a:xfrm>
          <a:custGeom>
            <a:avLst/>
            <a:gdLst/>
            <a:ahLst/>
            <a:rect l="0" t="0" r="r" b="b"/>
            <a:pathLst>
              <a:path w="728" h="634">
                <a:moveTo>
                  <a:pt x="189" y="0"/>
                </a:moveTo>
                <a:lnTo>
                  <a:pt x="728" y="505"/>
                </a:lnTo>
                <a:lnTo>
                  <a:pt x="0" y="634"/>
                </a:lnTo>
                <a:lnTo>
                  <a:pt x="189"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5" name=""/>
          <p:cNvSpPr/>
          <p:nvPr/>
        </p:nvSpPr>
        <p:spPr>
          <a:xfrm>
            <a:off x="9171000" y="4282200"/>
            <a:ext cx="262080" cy="228240"/>
          </a:xfrm>
          <a:custGeom>
            <a:avLst/>
            <a:gdLst/>
            <a:ahLst/>
            <a:rect l="0" t="0" r="r" b="b"/>
            <a:pathLst>
              <a:path w="728" h="634">
                <a:moveTo>
                  <a:pt x="189" y="0"/>
                </a:moveTo>
                <a:lnTo>
                  <a:pt x="728" y="505"/>
                </a:lnTo>
                <a:lnTo>
                  <a:pt x="0" y="634"/>
                </a:lnTo>
                <a:lnTo>
                  <a:pt x="189"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6" name=""/>
          <p:cNvSpPr/>
          <p:nvPr/>
        </p:nvSpPr>
        <p:spPr>
          <a:xfrm>
            <a:off x="9171000" y="4282200"/>
            <a:ext cx="262080" cy="228240"/>
          </a:xfrm>
          <a:custGeom>
            <a:avLst/>
            <a:gdLst/>
            <a:ahLst/>
            <a:rect l="0" t="0" r="r" b="b"/>
            <a:pathLst>
              <a:path w="728" h="634">
                <a:moveTo>
                  <a:pt x="189" y="0"/>
                </a:moveTo>
                <a:lnTo>
                  <a:pt x="728" y="505"/>
                </a:lnTo>
                <a:lnTo>
                  <a:pt x="0" y="634"/>
                </a:lnTo>
                <a:lnTo>
                  <a:pt x="189"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7" name=""/>
          <p:cNvSpPr/>
          <p:nvPr/>
        </p:nvSpPr>
        <p:spPr>
          <a:xfrm>
            <a:off x="9171000" y="4282200"/>
            <a:ext cx="262080" cy="228240"/>
          </a:xfrm>
          <a:custGeom>
            <a:avLst/>
            <a:gdLst/>
            <a:ahLst/>
            <a:rect l="0" t="0" r="r" b="b"/>
            <a:pathLst>
              <a:path w="728" h="634">
                <a:moveTo>
                  <a:pt x="189" y="0"/>
                </a:moveTo>
                <a:lnTo>
                  <a:pt x="728" y="505"/>
                </a:lnTo>
                <a:lnTo>
                  <a:pt x="0" y="634"/>
                </a:lnTo>
                <a:lnTo>
                  <a:pt x="189"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8" name=""/>
          <p:cNvSpPr/>
          <p:nvPr/>
        </p:nvSpPr>
        <p:spPr>
          <a:xfrm>
            <a:off x="9171000" y="4282200"/>
            <a:ext cx="262080" cy="228240"/>
          </a:xfrm>
          <a:custGeom>
            <a:avLst/>
            <a:gdLst/>
            <a:ahLst/>
            <a:rect l="0" t="0" r="r" b="b"/>
            <a:pathLst>
              <a:path w="728" h="634">
                <a:moveTo>
                  <a:pt x="189" y="0"/>
                </a:moveTo>
                <a:lnTo>
                  <a:pt x="728" y="505"/>
                </a:lnTo>
                <a:lnTo>
                  <a:pt x="0" y="634"/>
                </a:lnTo>
                <a:lnTo>
                  <a:pt x="189"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19" name=""/>
          <p:cNvSpPr/>
          <p:nvPr/>
        </p:nvSpPr>
        <p:spPr>
          <a:xfrm>
            <a:off x="9171000" y="4282200"/>
            <a:ext cx="262080" cy="228240"/>
          </a:xfrm>
          <a:custGeom>
            <a:avLst/>
            <a:gdLst/>
            <a:ahLst/>
            <a:rect l="0" t="0" r="r" b="b"/>
            <a:pathLst>
              <a:path w="728" h="634">
                <a:moveTo>
                  <a:pt x="189" y="0"/>
                </a:moveTo>
                <a:lnTo>
                  <a:pt x="728" y="505"/>
                </a:lnTo>
                <a:lnTo>
                  <a:pt x="0" y="634"/>
                </a:lnTo>
                <a:lnTo>
                  <a:pt x="189"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20" name=""/>
          <p:cNvSpPr/>
          <p:nvPr/>
        </p:nvSpPr>
        <p:spPr>
          <a:xfrm>
            <a:off x="10553400" y="4495320"/>
            <a:ext cx="1752480" cy="800280"/>
          </a:xfrm>
          <a:custGeom>
            <a:avLst/>
            <a:gdLst/>
            <a:ahLst/>
            <a:rect l="0" t="0" r="r" b="b"/>
            <a:pathLst>
              <a:path w="4868" h="2223">
                <a:moveTo>
                  <a:pt x="2434" y="2223"/>
                </a:moveTo>
                <a:lnTo>
                  <a:pt x="4498" y="2223"/>
                </a:lnTo>
                <a:cubicBezTo>
                  <a:pt x="4702" y="2223"/>
                  <a:pt x="4868" y="2057"/>
                  <a:pt x="4868" y="1853"/>
                </a:cubicBezTo>
                <a:lnTo>
                  <a:pt x="4868" y="371"/>
                </a:lnTo>
                <a:cubicBezTo>
                  <a:pt x="4868" y="166"/>
                  <a:pt x="4702" y="0"/>
                  <a:pt x="4498" y="0"/>
                </a:cubicBezTo>
                <a:lnTo>
                  <a:pt x="370" y="0"/>
                </a:lnTo>
                <a:cubicBezTo>
                  <a:pt x="166" y="0"/>
                  <a:pt x="0" y="166"/>
                  <a:pt x="0" y="371"/>
                </a:cubicBezTo>
                <a:lnTo>
                  <a:pt x="0" y="1853"/>
                </a:lnTo>
                <a:cubicBezTo>
                  <a:pt x="0" y="2057"/>
                  <a:pt x="166" y="2223"/>
                  <a:pt x="370" y="2223"/>
                </a:cubicBezTo>
                <a:lnTo>
                  <a:pt x="2434" y="2223"/>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21" name=""/>
          <p:cNvSpPr/>
          <p:nvPr/>
        </p:nvSpPr>
        <p:spPr>
          <a:xfrm>
            <a:off x="10553400" y="4495320"/>
            <a:ext cx="1752480" cy="800280"/>
          </a:xfrm>
          <a:custGeom>
            <a:avLst/>
            <a:gdLst/>
            <a:ahLst/>
            <a:rect l="0" t="0" r="r" b="b"/>
            <a:pathLst>
              <a:path w="4868" h="2223">
                <a:moveTo>
                  <a:pt x="2434" y="2223"/>
                </a:moveTo>
                <a:lnTo>
                  <a:pt x="4498" y="2223"/>
                </a:lnTo>
                <a:cubicBezTo>
                  <a:pt x="4702" y="2223"/>
                  <a:pt x="4868" y="2057"/>
                  <a:pt x="4868" y="1853"/>
                </a:cubicBezTo>
                <a:lnTo>
                  <a:pt x="4868" y="371"/>
                </a:lnTo>
                <a:cubicBezTo>
                  <a:pt x="4868" y="166"/>
                  <a:pt x="4702" y="0"/>
                  <a:pt x="4498" y="0"/>
                </a:cubicBezTo>
                <a:lnTo>
                  <a:pt x="370" y="0"/>
                </a:lnTo>
                <a:cubicBezTo>
                  <a:pt x="166" y="0"/>
                  <a:pt x="0" y="166"/>
                  <a:pt x="0" y="371"/>
                </a:cubicBezTo>
                <a:lnTo>
                  <a:pt x="0" y="1853"/>
                </a:lnTo>
                <a:cubicBezTo>
                  <a:pt x="0" y="2057"/>
                  <a:pt x="166" y="2223"/>
                  <a:pt x="370" y="2223"/>
                </a:cubicBezTo>
                <a:lnTo>
                  <a:pt x="2434" y="2223"/>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22" name=""/>
          <p:cNvSpPr txBox="1"/>
          <p:nvPr/>
        </p:nvSpPr>
        <p:spPr>
          <a:xfrm>
            <a:off x="10982160" y="4667040"/>
            <a:ext cx="907200" cy="180360"/>
          </a:xfrm>
          <a:prstGeom prst="rect">
            <a:avLst/>
          </a:prstGeom>
          <a:noFill/>
          <a:ln w="0">
            <a:noFill/>
          </a:ln>
        </p:spPr>
        <p:txBody>
          <a:bodyPr wrap="none" lIns="0" rIns="0" tIns="0" bIns="0" anchor="t">
            <a:spAutoFit/>
          </a:bodyPr>
          <a:p>
            <a:r>
              <a:rPr b="1" lang="en-US" sz="1280" strike="noStrike" u="none">
                <a:solidFill>
                  <a:srgbClr val="1f3654"/>
                </a:solidFill>
                <a:effectLst/>
                <a:uFillTx/>
                <a:latin typeface="Times New Roman"/>
              </a:rPr>
              <a:t>METADATA</a:t>
            </a:r>
            <a:endParaRPr b="1" lang="en-US" sz="1280" strike="noStrike" u="none">
              <a:solidFill>
                <a:srgbClr val="1f3654"/>
              </a:solidFill>
              <a:effectLst/>
              <a:uFillTx/>
              <a:latin typeface="Times New Roman"/>
              <a:ea typeface="Times New Roman"/>
            </a:endParaRPr>
          </a:p>
        </p:txBody>
      </p:sp>
      <p:sp>
        <p:nvSpPr>
          <p:cNvPr id="123" name=""/>
          <p:cNvSpPr txBox="1"/>
          <p:nvPr/>
        </p:nvSpPr>
        <p:spPr>
          <a:xfrm>
            <a:off x="11086920" y="4980960"/>
            <a:ext cx="696600" cy="148320"/>
          </a:xfrm>
          <a:prstGeom prst="rect">
            <a:avLst/>
          </a:prstGeom>
          <a:noFill/>
          <a:ln w="0">
            <a:noFill/>
          </a:ln>
        </p:spPr>
        <p:txBody>
          <a:bodyPr wrap="none" lIns="0" rIns="0" tIns="0" bIns="0" anchor="t">
            <a:spAutoFit/>
          </a:bodyPr>
          <a:p>
            <a:r>
              <a:rPr b="0" i="1" lang="en-US" sz="1050" strike="noStrike" u="none">
                <a:solidFill>
                  <a:srgbClr val="52667f"/>
                </a:solidFill>
                <a:effectLst/>
                <a:uFillTx/>
                <a:latin typeface="Times New Roman"/>
              </a:rPr>
              <a:t>same version</a:t>
            </a:r>
            <a:endParaRPr b="0" i="1" lang="en-US" sz="1050" strike="noStrike" u="none">
              <a:solidFill>
                <a:srgbClr val="52667f"/>
              </a:solidFill>
              <a:effectLst/>
              <a:uFillTx/>
              <a:latin typeface="Times New Roman"/>
              <a:ea typeface="Times New Roman"/>
            </a:endParaRPr>
          </a:p>
        </p:txBody>
      </p:sp>
      <p:sp>
        <p:nvSpPr>
          <p:cNvPr id="124" name=""/>
          <p:cNvSpPr/>
          <p:nvPr/>
        </p:nvSpPr>
        <p:spPr>
          <a:xfrm>
            <a:off x="8953200" y="3981240"/>
            <a:ext cx="2476440" cy="476280"/>
          </a:xfrm>
          <a:prstGeom prst="line">
            <a:avLst/>
          </a:prstGeom>
          <a:ln w="23760">
            <a:solidFill>
              <a:srgbClr val="284d7a"/>
            </a:solidFill>
            <a:miter/>
          </a:ln>
        </p:spPr>
        <p:style>
          <a:lnRef idx="0"/>
          <a:fillRef idx="0"/>
          <a:effectRef idx="0"/>
          <a:fontRef idx="minor"/>
        </p:style>
        <p:txBody>
          <a:bodyPr lIns="101880" rIns="101880" tIns="56880" bIns="56880" anchor="ctr" anchorCtr="1">
            <a:noAutofit/>
          </a:bodyPr>
          <a:p>
            <a:endParaRPr b="0" lang="en-US" sz="1800" strike="noStrike" u="none">
              <a:solidFill>
                <a:srgbClr val="000000"/>
              </a:solidFill>
              <a:effectLst/>
              <a:uFillTx/>
              <a:latin typeface="Arial"/>
            </a:endParaRPr>
          </a:p>
        </p:txBody>
      </p:sp>
      <p:sp>
        <p:nvSpPr>
          <p:cNvPr id="125" name=""/>
          <p:cNvSpPr/>
          <p:nvPr/>
        </p:nvSpPr>
        <p:spPr>
          <a:xfrm>
            <a:off x="11196720" y="4299840"/>
            <a:ext cx="256320" cy="234000"/>
          </a:xfrm>
          <a:custGeom>
            <a:avLst/>
            <a:gdLst/>
            <a:ahLst/>
            <a:rect l="0" t="0" r="r" b="b"/>
            <a:pathLst>
              <a:path w="712" h="650">
                <a:moveTo>
                  <a:pt x="125" y="0"/>
                </a:moveTo>
                <a:lnTo>
                  <a:pt x="712" y="450"/>
                </a:lnTo>
                <a:lnTo>
                  <a:pt x="0" y="650"/>
                </a:lnTo>
                <a:lnTo>
                  <a:pt x="125"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26" name=""/>
          <p:cNvSpPr/>
          <p:nvPr/>
        </p:nvSpPr>
        <p:spPr>
          <a:xfrm>
            <a:off x="11196720" y="4299840"/>
            <a:ext cx="256320" cy="234000"/>
          </a:xfrm>
          <a:custGeom>
            <a:avLst/>
            <a:gdLst/>
            <a:ahLst/>
            <a:rect l="0" t="0" r="r" b="b"/>
            <a:pathLst>
              <a:path w="712" h="650">
                <a:moveTo>
                  <a:pt x="125" y="0"/>
                </a:moveTo>
                <a:lnTo>
                  <a:pt x="712" y="450"/>
                </a:lnTo>
                <a:lnTo>
                  <a:pt x="0" y="650"/>
                </a:lnTo>
                <a:lnTo>
                  <a:pt x="125"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27" name=""/>
          <p:cNvSpPr/>
          <p:nvPr/>
        </p:nvSpPr>
        <p:spPr>
          <a:xfrm>
            <a:off x="11196720" y="4299840"/>
            <a:ext cx="256320" cy="234000"/>
          </a:xfrm>
          <a:custGeom>
            <a:avLst/>
            <a:gdLst/>
            <a:ahLst/>
            <a:rect l="0" t="0" r="r" b="b"/>
            <a:pathLst>
              <a:path w="712" h="650">
                <a:moveTo>
                  <a:pt x="125" y="0"/>
                </a:moveTo>
                <a:lnTo>
                  <a:pt x="712" y="450"/>
                </a:lnTo>
                <a:lnTo>
                  <a:pt x="0" y="650"/>
                </a:lnTo>
                <a:lnTo>
                  <a:pt x="125"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28" name=""/>
          <p:cNvSpPr/>
          <p:nvPr/>
        </p:nvSpPr>
        <p:spPr>
          <a:xfrm>
            <a:off x="11196720" y="4299840"/>
            <a:ext cx="256320" cy="234000"/>
          </a:xfrm>
          <a:custGeom>
            <a:avLst/>
            <a:gdLst/>
            <a:ahLst/>
            <a:rect l="0" t="0" r="r" b="b"/>
            <a:pathLst>
              <a:path w="712" h="650">
                <a:moveTo>
                  <a:pt x="125" y="0"/>
                </a:moveTo>
                <a:lnTo>
                  <a:pt x="712" y="450"/>
                </a:lnTo>
                <a:lnTo>
                  <a:pt x="0" y="650"/>
                </a:lnTo>
                <a:lnTo>
                  <a:pt x="125"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29" name=""/>
          <p:cNvSpPr/>
          <p:nvPr/>
        </p:nvSpPr>
        <p:spPr>
          <a:xfrm>
            <a:off x="11196720" y="4299840"/>
            <a:ext cx="256320" cy="234000"/>
          </a:xfrm>
          <a:custGeom>
            <a:avLst/>
            <a:gdLst/>
            <a:ahLst/>
            <a:rect l="0" t="0" r="r" b="b"/>
            <a:pathLst>
              <a:path w="712" h="650">
                <a:moveTo>
                  <a:pt x="125" y="0"/>
                </a:moveTo>
                <a:lnTo>
                  <a:pt x="712" y="450"/>
                </a:lnTo>
                <a:lnTo>
                  <a:pt x="0" y="650"/>
                </a:lnTo>
                <a:lnTo>
                  <a:pt x="125"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30" name=""/>
          <p:cNvSpPr/>
          <p:nvPr/>
        </p:nvSpPr>
        <p:spPr>
          <a:xfrm>
            <a:off x="11196720" y="4299840"/>
            <a:ext cx="256320" cy="234000"/>
          </a:xfrm>
          <a:custGeom>
            <a:avLst/>
            <a:gdLst/>
            <a:ahLst/>
            <a:rect l="0" t="0" r="r" b="b"/>
            <a:pathLst>
              <a:path w="712" h="650">
                <a:moveTo>
                  <a:pt x="125" y="0"/>
                </a:moveTo>
                <a:lnTo>
                  <a:pt x="712" y="450"/>
                </a:lnTo>
                <a:lnTo>
                  <a:pt x="0" y="650"/>
                </a:lnTo>
                <a:lnTo>
                  <a:pt x="125"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31" name=""/>
          <p:cNvSpPr/>
          <p:nvPr/>
        </p:nvSpPr>
        <p:spPr>
          <a:xfrm>
            <a:off x="11196720" y="4299840"/>
            <a:ext cx="256320" cy="234000"/>
          </a:xfrm>
          <a:custGeom>
            <a:avLst/>
            <a:gdLst/>
            <a:ahLst/>
            <a:rect l="0" t="0" r="r" b="b"/>
            <a:pathLst>
              <a:path w="712" h="650">
                <a:moveTo>
                  <a:pt x="125" y="0"/>
                </a:moveTo>
                <a:lnTo>
                  <a:pt x="712" y="450"/>
                </a:lnTo>
                <a:lnTo>
                  <a:pt x="0" y="650"/>
                </a:lnTo>
                <a:lnTo>
                  <a:pt x="125"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32" name=""/>
          <p:cNvSpPr/>
          <p:nvPr/>
        </p:nvSpPr>
        <p:spPr>
          <a:xfrm>
            <a:off x="11196720" y="4299840"/>
            <a:ext cx="256320" cy="234000"/>
          </a:xfrm>
          <a:custGeom>
            <a:avLst/>
            <a:gdLst/>
            <a:ahLst/>
            <a:rect l="0" t="0" r="r" b="b"/>
            <a:pathLst>
              <a:path w="712" h="650">
                <a:moveTo>
                  <a:pt x="125" y="0"/>
                </a:moveTo>
                <a:lnTo>
                  <a:pt x="712" y="450"/>
                </a:lnTo>
                <a:lnTo>
                  <a:pt x="0" y="650"/>
                </a:lnTo>
                <a:lnTo>
                  <a:pt x="125"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33" name=""/>
          <p:cNvSpPr/>
          <p:nvPr/>
        </p:nvSpPr>
        <p:spPr>
          <a:xfrm>
            <a:off x="11196720" y="4299840"/>
            <a:ext cx="256320" cy="234000"/>
          </a:xfrm>
          <a:custGeom>
            <a:avLst/>
            <a:gdLst/>
            <a:ahLst/>
            <a:rect l="0" t="0" r="r" b="b"/>
            <a:pathLst>
              <a:path w="712" h="650">
                <a:moveTo>
                  <a:pt x="125" y="0"/>
                </a:moveTo>
                <a:lnTo>
                  <a:pt x="712" y="450"/>
                </a:lnTo>
                <a:lnTo>
                  <a:pt x="0" y="650"/>
                </a:lnTo>
                <a:lnTo>
                  <a:pt x="125"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34" name=""/>
          <p:cNvSpPr/>
          <p:nvPr/>
        </p:nvSpPr>
        <p:spPr>
          <a:xfrm>
            <a:off x="11196720" y="4299840"/>
            <a:ext cx="256320" cy="234000"/>
          </a:xfrm>
          <a:custGeom>
            <a:avLst/>
            <a:gdLst/>
            <a:ahLst/>
            <a:rect l="0" t="0" r="r" b="b"/>
            <a:pathLst>
              <a:path w="712" h="650">
                <a:moveTo>
                  <a:pt x="125" y="0"/>
                </a:moveTo>
                <a:lnTo>
                  <a:pt x="712" y="450"/>
                </a:lnTo>
                <a:lnTo>
                  <a:pt x="0" y="650"/>
                </a:lnTo>
                <a:lnTo>
                  <a:pt x="125"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35" name=""/>
          <p:cNvSpPr/>
          <p:nvPr/>
        </p:nvSpPr>
        <p:spPr>
          <a:xfrm>
            <a:off x="762120" y="5695560"/>
            <a:ext cx="8095680" cy="609840"/>
          </a:xfrm>
          <a:custGeom>
            <a:avLst/>
            <a:gdLst/>
            <a:ahLst/>
            <a:rect l="0" t="0" r="r" b="b"/>
            <a:pathLst>
              <a:path w="22488" h="1694">
                <a:moveTo>
                  <a:pt x="11245" y="1694"/>
                </a:moveTo>
                <a:lnTo>
                  <a:pt x="22118" y="1694"/>
                </a:lnTo>
                <a:cubicBezTo>
                  <a:pt x="22323" y="1694"/>
                  <a:pt x="22488" y="1528"/>
                  <a:pt x="22488" y="1323"/>
                </a:cubicBezTo>
                <a:lnTo>
                  <a:pt x="22488" y="371"/>
                </a:lnTo>
                <a:cubicBezTo>
                  <a:pt x="22488" y="166"/>
                  <a:pt x="22323" y="0"/>
                  <a:pt x="22118" y="0"/>
                </a:cubicBezTo>
                <a:lnTo>
                  <a:pt x="370" y="0"/>
                </a:lnTo>
                <a:cubicBezTo>
                  <a:pt x="166" y="0"/>
                  <a:pt x="0" y="166"/>
                  <a:pt x="0" y="371"/>
                </a:cubicBezTo>
                <a:lnTo>
                  <a:pt x="0" y="1323"/>
                </a:lnTo>
                <a:cubicBezTo>
                  <a:pt x="0" y="1528"/>
                  <a:pt x="166" y="1694"/>
                  <a:pt x="370" y="1694"/>
                </a:cubicBezTo>
                <a:lnTo>
                  <a:pt x="11245" y="1694"/>
                </a:lnTo>
                <a:close/>
              </a:path>
            </a:pathLst>
          </a:custGeom>
          <a:solidFill>
            <a:srgbClr val="eaf4eb"/>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36" name=""/>
          <p:cNvSpPr/>
          <p:nvPr/>
        </p:nvSpPr>
        <p:spPr>
          <a:xfrm>
            <a:off x="762120" y="5695560"/>
            <a:ext cx="8095680" cy="609840"/>
          </a:xfrm>
          <a:custGeom>
            <a:avLst/>
            <a:gdLst/>
            <a:ahLst/>
            <a:rect l="0" t="0" r="r" b="b"/>
            <a:pathLst>
              <a:path w="22488" h="1694">
                <a:moveTo>
                  <a:pt x="11245" y="1694"/>
                </a:moveTo>
                <a:lnTo>
                  <a:pt x="22118" y="1694"/>
                </a:lnTo>
                <a:cubicBezTo>
                  <a:pt x="22323" y="1694"/>
                  <a:pt x="22488" y="1528"/>
                  <a:pt x="22488" y="1323"/>
                </a:cubicBezTo>
                <a:lnTo>
                  <a:pt x="22488" y="371"/>
                </a:lnTo>
                <a:cubicBezTo>
                  <a:pt x="22488" y="166"/>
                  <a:pt x="22323" y="0"/>
                  <a:pt x="22118" y="0"/>
                </a:cubicBezTo>
                <a:lnTo>
                  <a:pt x="370" y="0"/>
                </a:lnTo>
                <a:cubicBezTo>
                  <a:pt x="166" y="0"/>
                  <a:pt x="0" y="166"/>
                  <a:pt x="0" y="371"/>
                </a:cubicBezTo>
                <a:lnTo>
                  <a:pt x="0" y="1323"/>
                </a:lnTo>
                <a:cubicBezTo>
                  <a:pt x="0" y="1528"/>
                  <a:pt x="166" y="1694"/>
                  <a:pt x="370" y="1694"/>
                </a:cubicBezTo>
                <a:lnTo>
                  <a:pt x="11245" y="1694"/>
                </a:lnTo>
                <a:close/>
              </a:path>
            </a:pathLst>
          </a:custGeom>
          <a:noFill/>
          <a:ln w="28440">
            <a:solidFill>
              <a:srgbClr val="3b7650"/>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37" name=""/>
          <p:cNvSpPr txBox="1"/>
          <p:nvPr/>
        </p:nvSpPr>
        <p:spPr>
          <a:xfrm>
            <a:off x="1571760" y="5810040"/>
            <a:ext cx="6419160" cy="189720"/>
          </a:xfrm>
          <a:prstGeom prst="rect">
            <a:avLst/>
          </a:prstGeom>
          <a:noFill/>
          <a:ln w="0">
            <a:noFill/>
          </a:ln>
        </p:spPr>
        <p:txBody>
          <a:bodyPr wrap="none" lIns="0" rIns="0" tIns="0" bIns="0" anchor="t">
            <a:spAutoFit/>
          </a:bodyPr>
          <a:p>
            <a:r>
              <a:rPr b="1" lang="en-US" sz="1350" strike="noStrike" u="none">
                <a:solidFill>
                  <a:srgbClr val="2d5a3e"/>
                </a:solidFill>
                <a:effectLst/>
                <a:uFillTx/>
                <a:latin typeface="Times New Roman"/>
              </a:rPr>
              <a:t>EQUIVALENCE TEST: one study, one verified authorship record, one bounded answer</a:t>
            </a:r>
            <a:endParaRPr b="1" lang="en-US" sz="1350" strike="noStrike" u="none">
              <a:solidFill>
                <a:srgbClr val="2d5a3e"/>
              </a:solidFill>
              <a:effectLst/>
              <a:uFillTx/>
              <a:latin typeface="Times New Roman"/>
              <a:ea typeface="Times New Roman"/>
            </a:endParaRPr>
          </a:p>
        </p:txBody>
      </p:sp>
      <p:sp>
        <p:nvSpPr>
          <p:cNvPr id="138" name=""/>
          <p:cNvSpPr txBox="1"/>
          <p:nvPr/>
        </p:nvSpPr>
        <p:spPr>
          <a:xfrm>
            <a:off x="3000240" y="6067080"/>
            <a:ext cx="3499560" cy="159120"/>
          </a:xfrm>
          <a:prstGeom prst="rect">
            <a:avLst/>
          </a:prstGeom>
          <a:noFill/>
          <a:ln w="0">
            <a:noFill/>
          </a:ln>
        </p:spPr>
        <p:txBody>
          <a:bodyPr wrap="none" lIns="0" rIns="0" tIns="0" bIns="0" anchor="t">
            <a:spAutoFit/>
          </a:bodyPr>
          <a:p>
            <a:r>
              <a:rPr b="0" i="1" lang="en-US" sz="1130" strike="noStrike" u="none">
                <a:solidFill>
                  <a:srgbClr val="2d5a3e"/>
                </a:solidFill>
                <a:effectLst/>
                <a:uFillTx/>
                <a:latin typeface="Times New Roman"/>
              </a:rPr>
              <a:t>compression may shorten; it may not strengthen or substitute</a:t>
            </a:r>
            <a:endParaRPr b="0" i="1" lang="en-US" sz="1130" strike="noStrike" u="none">
              <a:solidFill>
                <a:srgbClr val="2d5a3e"/>
              </a:solidFill>
              <a:effectLst/>
              <a:uFillTx/>
              <a:latin typeface="Times New Roman"/>
              <a:ea typeface="Times New Roman"/>
            </a:endParaRPr>
          </a:p>
        </p:txBody>
      </p:sp>
      <p:sp>
        <p:nvSpPr>
          <p:cNvPr id="139" name=""/>
          <p:cNvSpPr/>
          <p:nvPr/>
        </p:nvSpPr>
        <p:spPr>
          <a:xfrm>
            <a:off x="9239040" y="5695560"/>
            <a:ext cx="2381040" cy="609840"/>
          </a:xfrm>
          <a:custGeom>
            <a:avLst/>
            <a:gdLst/>
            <a:ahLst/>
            <a:rect l="0" t="0" r="r" b="b"/>
            <a:pathLst>
              <a:path w="6614" h="1694">
                <a:moveTo>
                  <a:pt x="3307" y="1694"/>
                </a:moveTo>
                <a:lnTo>
                  <a:pt x="6244" y="1694"/>
                </a:lnTo>
                <a:cubicBezTo>
                  <a:pt x="6448" y="1694"/>
                  <a:pt x="6614" y="1528"/>
                  <a:pt x="6614" y="1323"/>
                </a:cubicBezTo>
                <a:lnTo>
                  <a:pt x="6614" y="371"/>
                </a:lnTo>
                <a:cubicBezTo>
                  <a:pt x="6614" y="166"/>
                  <a:pt x="6448" y="0"/>
                  <a:pt x="6244" y="0"/>
                </a:cubicBezTo>
                <a:lnTo>
                  <a:pt x="370" y="0"/>
                </a:lnTo>
                <a:cubicBezTo>
                  <a:pt x="166" y="0"/>
                  <a:pt x="0" y="166"/>
                  <a:pt x="0" y="371"/>
                </a:cubicBezTo>
                <a:lnTo>
                  <a:pt x="0" y="1323"/>
                </a:lnTo>
                <a:cubicBezTo>
                  <a:pt x="0" y="1528"/>
                  <a:pt x="166" y="1694"/>
                  <a:pt x="370" y="1694"/>
                </a:cubicBezTo>
                <a:lnTo>
                  <a:pt x="3307" y="1694"/>
                </a:lnTo>
                <a:close/>
              </a:path>
            </a:pathLst>
          </a:custGeom>
          <a:solidFill>
            <a:srgbClr val="fff7f6"/>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40" name=""/>
          <p:cNvSpPr/>
          <p:nvPr/>
        </p:nvSpPr>
        <p:spPr>
          <a:xfrm>
            <a:off x="9239040" y="5695560"/>
            <a:ext cx="2381040" cy="609840"/>
          </a:xfrm>
          <a:custGeom>
            <a:avLst/>
            <a:gdLst/>
            <a:ahLst/>
            <a:rect l="0" t="0" r="r" b="b"/>
            <a:pathLst>
              <a:path w="6614" h="1694">
                <a:moveTo>
                  <a:pt x="3307" y="1694"/>
                </a:moveTo>
                <a:lnTo>
                  <a:pt x="6244" y="1694"/>
                </a:lnTo>
                <a:cubicBezTo>
                  <a:pt x="6448" y="1694"/>
                  <a:pt x="6614" y="1528"/>
                  <a:pt x="6614" y="1323"/>
                </a:cubicBezTo>
                <a:lnTo>
                  <a:pt x="6614" y="371"/>
                </a:lnTo>
                <a:cubicBezTo>
                  <a:pt x="6614" y="166"/>
                  <a:pt x="6448" y="0"/>
                  <a:pt x="6244" y="0"/>
                </a:cubicBezTo>
                <a:lnTo>
                  <a:pt x="370" y="0"/>
                </a:lnTo>
                <a:cubicBezTo>
                  <a:pt x="166" y="0"/>
                  <a:pt x="0" y="166"/>
                  <a:pt x="0" y="371"/>
                </a:cubicBezTo>
                <a:lnTo>
                  <a:pt x="0" y="1323"/>
                </a:lnTo>
                <a:cubicBezTo>
                  <a:pt x="0" y="1528"/>
                  <a:pt x="166" y="1694"/>
                  <a:pt x="370" y="1694"/>
                </a:cubicBezTo>
                <a:lnTo>
                  <a:pt x="3307" y="1694"/>
                </a:lnTo>
                <a:close/>
              </a:path>
            </a:pathLst>
          </a:custGeom>
          <a:noFill/>
          <a:ln w="28440">
            <a:solidFill>
              <a:srgbClr val="9a3d35"/>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41" name=""/>
          <p:cNvSpPr txBox="1"/>
          <p:nvPr/>
        </p:nvSpPr>
        <p:spPr>
          <a:xfrm>
            <a:off x="9791280" y="5800680"/>
            <a:ext cx="1266120" cy="189720"/>
          </a:xfrm>
          <a:prstGeom prst="rect">
            <a:avLst/>
          </a:prstGeom>
          <a:noFill/>
          <a:ln w="0">
            <a:noFill/>
          </a:ln>
        </p:spPr>
        <p:txBody>
          <a:bodyPr wrap="none" lIns="0" rIns="0" tIns="0" bIns="0" anchor="t">
            <a:spAutoFit/>
          </a:bodyPr>
          <a:p>
            <a:r>
              <a:rPr b="1" lang="en-US" sz="1350" strike="noStrike" u="none">
                <a:solidFill>
                  <a:srgbClr val="7b302a"/>
                </a:solidFill>
                <a:effectLst/>
                <a:uFillTx/>
                <a:latin typeface="Times New Roman"/>
              </a:rPr>
              <a:t>DRIFT FOUND?</a:t>
            </a:r>
            <a:endParaRPr b="1" lang="en-US" sz="1350" strike="noStrike" u="none">
              <a:solidFill>
                <a:srgbClr val="7b302a"/>
              </a:solidFill>
              <a:effectLst/>
              <a:uFillTx/>
              <a:latin typeface="Times New Roman"/>
              <a:ea typeface="Times New Roman"/>
            </a:endParaRPr>
          </a:p>
        </p:txBody>
      </p:sp>
      <p:sp>
        <p:nvSpPr>
          <p:cNvPr id="142" name=""/>
          <p:cNvSpPr txBox="1"/>
          <p:nvPr/>
        </p:nvSpPr>
        <p:spPr>
          <a:xfrm>
            <a:off x="9734400" y="6067080"/>
            <a:ext cx="1360080" cy="159120"/>
          </a:xfrm>
          <a:prstGeom prst="rect">
            <a:avLst/>
          </a:prstGeom>
          <a:noFill/>
          <a:ln w="0">
            <a:noFill/>
          </a:ln>
        </p:spPr>
        <p:txBody>
          <a:bodyPr wrap="none" lIns="0" rIns="0" tIns="0" bIns="0" anchor="t">
            <a:spAutoFit/>
          </a:bodyPr>
          <a:p>
            <a:r>
              <a:rPr b="0" i="1" lang="en-US" sz="1130" strike="noStrike" u="none">
                <a:solidFill>
                  <a:srgbClr val="7b302a"/>
                </a:solidFill>
                <a:effectLst/>
                <a:uFillTx/>
                <a:latin typeface="Times New Roman"/>
              </a:rPr>
              <a:t>repair the earliest layer</a:t>
            </a:r>
            <a:endParaRPr b="0" i="1" lang="en-US" sz="1130" strike="noStrike" u="none">
              <a:solidFill>
                <a:srgbClr val="7b302a"/>
              </a:solidFill>
              <a:effectLst/>
              <a:uFillTx/>
              <a:latin typeface="Times New Roman"/>
              <a:ea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2026-08-19T10:50:02Z</dcterms:created>
  <dc:creator>Antonio Clim and Martino Aldrigo</dc:creator>
  <dc:description>An authoritative study containing the question, executed route, evidence, principal result and boundary supplies title, verified author identity, keywords, abstract, introduction, results, discussion, limitations, conclusion and version metadata. An equivalence test requires every interface to describe the same study and bounded answer. Compression may omit detail but may not change identity, count, uncertainty or claim scope; detected drift is repaired at the earliest layer where it entered. Native-object PPTX generated from the canonical SVG; all text, boxes, lines, arrows and colours remain separately editable.</dc:description>
  <dc:language>en-US</dc:language>
  <cp:lastModifiedBy/>
  <dcterms:modified xsi:type="dcterms:W3CDTF">2026-08-19T10:50:03Z</dcterms:modified>
  <cp:revision>1</cp:revision>
  <dc:subject>Fully editable native drawing objects</dc:subject>
  <dc:title>Figure 8.2. One-study consistency across headline, authorship and manuscript layers</dc:title>
</cp:coreProperties>
</file>