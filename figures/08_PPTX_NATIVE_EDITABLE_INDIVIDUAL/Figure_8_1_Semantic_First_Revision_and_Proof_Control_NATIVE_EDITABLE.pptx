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12382500" cy="6667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0285B2F-7EF6-47E1-BF09-7B152A467B56}"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fld id="{0049A063-C9A6-437C-8EBB-78FF958A4FA4}"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4680" y="4680"/>
            <a:ext cx="12372840" cy="6657840"/>
          </a:xfrm>
          <a:custGeom>
            <a:avLst/>
            <a:gdLst/>
            <a:ahLst/>
            <a:rect l="0" t="0" r="r" b="b"/>
            <a:pathLst>
              <a:path w="34369" h="18494">
                <a:moveTo>
                  <a:pt x="0" y="0"/>
                </a:moveTo>
                <a:lnTo>
                  <a:pt x="34369" y="0"/>
                </a:lnTo>
                <a:lnTo>
                  <a:pt x="34369" y="18494"/>
                </a:lnTo>
                <a:lnTo>
                  <a:pt x="0" y="18494"/>
                </a:lnTo>
                <a:lnTo>
                  <a:pt x="0" y="0"/>
                </a:ln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8" name=""/>
          <p:cNvSpPr txBox="1"/>
          <p:nvPr/>
        </p:nvSpPr>
        <p:spPr>
          <a:xfrm>
            <a:off x="3464280" y="142560"/>
            <a:ext cx="5457240" cy="253440"/>
          </a:xfrm>
          <a:prstGeom prst="rect">
            <a:avLst/>
          </a:prstGeom>
          <a:noFill/>
          <a:ln w="0">
            <a:noFill/>
          </a:ln>
        </p:spPr>
        <p:txBody>
          <a:bodyPr wrap="none" lIns="0" rIns="0" tIns="0" bIns="0" anchor="t">
            <a:spAutoFit/>
          </a:bodyPr>
          <a:p>
            <a:r>
              <a:rPr b="0" i="1" lang="en-US" sz="1800" strike="noStrike" u="none">
                <a:solidFill>
                  <a:srgbClr val="52667f"/>
                </a:solidFill>
                <a:effectLst/>
                <a:uFillTx/>
                <a:latin typeface="Times New Roman"/>
              </a:rPr>
              <a:t>meaning is stabilised before language, apparatus and proof</a:t>
            </a:r>
            <a:endParaRPr b="0" i="1" lang="en-US" sz="1800" strike="noStrike" u="none">
              <a:solidFill>
                <a:srgbClr val="52667f"/>
              </a:solidFill>
              <a:effectLst/>
              <a:uFillTx/>
              <a:latin typeface="Times New Roman"/>
              <a:ea typeface="Times New Roman"/>
            </a:endParaRPr>
          </a:p>
        </p:txBody>
      </p:sp>
      <p:sp>
        <p:nvSpPr>
          <p:cNvPr id="9" name=""/>
          <p:cNvSpPr/>
          <p:nvPr/>
        </p:nvSpPr>
        <p:spPr>
          <a:xfrm>
            <a:off x="309240" y="727560"/>
            <a:ext cx="1941840" cy="1103400"/>
          </a:xfrm>
          <a:custGeom>
            <a:avLst/>
            <a:gdLst/>
            <a:ahLst/>
            <a:rect l="0" t="0" r="r" b="b"/>
            <a:pathLst>
              <a:path w="5394" h="3065">
                <a:moveTo>
                  <a:pt x="2697" y="3065"/>
                </a:moveTo>
                <a:lnTo>
                  <a:pt x="5023" y="3065"/>
                </a:lnTo>
                <a:cubicBezTo>
                  <a:pt x="5228" y="3065"/>
                  <a:pt x="5394" y="2899"/>
                  <a:pt x="5394" y="2695"/>
                </a:cubicBezTo>
                <a:lnTo>
                  <a:pt x="5394" y="370"/>
                </a:lnTo>
                <a:cubicBezTo>
                  <a:pt x="5394" y="166"/>
                  <a:pt x="5228" y="0"/>
                  <a:pt x="5023" y="0"/>
                </a:cubicBezTo>
                <a:lnTo>
                  <a:pt x="370" y="0"/>
                </a:lnTo>
                <a:cubicBezTo>
                  <a:pt x="166" y="0"/>
                  <a:pt x="0" y="166"/>
                  <a:pt x="0" y="370"/>
                </a:cubicBezTo>
                <a:lnTo>
                  <a:pt x="0" y="2695"/>
                </a:lnTo>
                <a:cubicBezTo>
                  <a:pt x="0" y="2899"/>
                  <a:pt x="166" y="3065"/>
                  <a:pt x="370" y="3065"/>
                </a:cubicBezTo>
                <a:lnTo>
                  <a:pt x="2697" y="3065"/>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0" name=""/>
          <p:cNvSpPr/>
          <p:nvPr/>
        </p:nvSpPr>
        <p:spPr>
          <a:xfrm>
            <a:off x="309240" y="727560"/>
            <a:ext cx="1941840" cy="1103400"/>
          </a:xfrm>
          <a:custGeom>
            <a:avLst/>
            <a:gdLst/>
            <a:ahLst/>
            <a:rect l="0" t="0" r="r" b="b"/>
            <a:pathLst>
              <a:path w="5394" h="3065">
                <a:moveTo>
                  <a:pt x="2697" y="3065"/>
                </a:moveTo>
                <a:lnTo>
                  <a:pt x="5023" y="3065"/>
                </a:lnTo>
                <a:cubicBezTo>
                  <a:pt x="5228" y="3065"/>
                  <a:pt x="5394" y="2899"/>
                  <a:pt x="5394" y="2695"/>
                </a:cubicBezTo>
                <a:lnTo>
                  <a:pt x="5394" y="370"/>
                </a:lnTo>
                <a:cubicBezTo>
                  <a:pt x="5394" y="166"/>
                  <a:pt x="5228" y="0"/>
                  <a:pt x="5023" y="0"/>
                </a:cubicBezTo>
                <a:lnTo>
                  <a:pt x="370" y="0"/>
                </a:lnTo>
                <a:cubicBezTo>
                  <a:pt x="166" y="0"/>
                  <a:pt x="0" y="166"/>
                  <a:pt x="0" y="370"/>
                </a:cubicBezTo>
                <a:lnTo>
                  <a:pt x="0" y="2695"/>
                </a:lnTo>
                <a:cubicBezTo>
                  <a:pt x="0" y="2899"/>
                  <a:pt x="166" y="3065"/>
                  <a:pt x="370" y="3065"/>
                </a:cubicBezTo>
                <a:lnTo>
                  <a:pt x="2697" y="3065"/>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1" name=""/>
          <p:cNvSpPr txBox="1"/>
          <p:nvPr/>
        </p:nvSpPr>
        <p:spPr>
          <a:xfrm>
            <a:off x="380880" y="912960"/>
            <a:ext cx="1826640" cy="227520"/>
          </a:xfrm>
          <a:prstGeom prst="rect">
            <a:avLst/>
          </a:prstGeom>
          <a:noFill/>
          <a:ln w="0">
            <a:noFill/>
          </a:ln>
        </p:spPr>
        <p:txBody>
          <a:bodyPr wrap="none" lIns="0" rIns="0" tIns="0" bIns="0" anchor="t">
            <a:spAutoFit/>
          </a:bodyPr>
          <a:p>
            <a:r>
              <a:rPr b="1" lang="en-US" sz="1570" strike="noStrike" u="none">
                <a:solidFill>
                  <a:srgbClr val="1f3654"/>
                </a:solidFill>
                <a:effectLst/>
                <a:uFillTx/>
                <a:latin typeface="Times New Roman"/>
              </a:rPr>
              <a:t>ACCEPTED STUDY</a:t>
            </a:r>
            <a:endParaRPr b="1" lang="en-US" sz="1570" strike="noStrike" u="none">
              <a:solidFill>
                <a:srgbClr val="1f3654"/>
              </a:solidFill>
              <a:effectLst/>
              <a:uFillTx/>
              <a:latin typeface="Times New Roman"/>
              <a:ea typeface="Times New Roman"/>
            </a:endParaRPr>
          </a:p>
        </p:txBody>
      </p:sp>
      <p:sp>
        <p:nvSpPr>
          <p:cNvPr id="12" name=""/>
          <p:cNvSpPr txBox="1"/>
          <p:nvPr/>
        </p:nvSpPr>
        <p:spPr>
          <a:xfrm>
            <a:off x="504360" y="1284120"/>
            <a:ext cx="1594800" cy="169560"/>
          </a:xfrm>
          <a:prstGeom prst="rect">
            <a:avLst/>
          </a:prstGeom>
          <a:noFill/>
          <a:ln w="0">
            <a:noFill/>
          </a:ln>
        </p:spPr>
        <p:txBody>
          <a:bodyPr wrap="none" lIns="0" rIns="0" tIns="0" bIns="0" anchor="t">
            <a:spAutoFit/>
          </a:bodyPr>
          <a:p>
            <a:r>
              <a:rPr b="0" i="1" lang="en-US" sz="1200" strike="noStrike" u="none">
                <a:solidFill>
                  <a:srgbClr val="52667f"/>
                </a:solidFill>
                <a:effectLst/>
                <a:uFillTx/>
                <a:latin typeface="Times New Roman"/>
              </a:rPr>
              <a:t>question · route · evidence</a:t>
            </a:r>
            <a:endParaRPr b="0" i="1" lang="en-US" sz="1200" strike="noStrike" u="none">
              <a:solidFill>
                <a:srgbClr val="52667f"/>
              </a:solidFill>
              <a:effectLst/>
              <a:uFillTx/>
              <a:latin typeface="Times New Roman"/>
              <a:ea typeface="Times New Roman"/>
            </a:endParaRPr>
          </a:p>
        </p:txBody>
      </p:sp>
      <p:sp>
        <p:nvSpPr>
          <p:cNvPr id="13" name=""/>
          <p:cNvSpPr txBox="1"/>
          <p:nvPr/>
        </p:nvSpPr>
        <p:spPr>
          <a:xfrm>
            <a:off x="808920" y="1512360"/>
            <a:ext cx="961560" cy="169560"/>
          </a:xfrm>
          <a:prstGeom prst="rect">
            <a:avLst/>
          </a:prstGeom>
          <a:noFill/>
          <a:ln w="0">
            <a:noFill/>
          </a:ln>
        </p:spPr>
        <p:txBody>
          <a:bodyPr wrap="none" lIns="0" rIns="0" tIns="0" bIns="0" anchor="t">
            <a:spAutoFit/>
          </a:bodyPr>
          <a:p>
            <a:r>
              <a:rPr b="0" i="1" lang="en-US" sz="1200" strike="noStrike" u="none">
                <a:solidFill>
                  <a:srgbClr val="52667f"/>
                </a:solidFill>
                <a:effectLst/>
                <a:uFillTx/>
                <a:latin typeface="Times New Roman"/>
              </a:rPr>
              <a:t>claim boundary</a:t>
            </a:r>
            <a:endParaRPr b="0" i="1" lang="en-US" sz="1200" strike="noStrike" u="none">
              <a:solidFill>
                <a:srgbClr val="52667f"/>
              </a:solidFill>
              <a:effectLst/>
              <a:uFillTx/>
              <a:latin typeface="Times New Roman"/>
              <a:ea typeface="Times New Roman"/>
            </a:endParaRPr>
          </a:p>
        </p:txBody>
      </p:sp>
      <p:sp>
        <p:nvSpPr>
          <p:cNvPr id="14" name=""/>
          <p:cNvSpPr/>
          <p:nvPr/>
        </p:nvSpPr>
        <p:spPr>
          <a:xfrm>
            <a:off x="2764800" y="727560"/>
            <a:ext cx="1941840" cy="1103400"/>
          </a:xfrm>
          <a:custGeom>
            <a:avLst/>
            <a:gdLst/>
            <a:ahLst/>
            <a:rect l="0" t="0" r="r" b="b"/>
            <a:pathLst>
              <a:path w="5394" h="3065">
                <a:moveTo>
                  <a:pt x="2697" y="3065"/>
                </a:moveTo>
                <a:lnTo>
                  <a:pt x="5024" y="3065"/>
                </a:lnTo>
                <a:cubicBezTo>
                  <a:pt x="5228" y="3065"/>
                  <a:pt x="5394" y="2899"/>
                  <a:pt x="5394" y="2695"/>
                </a:cubicBezTo>
                <a:lnTo>
                  <a:pt x="5394" y="370"/>
                </a:lnTo>
                <a:cubicBezTo>
                  <a:pt x="5394" y="166"/>
                  <a:pt x="5228" y="0"/>
                  <a:pt x="5024" y="0"/>
                </a:cubicBezTo>
                <a:lnTo>
                  <a:pt x="370" y="0"/>
                </a:lnTo>
                <a:cubicBezTo>
                  <a:pt x="166" y="0"/>
                  <a:pt x="0" y="166"/>
                  <a:pt x="0" y="370"/>
                </a:cubicBezTo>
                <a:lnTo>
                  <a:pt x="0" y="2695"/>
                </a:lnTo>
                <a:cubicBezTo>
                  <a:pt x="0" y="2899"/>
                  <a:pt x="166" y="3065"/>
                  <a:pt x="370" y="3065"/>
                </a:cubicBezTo>
                <a:lnTo>
                  <a:pt x="2697" y="3065"/>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5" name=""/>
          <p:cNvSpPr/>
          <p:nvPr/>
        </p:nvSpPr>
        <p:spPr>
          <a:xfrm>
            <a:off x="2764800" y="727560"/>
            <a:ext cx="1941840" cy="1103400"/>
          </a:xfrm>
          <a:custGeom>
            <a:avLst/>
            <a:gdLst/>
            <a:ahLst/>
            <a:rect l="0" t="0" r="r" b="b"/>
            <a:pathLst>
              <a:path w="5394" h="3065">
                <a:moveTo>
                  <a:pt x="2697" y="3065"/>
                </a:moveTo>
                <a:lnTo>
                  <a:pt x="5024" y="3065"/>
                </a:lnTo>
                <a:cubicBezTo>
                  <a:pt x="5228" y="3065"/>
                  <a:pt x="5394" y="2899"/>
                  <a:pt x="5394" y="2695"/>
                </a:cubicBezTo>
                <a:lnTo>
                  <a:pt x="5394" y="370"/>
                </a:lnTo>
                <a:cubicBezTo>
                  <a:pt x="5394" y="166"/>
                  <a:pt x="5228" y="0"/>
                  <a:pt x="5024" y="0"/>
                </a:cubicBezTo>
                <a:lnTo>
                  <a:pt x="370" y="0"/>
                </a:lnTo>
                <a:cubicBezTo>
                  <a:pt x="166" y="0"/>
                  <a:pt x="0" y="166"/>
                  <a:pt x="0" y="370"/>
                </a:cubicBezTo>
                <a:lnTo>
                  <a:pt x="0" y="2695"/>
                </a:lnTo>
                <a:cubicBezTo>
                  <a:pt x="0" y="2899"/>
                  <a:pt x="166" y="3065"/>
                  <a:pt x="370" y="3065"/>
                </a:cubicBezTo>
                <a:lnTo>
                  <a:pt x="2697" y="3065"/>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6" name=""/>
          <p:cNvSpPr txBox="1"/>
          <p:nvPr/>
        </p:nvSpPr>
        <p:spPr>
          <a:xfrm>
            <a:off x="3359880" y="912960"/>
            <a:ext cx="779760" cy="227520"/>
          </a:xfrm>
          <a:prstGeom prst="rect">
            <a:avLst/>
          </a:prstGeom>
          <a:noFill/>
          <a:ln w="0">
            <a:noFill/>
          </a:ln>
        </p:spPr>
        <p:txBody>
          <a:bodyPr wrap="none" lIns="0" rIns="0" tIns="0" bIns="0" anchor="t">
            <a:spAutoFit/>
          </a:bodyPr>
          <a:p>
            <a:r>
              <a:rPr b="1" lang="en-US" sz="1570" strike="noStrike" u="none">
                <a:solidFill>
                  <a:srgbClr val="1f3654"/>
                </a:solidFill>
                <a:effectLst/>
                <a:uFillTx/>
                <a:latin typeface="Times New Roman"/>
              </a:rPr>
              <a:t>MACRO</a:t>
            </a:r>
            <a:endParaRPr b="1" lang="en-US" sz="1570" strike="noStrike" u="none">
              <a:solidFill>
                <a:srgbClr val="1f3654"/>
              </a:solidFill>
              <a:effectLst/>
              <a:uFillTx/>
              <a:latin typeface="Times New Roman"/>
              <a:ea typeface="Times New Roman"/>
            </a:endParaRPr>
          </a:p>
        </p:txBody>
      </p:sp>
      <p:sp>
        <p:nvSpPr>
          <p:cNvPr id="17" name=""/>
          <p:cNvSpPr txBox="1"/>
          <p:nvPr/>
        </p:nvSpPr>
        <p:spPr>
          <a:xfrm>
            <a:off x="3321720" y="1284120"/>
            <a:ext cx="846360" cy="169560"/>
          </a:xfrm>
          <a:prstGeom prst="rect">
            <a:avLst/>
          </a:prstGeom>
          <a:noFill/>
          <a:ln w="0">
            <a:noFill/>
          </a:ln>
        </p:spPr>
        <p:txBody>
          <a:bodyPr wrap="none" lIns="0" rIns="0" tIns="0" bIns="0" anchor="t">
            <a:spAutoFit/>
          </a:bodyPr>
          <a:p>
            <a:r>
              <a:rPr b="0" i="1" lang="en-US" sz="1200" strike="noStrike" u="none">
                <a:solidFill>
                  <a:srgbClr val="52667f"/>
                </a:solidFill>
                <a:effectLst/>
                <a:uFillTx/>
                <a:latin typeface="Times New Roman"/>
              </a:rPr>
              <a:t>whole answer</a:t>
            </a:r>
            <a:endParaRPr b="0" i="1" lang="en-US" sz="1200" strike="noStrike" u="none">
              <a:solidFill>
                <a:srgbClr val="52667f"/>
              </a:solidFill>
              <a:effectLst/>
              <a:uFillTx/>
              <a:latin typeface="Times New Roman"/>
              <a:ea typeface="Times New Roman"/>
            </a:endParaRPr>
          </a:p>
        </p:txBody>
      </p:sp>
      <p:sp>
        <p:nvSpPr>
          <p:cNvPr id="18" name=""/>
          <p:cNvSpPr txBox="1"/>
          <p:nvPr/>
        </p:nvSpPr>
        <p:spPr>
          <a:xfrm>
            <a:off x="3226680" y="1512360"/>
            <a:ext cx="1065240" cy="169560"/>
          </a:xfrm>
          <a:prstGeom prst="rect">
            <a:avLst/>
          </a:prstGeom>
          <a:noFill/>
          <a:ln w="0">
            <a:noFill/>
          </a:ln>
        </p:spPr>
        <p:txBody>
          <a:bodyPr wrap="none" lIns="0" rIns="0" tIns="0" bIns="0" anchor="t">
            <a:spAutoFit/>
          </a:bodyPr>
          <a:p>
            <a:r>
              <a:rPr b="0" i="1" lang="en-US" sz="1200" strike="noStrike" u="none">
                <a:solidFill>
                  <a:srgbClr val="52667f"/>
                </a:solidFill>
                <a:effectLst/>
                <a:uFillTx/>
                <a:latin typeface="Times New Roman"/>
              </a:rPr>
              <a:t>chapter functions</a:t>
            </a:r>
            <a:endParaRPr b="0" i="1" lang="en-US" sz="1200" strike="noStrike" u="none">
              <a:solidFill>
                <a:srgbClr val="52667f"/>
              </a:solidFill>
              <a:effectLst/>
              <a:uFillTx/>
              <a:latin typeface="Times New Roman"/>
              <a:ea typeface="Times New Roman"/>
            </a:endParaRPr>
          </a:p>
        </p:txBody>
      </p:sp>
      <p:sp>
        <p:nvSpPr>
          <p:cNvPr id="19" name=""/>
          <p:cNvSpPr/>
          <p:nvPr/>
        </p:nvSpPr>
        <p:spPr>
          <a:xfrm>
            <a:off x="5220360" y="727560"/>
            <a:ext cx="1941480" cy="1103400"/>
          </a:xfrm>
          <a:custGeom>
            <a:avLst/>
            <a:gdLst/>
            <a:ahLst/>
            <a:rect l="0" t="0" r="r" b="b"/>
            <a:pathLst>
              <a:path w="5393" h="3065">
                <a:moveTo>
                  <a:pt x="2697" y="3065"/>
                </a:moveTo>
                <a:lnTo>
                  <a:pt x="5023" y="3065"/>
                </a:lnTo>
                <a:cubicBezTo>
                  <a:pt x="5227" y="3065"/>
                  <a:pt x="5393" y="2899"/>
                  <a:pt x="5393" y="2695"/>
                </a:cubicBezTo>
                <a:lnTo>
                  <a:pt x="5393" y="370"/>
                </a:lnTo>
                <a:cubicBezTo>
                  <a:pt x="5393" y="166"/>
                  <a:pt x="5227" y="0"/>
                  <a:pt x="5023" y="0"/>
                </a:cubicBezTo>
                <a:lnTo>
                  <a:pt x="370" y="0"/>
                </a:lnTo>
                <a:cubicBezTo>
                  <a:pt x="166" y="0"/>
                  <a:pt x="0" y="166"/>
                  <a:pt x="0" y="370"/>
                </a:cubicBezTo>
                <a:lnTo>
                  <a:pt x="0" y="2695"/>
                </a:lnTo>
                <a:cubicBezTo>
                  <a:pt x="0" y="2899"/>
                  <a:pt x="166" y="3065"/>
                  <a:pt x="370" y="3065"/>
                </a:cubicBezTo>
                <a:lnTo>
                  <a:pt x="2697" y="3065"/>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0" name=""/>
          <p:cNvSpPr/>
          <p:nvPr/>
        </p:nvSpPr>
        <p:spPr>
          <a:xfrm>
            <a:off x="5220360" y="727560"/>
            <a:ext cx="1941480" cy="1103400"/>
          </a:xfrm>
          <a:custGeom>
            <a:avLst/>
            <a:gdLst/>
            <a:ahLst/>
            <a:rect l="0" t="0" r="r" b="b"/>
            <a:pathLst>
              <a:path w="5393" h="3065">
                <a:moveTo>
                  <a:pt x="2697" y="3065"/>
                </a:moveTo>
                <a:lnTo>
                  <a:pt x="5023" y="3065"/>
                </a:lnTo>
                <a:cubicBezTo>
                  <a:pt x="5227" y="3065"/>
                  <a:pt x="5393" y="2899"/>
                  <a:pt x="5393" y="2695"/>
                </a:cubicBezTo>
                <a:lnTo>
                  <a:pt x="5393" y="370"/>
                </a:lnTo>
                <a:cubicBezTo>
                  <a:pt x="5393" y="166"/>
                  <a:pt x="5227" y="0"/>
                  <a:pt x="5023" y="0"/>
                </a:cubicBezTo>
                <a:lnTo>
                  <a:pt x="370" y="0"/>
                </a:lnTo>
                <a:cubicBezTo>
                  <a:pt x="166" y="0"/>
                  <a:pt x="0" y="166"/>
                  <a:pt x="0" y="370"/>
                </a:cubicBezTo>
                <a:lnTo>
                  <a:pt x="0" y="2695"/>
                </a:lnTo>
                <a:cubicBezTo>
                  <a:pt x="0" y="2899"/>
                  <a:pt x="166" y="3065"/>
                  <a:pt x="370" y="3065"/>
                </a:cubicBezTo>
                <a:lnTo>
                  <a:pt x="2697" y="3065"/>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21" name=""/>
          <p:cNvSpPr txBox="1"/>
          <p:nvPr/>
        </p:nvSpPr>
        <p:spPr>
          <a:xfrm>
            <a:off x="5901120" y="912960"/>
            <a:ext cx="589320" cy="227520"/>
          </a:xfrm>
          <a:prstGeom prst="rect">
            <a:avLst/>
          </a:prstGeom>
          <a:noFill/>
          <a:ln w="0">
            <a:noFill/>
          </a:ln>
        </p:spPr>
        <p:txBody>
          <a:bodyPr wrap="none" lIns="0" rIns="0" tIns="0" bIns="0" anchor="t">
            <a:spAutoFit/>
          </a:bodyPr>
          <a:p>
            <a:r>
              <a:rPr b="1" lang="en-US" sz="1570" strike="noStrike" u="none">
                <a:solidFill>
                  <a:srgbClr val="1f3654"/>
                </a:solidFill>
                <a:effectLst/>
                <a:uFillTx/>
                <a:latin typeface="Times New Roman"/>
              </a:rPr>
              <a:t>MESO</a:t>
            </a:r>
            <a:endParaRPr b="1" lang="en-US" sz="1570" strike="noStrike" u="none">
              <a:solidFill>
                <a:srgbClr val="1f3654"/>
              </a:solidFill>
              <a:effectLst/>
              <a:uFillTx/>
              <a:latin typeface="Times New Roman"/>
              <a:ea typeface="Times New Roman"/>
            </a:endParaRPr>
          </a:p>
        </p:txBody>
      </p:sp>
      <p:sp>
        <p:nvSpPr>
          <p:cNvPr id="22" name=""/>
          <p:cNvSpPr txBox="1"/>
          <p:nvPr/>
        </p:nvSpPr>
        <p:spPr>
          <a:xfrm>
            <a:off x="5691600" y="1284120"/>
            <a:ext cx="1037520" cy="169560"/>
          </a:xfrm>
          <a:prstGeom prst="rect">
            <a:avLst/>
          </a:prstGeom>
          <a:noFill/>
          <a:ln w="0">
            <a:noFill/>
          </a:ln>
        </p:spPr>
        <p:txBody>
          <a:bodyPr wrap="none" lIns="0" rIns="0" tIns="0" bIns="0" anchor="t">
            <a:spAutoFit/>
          </a:bodyPr>
          <a:p>
            <a:r>
              <a:rPr b="0" i="1" lang="en-US" sz="1200" strike="noStrike" u="none">
                <a:solidFill>
                  <a:srgbClr val="52667f"/>
                </a:solidFill>
                <a:effectLst/>
                <a:uFillTx/>
                <a:latin typeface="Times New Roman"/>
              </a:rPr>
              <a:t>sections · objects</a:t>
            </a:r>
            <a:endParaRPr b="0" i="1" lang="en-US" sz="1200" strike="noStrike" u="none">
              <a:solidFill>
                <a:srgbClr val="52667f"/>
              </a:solidFill>
              <a:effectLst/>
              <a:uFillTx/>
              <a:latin typeface="Times New Roman"/>
              <a:ea typeface="Times New Roman"/>
            </a:endParaRPr>
          </a:p>
        </p:txBody>
      </p:sp>
      <p:sp>
        <p:nvSpPr>
          <p:cNvPr id="23" name=""/>
          <p:cNvSpPr txBox="1"/>
          <p:nvPr/>
        </p:nvSpPr>
        <p:spPr>
          <a:xfrm>
            <a:off x="5920200" y="1512360"/>
            <a:ext cx="576360" cy="169560"/>
          </a:xfrm>
          <a:prstGeom prst="rect">
            <a:avLst/>
          </a:prstGeom>
          <a:noFill/>
          <a:ln w="0">
            <a:noFill/>
          </a:ln>
        </p:spPr>
        <p:txBody>
          <a:bodyPr wrap="none" lIns="0" rIns="0" tIns="0" bIns="0" anchor="t">
            <a:spAutoFit/>
          </a:bodyPr>
          <a:p>
            <a:r>
              <a:rPr b="0" i="1" lang="en-US" sz="1200" strike="noStrike" u="none">
                <a:solidFill>
                  <a:srgbClr val="52667f"/>
                </a:solidFill>
                <a:effectLst/>
                <a:uFillTx/>
                <a:latin typeface="Times New Roman"/>
              </a:rPr>
              <a:t>hand-offs</a:t>
            </a:r>
            <a:endParaRPr b="0" i="1" lang="en-US" sz="1200" strike="noStrike" u="none">
              <a:solidFill>
                <a:srgbClr val="52667f"/>
              </a:solidFill>
              <a:effectLst/>
              <a:uFillTx/>
              <a:latin typeface="Times New Roman"/>
              <a:ea typeface="Times New Roman"/>
            </a:endParaRPr>
          </a:p>
        </p:txBody>
      </p:sp>
      <p:sp>
        <p:nvSpPr>
          <p:cNvPr id="24" name=""/>
          <p:cNvSpPr/>
          <p:nvPr/>
        </p:nvSpPr>
        <p:spPr>
          <a:xfrm>
            <a:off x="7675560" y="727560"/>
            <a:ext cx="1941840" cy="1103400"/>
          </a:xfrm>
          <a:custGeom>
            <a:avLst/>
            <a:gdLst/>
            <a:ahLst/>
            <a:rect l="0" t="0" r="r" b="b"/>
            <a:pathLst>
              <a:path w="5394" h="3065">
                <a:moveTo>
                  <a:pt x="2697" y="3065"/>
                </a:moveTo>
                <a:lnTo>
                  <a:pt x="5024" y="3065"/>
                </a:lnTo>
                <a:cubicBezTo>
                  <a:pt x="5228" y="3065"/>
                  <a:pt x="5394" y="2899"/>
                  <a:pt x="5394" y="2695"/>
                </a:cubicBezTo>
                <a:lnTo>
                  <a:pt x="5394" y="370"/>
                </a:lnTo>
                <a:cubicBezTo>
                  <a:pt x="5394" y="166"/>
                  <a:pt x="5228" y="0"/>
                  <a:pt x="5024" y="0"/>
                </a:cubicBezTo>
                <a:lnTo>
                  <a:pt x="370" y="0"/>
                </a:lnTo>
                <a:cubicBezTo>
                  <a:pt x="166" y="0"/>
                  <a:pt x="0" y="166"/>
                  <a:pt x="0" y="370"/>
                </a:cubicBezTo>
                <a:lnTo>
                  <a:pt x="0" y="2695"/>
                </a:lnTo>
                <a:cubicBezTo>
                  <a:pt x="0" y="2899"/>
                  <a:pt x="166" y="3065"/>
                  <a:pt x="370" y="3065"/>
                </a:cubicBezTo>
                <a:lnTo>
                  <a:pt x="2697" y="3065"/>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5" name=""/>
          <p:cNvSpPr/>
          <p:nvPr/>
        </p:nvSpPr>
        <p:spPr>
          <a:xfrm>
            <a:off x="7675560" y="727560"/>
            <a:ext cx="1941840" cy="1103400"/>
          </a:xfrm>
          <a:custGeom>
            <a:avLst/>
            <a:gdLst/>
            <a:ahLst/>
            <a:rect l="0" t="0" r="r" b="b"/>
            <a:pathLst>
              <a:path w="5394" h="3065">
                <a:moveTo>
                  <a:pt x="2697" y="3065"/>
                </a:moveTo>
                <a:lnTo>
                  <a:pt x="5024" y="3065"/>
                </a:lnTo>
                <a:cubicBezTo>
                  <a:pt x="5228" y="3065"/>
                  <a:pt x="5394" y="2899"/>
                  <a:pt x="5394" y="2695"/>
                </a:cubicBezTo>
                <a:lnTo>
                  <a:pt x="5394" y="370"/>
                </a:lnTo>
                <a:cubicBezTo>
                  <a:pt x="5394" y="166"/>
                  <a:pt x="5228" y="0"/>
                  <a:pt x="5024" y="0"/>
                </a:cubicBezTo>
                <a:lnTo>
                  <a:pt x="370" y="0"/>
                </a:lnTo>
                <a:cubicBezTo>
                  <a:pt x="166" y="0"/>
                  <a:pt x="0" y="166"/>
                  <a:pt x="0" y="370"/>
                </a:cubicBezTo>
                <a:lnTo>
                  <a:pt x="0" y="2695"/>
                </a:lnTo>
                <a:cubicBezTo>
                  <a:pt x="0" y="2899"/>
                  <a:pt x="166" y="3065"/>
                  <a:pt x="370" y="3065"/>
                </a:cubicBezTo>
                <a:lnTo>
                  <a:pt x="2697" y="3065"/>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26" name=""/>
          <p:cNvSpPr txBox="1"/>
          <p:nvPr/>
        </p:nvSpPr>
        <p:spPr>
          <a:xfrm>
            <a:off x="8299080" y="912960"/>
            <a:ext cx="713160" cy="227520"/>
          </a:xfrm>
          <a:prstGeom prst="rect">
            <a:avLst/>
          </a:prstGeom>
          <a:noFill/>
          <a:ln w="0">
            <a:noFill/>
          </a:ln>
        </p:spPr>
        <p:txBody>
          <a:bodyPr wrap="none" lIns="0" rIns="0" tIns="0" bIns="0" anchor="t">
            <a:spAutoFit/>
          </a:bodyPr>
          <a:p>
            <a:r>
              <a:rPr b="1" lang="en-US" sz="1570" strike="noStrike" u="none">
                <a:solidFill>
                  <a:srgbClr val="1f3654"/>
                </a:solidFill>
                <a:effectLst/>
                <a:uFillTx/>
                <a:latin typeface="Times New Roman"/>
              </a:rPr>
              <a:t>MICRO</a:t>
            </a:r>
            <a:endParaRPr b="1" lang="en-US" sz="1570" strike="noStrike" u="none">
              <a:solidFill>
                <a:srgbClr val="1f3654"/>
              </a:solidFill>
              <a:effectLst/>
              <a:uFillTx/>
              <a:latin typeface="Times New Roman"/>
              <a:ea typeface="Times New Roman"/>
            </a:endParaRPr>
          </a:p>
        </p:txBody>
      </p:sp>
      <p:sp>
        <p:nvSpPr>
          <p:cNvPr id="27" name=""/>
          <p:cNvSpPr txBox="1"/>
          <p:nvPr/>
        </p:nvSpPr>
        <p:spPr>
          <a:xfrm>
            <a:off x="8175240" y="1284120"/>
            <a:ext cx="979560" cy="169560"/>
          </a:xfrm>
          <a:prstGeom prst="rect">
            <a:avLst/>
          </a:prstGeom>
          <a:noFill/>
          <a:ln w="0">
            <a:noFill/>
          </a:ln>
        </p:spPr>
        <p:txBody>
          <a:bodyPr wrap="none" lIns="0" rIns="0" tIns="0" bIns="0" anchor="t">
            <a:spAutoFit/>
          </a:bodyPr>
          <a:p>
            <a:r>
              <a:rPr b="0" i="1" lang="en-US" sz="1200" strike="noStrike" u="none">
                <a:solidFill>
                  <a:srgbClr val="52667f"/>
                </a:solidFill>
                <a:effectLst/>
                <a:uFillTx/>
                <a:latin typeface="Times New Roman"/>
              </a:rPr>
              <a:t>language · units</a:t>
            </a:r>
            <a:endParaRPr b="0" i="1" lang="en-US" sz="1200" strike="noStrike" u="none">
              <a:solidFill>
                <a:srgbClr val="52667f"/>
              </a:solidFill>
              <a:effectLst/>
              <a:uFillTx/>
              <a:latin typeface="Times New Roman"/>
              <a:ea typeface="Times New Roman"/>
            </a:endParaRPr>
          </a:p>
        </p:txBody>
      </p:sp>
      <p:sp>
        <p:nvSpPr>
          <p:cNvPr id="28" name=""/>
          <p:cNvSpPr txBox="1"/>
          <p:nvPr/>
        </p:nvSpPr>
        <p:spPr>
          <a:xfrm>
            <a:off x="8394120" y="1512360"/>
            <a:ext cx="542520" cy="169560"/>
          </a:xfrm>
          <a:prstGeom prst="rect">
            <a:avLst/>
          </a:prstGeom>
          <a:noFill/>
          <a:ln w="0">
            <a:noFill/>
          </a:ln>
        </p:spPr>
        <p:txBody>
          <a:bodyPr wrap="none" lIns="0" rIns="0" tIns="0" bIns="0" anchor="t">
            <a:spAutoFit/>
          </a:bodyPr>
          <a:p>
            <a:r>
              <a:rPr b="0" i="1" lang="en-US" sz="1200" strike="noStrike" u="none">
                <a:solidFill>
                  <a:srgbClr val="52667f"/>
                </a:solidFill>
                <a:effectLst/>
                <a:uFillTx/>
                <a:latin typeface="Times New Roman"/>
              </a:rPr>
              <a:t>certainty</a:t>
            </a:r>
            <a:endParaRPr b="0" i="1" lang="en-US" sz="1200" strike="noStrike" u="none">
              <a:solidFill>
                <a:srgbClr val="52667f"/>
              </a:solidFill>
              <a:effectLst/>
              <a:uFillTx/>
              <a:latin typeface="Times New Roman"/>
              <a:ea typeface="Times New Roman"/>
            </a:endParaRPr>
          </a:p>
        </p:txBody>
      </p:sp>
      <p:sp>
        <p:nvSpPr>
          <p:cNvPr id="29" name=""/>
          <p:cNvSpPr/>
          <p:nvPr/>
        </p:nvSpPr>
        <p:spPr>
          <a:xfrm>
            <a:off x="10131120" y="727560"/>
            <a:ext cx="1941840" cy="1103400"/>
          </a:xfrm>
          <a:custGeom>
            <a:avLst/>
            <a:gdLst/>
            <a:ahLst/>
            <a:rect l="0" t="0" r="r" b="b"/>
            <a:pathLst>
              <a:path w="5394" h="3065">
                <a:moveTo>
                  <a:pt x="2697" y="3065"/>
                </a:moveTo>
                <a:lnTo>
                  <a:pt x="5024" y="3065"/>
                </a:lnTo>
                <a:cubicBezTo>
                  <a:pt x="5228" y="3065"/>
                  <a:pt x="5394" y="2899"/>
                  <a:pt x="5394" y="2695"/>
                </a:cubicBezTo>
                <a:lnTo>
                  <a:pt x="5394" y="370"/>
                </a:lnTo>
                <a:cubicBezTo>
                  <a:pt x="5394" y="166"/>
                  <a:pt x="5228" y="0"/>
                  <a:pt x="5024" y="0"/>
                </a:cubicBezTo>
                <a:lnTo>
                  <a:pt x="371" y="0"/>
                </a:lnTo>
                <a:cubicBezTo>
                  <a:pt x="166" y="0"/>
                  <a:pt x="0" y="166"/>
                  <a:pt x="0" y="370"/>
                </a:cubicBezTo>
                <a:lnTo>
                  <a:pt x="0" y="2695"/>
                </a:lnTo>
                <a:cubicBezTo>
                  <a:pt x="0" y="2899"/>
                  <a:pt x="166" y="3065"/>
                  <a:pt x="371" y="3065"/>
                </a:cubicBezTo>
                <a:lnTo>
                  <a:pt x="2697" y="3065"/>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30" name=""/>
          <p:cNvSpPr/>
          <p:nvPr/>
        </p:nvSpPr>
        <p:spPr>
          <a:xfrm>
            <a:off x="10131120" y="727560"/>
            <a:ext cx="1941840" cy="1103400"/>
          </a:xfrm>
          <a:custGeom>
            <a:avLst/>
            <a:gdLst/>
            <a:ahLst/>
            <a:rect l="0" t="0" r="r" b="b"/>
            <a:pathLst>
              <a:path w="5394" h="3065">
                <a:moveTo>
                  <a:pt x="2697" y="3065"/>
                </a:moveTo>
                <a:lnTo>
                  <a:pt x="5024" y="3065"/>
                </a:lnTo>
                <a:cubicBezTo>
                  <a:pt x="5228" y="3065"/>
                  <a:pt x="5394" y="2899"/>
                  <a:pt x="5394" y="2695"/>
                </a:cubicBezTo>
                <a:lnTo>
                  <a:pt x="5394" y="370"/>
                </a:lnTo>
                <a:cubicBezTo>
                  <a:pt x="5394" y="166"/>
                  <a:pt x="5228" y="0"/>
                  <a:pt x="5024" y="0"/>
                </a:cubicBezTo>
                <a:lnTo>
                  <a:pt x="371" y="0"/>
                </a:lnTo>
                <a:cubicBezTo>
                  <a:pt x="166" y="0"/>
                  <a:pt x="0" y="166"/>
                  <a:pt x="0" y="370"/>
                </a:cubicBezTo>
                <a:lnTo>
                  <a:pt x="0" y="2695"/>
                </a:lnTo>
                <a:cubicBezTo>
                  <a:pt x="0" y="2899"/>
                  <a:pt x="166" y="3065"/>
                  <a:pt x="371" y="3065"/>
                </a:cubicBezTo>
                <a:lnTo>
                  <a:pt x="2697" y="3065"/>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31" name=""/>
          <p:cNvSpPr txBox="1"/>
          <p:nvPr/>
        </p:nvSpPr>
        <p:spPr>
          <a:xfrm>
            <a:off x="10621440" y="912960"/>
            <a:ext cx="989280" cy="227520"/>
          </a:xfrm>
          <a:prstGeom prst="rect">
            <a:avLst/>
          </a:prstGeom>
          <a:noFill/>
          <a:ln w="0">
            <a:noFill/>
          </a:ln>
        </p:spPr>
        <p:txBody>
          <a:bodyPr wrap="none" lIns="0" rIns="0" tIns="0" bIns="0" anchor="t">
            <a:spAutoFit/>
          </a:bodyPr>
          <a:p>
            <a:r>
              <a:rPr b="1" lang="en-US" sz="1570" strike="noStrike" u="none">
                <a:solidFill>
                  <a:srgbClr val="1f3654"/>
                </a:solidFill>
                <a:effectLst/>
                <a:uFillTx/>
                <a:latin typeface="Times New Roman"/>
              </a:rPr>
              <a:t>PACKAGE</a:t>
            </a:r>
            <a:endParaRPr b="1" lang="en-US" sz="1570" strike="noStrike" u="none">
              <a:solidFill>
                <a:srgbClr val="1f3654"/>
              </a:solidFill>
              <a:effectLst/>
              <a:uFillTx/>
              <a:latin typeface="Times New Roman"/>
              <a:ea typeface="Times New Roman"/>
            </a:endParaRPr>
          </a:p>
        </p:txBody>
      </p:sp>
      <p:sp>
        <p:nvSpPr>
          <p:cNvPr id="32" name=""/>
          <p:cNvSpPr txBox="1"/>
          <p:nvPr/>
        </p:nvSpPr>
        <p:spPr>
          <a:xfrm>
            <a:off x="10735560" y="1284120"/>
            <a:ext cx="783720" cy="169560"/>
          </a:xfrm>
          <a:prstGeom prst="rect">
            <a:avLst/>
          </a:prstGeom>
          <a:noFill/>
          <a:ln w="0">
            <a:noFill/>
          </a:ln>
        </p:spPr>
        <p:txBody>
          <a:bodyPr wrap="none" lIns="0" rIns="0" tIns="0" bIns="0" anchor="t">
            <a:spAutoFit/>
          </a:bodyPr>
          <a:p>
            <a:r>
              <a:rPr b="0" i="1" lang="en-US" sz="1200" strike="noStrike" u="none">
                <a:solidFill>
                  <a:srgbClr val="52667f"/>
                </a:solidFill>
                <a:effectLst/>
                <a:uFillTx/>
                <a:latin typeface="Times New Roman"/>
              </a:rPr>
              <a:t>styles · fields</a:t>
            </a:r>
            <a:endParaRPr b="0" i="1" lang="en-US" sz="1200" strike="noStrike" u="none">
              <a:solidFill>
                <a:srgbClr val="52667f"/>
              </a:solidFill>
              <a:effectLst/>
              <a:uFillTx/>
              <a:latin typeface="Times New Roman"/>
              <a:ea typeface="Times New Roman"/>
            </a:endParaRPr>
          </a:p>
        </p:txBody>
      </p:sp>
      <p:sp>
        <p:nvSpPr>
          <p:cNvPr id="33" name=""/>
          <p:cNvSpPr txBox="1"/>
          <p:nvPr/>
        </p:nvSpPr>
        <p:spPr>
          <a:xfrm>
            <a:off x="10630800" y="1512360"/>
            <a:ext cx="970200" cy="169560"/>
          </a:xfrm>
          <a:prstGeom prst="rect">
            <a:avLst/>
          </a:prstGeom>
          <a:noFill/>
          <a:ln w="0">
            <a:noFill/>
          </a:ln>
        </p:spPr>
        <p:txBody>
          <a:bodyPr wrap="none" lIns="0" rIns="0" tIns="0" bIns="0" anchor="t">
            <a:spAutoFit/>
          </a:bodyPr>
          <a:p>
            <a:r>
              <a:rPr b="0" i="1" lang="en-US" sz="1200" strike="noStrike" u="none">
                <a:solidFill>
                  <a:srgbClr val="52667f"/>
                </a:solidFill>
                <a:effectLst/>
                <a:uFillTx/>
                <a:latin typeface="Times New Roman"/>
              </a:rPr>
              <a:t>metadata · links</a:t>
            </a:r>
            <a:endParaRPr b="0" i="1" lang="en-US" sz="1200" strike="noStrike" u="none">
              <a:solidFill>
                <a:srgbClr val="52667f"/>
              </a:solidFill>
              <a:effectLst/>
              <a:uFillTx/>
              <a:latin typeface="Times New Roman"/>
              <a:ea typeface="Times New Roman"/>
            </a:endParaRPr>
          </a:p>
        </p:txBody>
      </p:sp>
      <p:sp>
        <p:nvSpPr>
          <p:cNvPr id="34" name=""/>
          <p:cNvSpPr/>
          <p:nvPr/>
        </p:nvSpPr>
        <p:spPr>
          <a:xfrm>
            <a:off x="2269800" y="1279440"/>
            <a:ext cx="380880" cy="0"/>
          </a:xfrm>
          <a:prstGeom prst="line">
            <a:avLst/>
          </a:prstGeom>
          <a:ln w="28440">
            <a:solidFill>
              <a:srgbClr val="284d7a"/>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35" name=""/>
          <p:cNvSpPr/>
          <p:nvPr/>
        </p:nvSpPr>
        <p:spPr>
          <a:xfrm>
            <a:off x="2393640" y="1136520"/>
            <a:ext cx="285480" cy="285480"/>
          </a:xfrm>
          <a:custGeom>
            <a:avLst/>
            <a:gdLst/>
            <a:ahLst/>
            <a:rect l="0" t="0" r="r" b="b"/>
            <a:pathLst>
              <a:path w="793" h="793">
                <a:moveTo>
                  <a:pt x="0" y="0"/>
                </a:moveTo>
                <a:lnTo>
                  <a:pt x="793" y="397"/>
                </a:lnTo>
                <a:lnTo>
                  <a:pt x="0" y="793"/>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6" name=""/>
          <p:cNvSpPr/>
          <p:nvPr/>
        </p:nvSpPr>
        <p:spPr>
          <a:xfrm>
            <a:off x="4725720" y="1279440"/>
            <a:ext cx="380520" cy="0"/>
          </a:xfrm>
          <a:prstGeom prst="line">
            <a:avLst/>
          </a:prstGeom>
          <a:ln w="28440">
            <a:solidFill>
              <a:srgbClr val="284d7a"/>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37" name=""/>
          <p:cNvSpPr/>
          <p:nvPr/>
        </p:nvSpPr>
        <p:spPr>
          <a:xfrm>
            <a:off x="4849200" y="1136520"/>
            <a:ext cx="285480" cy="285480"/>
          </a:xfrm>
          <a:custGeom>
            <a:avLst/>
            <a:gdLst/>
            <a:ahLst/>
            <a:rect l="0" t="0" r="r" b="b"/>
            <a:pathLst>
              <a:path w="793" h="793">
                <a:moveTo>
                  <a:pt x="0" y="0"/>
                </a:moveTo>
                <a:lnTo>
                  <a:pt x="793" y="397"/>
                </a:lnTo>
                <a:lnTo>
                  <a:pt x="0" y="793"/>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8" name=""/>
          <p:cNvSpPr/>
          <p:nvPr/>
        </p:nvSpPr>
        <p:spPr>
          <a:xfrm>
            <a:off x="4849200" y="1136520"/>
            <a:ext cx="285480" cy="285480"/>
          </a:xfrm>
          <a:custGeom>
            <a:avLst/>
            <a:gdLst/>
            <a:ahLst/>
            <a:rect l="0" t="0" r="r" b="b"/>
            <a:pathLst>
              <a:path w="793" h="793">
                <a:moveTo>
                  <a:pt x="0" y="0"/>
                </a:moveTo>
                <a:lnTo>
                  <a:pt x="793" y="397"/>
                </a:lnTo>
                <a:lnTo>
                  <a:pt x="0" y="793"/>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9" name=""/>
          <p:cNvSpPr/>
          <p:nvPr/>
        </p:nvSpPr>
        <p:spPr>
          <a:xfrm>
            <a:off x="7180920" y="1279440"/>
            <a:ext cx="380520" cy="0"/>
          </a:xfrm>
          <a:prstGeom prst="line">
            <a:avLst/>
          </a:prstGeom>
          <a:ln w="28440">
            <a:solidFill>
              <a:srgbClr val="284d7a"/>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40" name=""/>
          <p:cNvSpPr/>
          <p:nvPr/>
        </p:nvSpPr>
        <p:spPr>
          <a:xfrm>
            <a:off x="7304400" y="1136520"/>
            <a:ext cx="285480" cy="285480"/>
          </a:xfrm>
          <a:custGeom>
            <a:avLst/>
            <a:gdLst/>
            <a:ahLst/>
            <a:rect l="0" t="0" r="r" b="b"/>
            <a:pathLst>
              <a:path w="793" h="793">
                <a:moveTo>
                  <a:pt x="0" y="0"/>
                </a:moveTo>
                <a:lnTo>
                  <a:pt x="793" y="397"/>
                </a:lnTo>
                <a:lnTo>
                  <a:pt x="0" y="793"/>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1" name=""/>
          <p:cNvSpPr/>
          <p:nvPr/>
        </p:nvSpPr>
        <p:spPr>
          <a:xfrm>
            <a:off x="7304400" y="1136520"/>
            <a:ext cx="285480" cy="285480"/>
          </a:xfrm>
          <a:custGeom>
            <a:avLst/>
            <a:gdLst/>
            <a:ahLst/>
            <a:rect l="0" t="0" r="r" b="b"/>
            <a:pathLst>
              <a:path w="793" h="793">
                <a:moveTo>
                  <a:pt x="0" y="0"/>
                </a:moveTo>
                <a:lnTo>
                  <a:pt x="793" y="397"/>
                </a:lnTo>
                <a:lnTo>
                  <a:pt x="0" y="793"/>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2" name=""/>
          <p:cNvSpPr/>
          <p:nvPr/>
        </p:nvSpPr>
        <p:spPr>
          <a:xfrm>
            <a:off x="7304400" y="1136520"/>
            <a:ext cx="285480" cy="285480"/>
          </a:xfrm>
          <a:custGeom>
            <a:avLst/>
            <a:gdLst/>
            <a:ahLst/>
            <a:rect l="0" t="0" r="r" b="b"/>
            <a:pathLst>
              <a:path w="793" h="793">
                <a:moveTo>
                  <a:pt x="0" y="0"/>
                </a:moveTo>
                <a:lnTo>
                  <a:pt x="793" y="397"/>
                </a:lnTo>
                <a:lnTo>
                  <a:pt x="0" y="793"/>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3" name=""/>
          <p:cNvSpPr/>
          <p:nvPr/>
        </p:nvSpPr>
        <p:spPr>
          <a:xfrm>
            <a:off x="9636480" y="1279440"/>
            <a:ext cx="380520" cy="0"/>
          </a:xfrm>
          <a:prstGeom prst="line">
            <a:avLst/>
          </a:prstGeom>
          <a:ln w="28440">
            <a:solidFill>
              <a:srgbClr val="284d7a"/>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44" name=""/>
          <p:cNvSpPr/>
          <p:nvPr/>
        </p:nvSpPr>
        <p:spPr>
          <a:xfrm>
            <a:off x="9759960" y="1136520"/>
            <a:ext cx="285480" cy="285480"/>
          </a:xfrm>
          <a:custGeom>
            <a:avLst/>
            <a:gdLst/>
            <a:ahLst/>
            <a:rect l="0" t="0" r="r" b="b"/>
            <a:pathLst>
              <a:path w="793" h="793">
                <a:moveTo>
                  <a:pt x="0" y="0"/>
                </a:moveTo>
                <a:lnTo>
                  <a:pt x="793" y="397"/>
                </a:lnTo>
                <a:lnTo>
                  <a:pt x="0" y="793"/>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5" name=""/>
          <p:cNvSpPr/>
          <p:nvPr/>
        </p:nvSpPr>
        <p:spPr>
          <a:xfrm>
            <a:off x="9759960" y="1136520"/>
            <a:ext cx="285480" cy="285480"/>
          </a:xfrm>
          <a:custGeom>
            <a:avLst/>
            <a:gdLst/>
            <a:ahLst/>
            <a:rect l="0" t="0" r="r" b="b"/>
            <a:pathLst>
              <a:path w="793" h="793">
                <a:moveTo>
                  <a:pt x="0" y="0"/>
                </a:moveTo>
                <a:lnTo>
                  <a:pt x="793" y="397"/>
                </a:lnTo>
                <a:lnTo>
                  <a:pt x="0" y="793"/>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6" name=""/>
          <p:cNvSpPr/>
          <p:nvPr/>
        </p:nvSpPr>
        <p:spPr>
          <a:xfrm>
            <a:off x="9759960" y="1136520"/>
            <a:ext cx="285480" cy="285480"/>
          </a:xfrm>
          <a:custGeom>
            <a:avLst/>
            <a:gdLst/>
            <a:ahLst/>
            <a:rect l="0" t="0" r="r" b="b"/>
            <a:pathLst>
              <a:path w="793" h="793">
                <a:moveTo>
                  <a:pt x="0" y="0"/>
                </a:moveTo>
                <a:lnTo>
                  <a:pt x="793" y="397"/>
                </a:lnTo>
                <a:lnTo>
                  <a:pt x="0" y="793"/>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7" name=""/>
          <p:cNvSpPr/>
          <p:nvPr/>
        </p:nvSpPr>
        <p:spPr>
          <a:xfrm>
            <a:off x="9759960" y="1136520"/>
            <a:ext cx="285480" cy="285480"/>
          </a:xfrm>
          <a:custGeom>
            <a:avLst/>
            <a:gdLst/>
            <a:ahLst/>
            <a:rect l="0" t="0" r="r" b="b"/>
            <a:pathLst>
              <a:path w="793" h="793">
                <a:moveTo>
                  <a:pt x="0" y="0"/>
                </a:moveTo>
                <a:lnTo>
                  <a:pt x="793" y="397"/>
                </a:lnTo>
                <a:lnTo>
                  <a:pt x="0" y="793"/>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8" name=""/>
          <p:cNvSpPr/>
          <p:nvPr/>
        </p:nvSpPr>
        <p:spPr>
          <a:xfrm>
            <a:off x="11102040" y="1850040"/>
            <a:ext cx="0" cy="532440"/>
          </a:xfrm>
          <a:prstGeom prst="line">
            <a:avLst/>
          </a:prstGeom>
          <a:ln w="28440">
            <a:solidFill>
              <a:srgbClr val="284d7a"/>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49" name=""/>
          <p:cNvSpPr/>
          <p:nvPr/>
        </p:nvSpPr>
        <p:spPr>
          <a:xfrm>
            <a:off x="10959480" y="2125800"/>
            <a:ext cx="285480" cy="285480"/>
          </a:xfrm>
          <a:custGeom>
            <a:avLst/>
            <a:gdLst/>
            <a:ahLst/>
            <a:rect l="0" t="0" r="r" b="b"/>
            <a:pathLst>
              <a:path w="793" h="793">
                <a:moveTo>
                  <a:pt x="793" y="0"/>
                </a:moveTo>
                <a:lnTo>
                  <a:pt x="396" y="793"/>
                </a:lnTo>
                <a:lnTo>
                  <a:pt x="0" y="0"/>
                </a:lnTo>
                <a:lnTo>
                  <a:pt x="793"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0" name=""/>
          <p:cNvSpPr/>
          <p:nvPr/>
        </p:nvSpPr>
        <p:spPr>
          <a:xfrm>
            <a:off x="10959480" y="2125800"/>
            <a:ext cx="285480" cy="285480"/>
          </a:xfrm>
          <a:custGeom>
            <a:avLst/>
            <a:gdLst/>
            <a:ahLst/>
            <a:rect l="0" t="0" r="r" b="b"/>
            <a:pathLst>
              <a:path w="793" h="793">
                <a:moveTo>
                  <a:pt x="793" y="0"/>
                </a:moveTo>
                <a:lnTo>
                  <a:pt x="396" y="793"/>
                </a:lnTo>
                <a:lnTo>
                  <a:pt x="0" y="0"/>
                </a:lnTo>
                <a:lnTo>
                  <a:pt x="793"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1" name=""/>
          <p:cNvSpPr/>
          <p:nvPr/>
        </p:nvSpPr>
        <p:spPr>
          <a:xfrm>
            <a:off x="10959480" y="2125800"/>
            <a:ext cx="285480" cy="285480"/>
          </a:xfrm>
          <a:custGeom>
            <a:avLst/>
            <a:gdLst/>
            <a:ahLst/>
            <a:rect l="0" t="0" r="r" b="b"/>
            <a:pathLst>
              <a:path w="793" h="793">
                <a:moveTo>
                  <a:pt x="793" y="0"/>
                </a:moveTo>
                <a:lnTo>
                  <a:pt x="396" y="793"/>
                </a:lnTo>
                <a:lnTo>
                  <a:pt x="0" y="0"/>
                </a:lnTo>
                <a:lnTo>
                  <a:pt x="793"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2" name=""/>
          <p:cNvSpPr/>
          <p:nvPr/>
        </p:nvSpPr>
        <p:spPr>
          <a:xfrm>
            <a:off x="10959480" y="2125800"/>
            <a:ext cx="285480" cy="285480"/>
          </a:xfrm>
          <a:custGeom>
            <a:avLst/>
            <a:gdLst/>
            <a:ahLst/>
            <a:rect l="0" t="0" r="r" b="b"/>
            <a:pathLst>
              <a:path w="793" h="793">
                <a:moveTo>
                  <a:pt x="793" y="0"/>
                </a:moveTo>
                <a:lnTo>
                  <a:pt x="396" y="793"/>
                </a:lnTo>
                <a:lnTo>
                  <a:pt x="0" y="0"/>
                </a:lnTo>
                <a:lnTo>
                  <a:pt x="793"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3" name=""/>
          <p:cNvSpPr/>
          <p:nvPr/>
        </p:nvSpPr>
        <p:spPr>
          <a:xfrm>
            <a:off x="10959480" y="2125800"/>
            <a:ext cx="285480" cy="285480"/>
          </a:xfrm>
          <a:custGeom>
            <a:avLst/>
            <a:gdLst/>
            <a:ahLst/>
            <a:rect l="0" t="0" r="r" b="b"/>
            <a:pathLst>
              <a:path w="793" h="793">
                <a:moveTo>
                  <a:pt x="793" y="0"/>
                </a:moveTo>
                <a:lnTo>
                  <a:pt x="396" y="793"/>
                </a:lnTo>
                <a:lnTo>
                  <a:pt x="0" y="0"/>
                </a:lnTo>
                <a:lnTo>
                  <a:pt x="793"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4" name=""/>
          <p:cNvSpPr/>
          <p:nvPr/>
        </p:nvSpPr>
        <p:spPr>
          <a:xfrm>
            <a:off x="9522000" y="2477880"/>
            <a:ext cx="2550960" cy="1102680"/>
          </a:xfrm>
          <a:custGeom>
            <a:avLst/>
            <a:gdLst/>
            <a:ahLst/>
            <a:rect l="0" t="0" r="r" b="b"/>
            <a:pathLst>
              <a:path w="7086" h="3063">
                <a:moveTo>
                  <a:pt x="3543" y="3063"/>
                </a:moveTo>
                <a:lnTo>
                  <a:pt x="6716" y="3063"/>
                </a:lnTo>
                <a:cubicBezTo>
                  <a:pt x="6920" y="3063"/>
                  <a:pt x="7086" y="2898"/>
                  <a:pt x="7086" y="2694"/>
                </a:cubicBezTo>
                <a:lnTo>
                  <a:pt x="7086" y="370"/>
                </a:lnTo>
                <a:cubicBezTo>
                  <a:pt x="7086" y="165"/>
                  <a:pt x="6920" y="0"/>
                  <a:pt x="6716" y="0"/>
                </a:cubicBezTo>
                <a:lnTo>
                  <a:pt x="370" y="0"/>
                </a:lnTo>
                <a:cubicBezTo>
                  <a:pt x="166" y="0"/>
                  <a:pt x="0" y="165"/>
                  <a:pt x="0" y="370"/>
                </a:cubicBezTo>
                <a:lnTo>
                  <a:pt x="0" y="2694"/>
                </a:lnTo>
                <a:cubicBezTo>
                  <a:pt x="0" y="2898"/>
                  <a:pt x="166" y="3063"/>
                  <a:pt x="370" y="3063"/>
                </a:cubicBezTo>
                <a:lnTo>
                  <a:pt x="3543" y="3063"/>
                </a:lnTo>
                <a:close/>
              </a:path>
            </a:pathLst>
          </a:custGeom>
          <a:solidFill>
            <a:srgbClr val="edf2f8"/>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55" name=""/>
          <p:cNvSpPr/>
          <p:nvPr/>
        </p:nvSpPr>
        <p:spPr>
          <a:xfrm>
            <a:off x="9522000" y="2477880"/>
            <a:ext cx="2550960" cy="1102680"/>
          </a:xfrm>
          <a:custGeom>
            <a:avLst/>
            <a:gdLst/>
            <a:ahLst/>
            <a:rect l="0" t="0" r="r" b="b"/>
            <a:pathLst>
              <a:path w="7086" h="3063">
                <a:moveTo>
                  <a:pt x="3543" y="3063"/>
                </a:moveTo>
                <a:lnTo>
                  <a:pt x="6716" y="3063"/>
                </a:lnTo>
                <a:cubicBezTo>
                  <a:pt x="6920" y="3063"/>
                  <a:pt x="7086" y="2898"/>
                  <a:pt x="7086" y="2694"/>
                </a:cubicBezTo>
                <a:lnTo>
                  <a:pt x="7086" y="370"/>
                </a:lnTo>
                <a:cubicBezTo>
                  <a:pt x="7086" y="165"/>
                  <a:pt x="6920" y="0"/>
                  <a:pt x="6716" y="0"/>
                </a:cubicBezTo>
                <a:lnTo>
                  <a:pt x="370" y="0"/>
                </a:lnTo>
                <a:cubicBezTo>
                  <a:pt x="166" y="0"/>
                  <a:pt x="0" y="165"/>
                  <a:pt x="0" y="370"/>
                </a:cubicBezTo>
                <a:lnTo>
                  <a:pt x="0" y="2694"/>
                </a:lnTo>
                <a:cubicBezTo>
                  <a:pt x="0" y="2898"/>
                  <a:pt x="166" y="3063"/>
                  <a:pt x="370" y="3063"/>
                </a:cubicBezTo>
                <a:lnTo>
                  <a:pt x="3543" y="3063"/>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56" name=""/>
          <p:cNvSpPr txBox="1"/>
          <p:nvPr/>
        </p:nvSpPr>
        <p:spPr>
          <a:xfrm>
            <a:off x="10078920" y="2673000"/>
            <a:ext cx="1456200" cy="237240"/>
          </a:xfrm>
          <a:prstGeom prst="rect">
            <a:avLst/>
          </a:prstGeom>
          <a:noFill/>
          <a:ln w="0">
            <a:noFill/>
          </a:ln>
        </p:spPr>
        <p:txBody>
          <a:bodyPr wrap="none" lIns="0" rIns="0" tIns="0" bIns="0" anchor="t">
            <a:spAutoFit/>
          </a:bodyPr>
          <a:p>
            <a:r>
              <a:rPr b="1" lang="en-US" sz="1650" strike="noStrike" u="none">
                <a:solidFill>
                  <a:srgbClr val="1f3654"/>
                </a:solidFill>
                <a:effectLst/>
                <a:uFillTx/>
                <a:latin typeface="Times New Roman"/>
              </a:rPr>
              <a:t>WORD PROOF</a:t>
            </a:r>
            <a:endParaRPr b="1" lang="en-US" sz="1650" strike="noStrike" u="none">
              <a:solidFill>
                <a:srgbClr val="1f3654"/>
              </a:solidFill>
              <a:effectLst/>
              <a:uFillTx/>
              <a:latin typeface="Times New Roman"/>
              <a:ea typeface="Times New Roman"/>
            </a:endParaRPr>
          </a:p>
        </p:txBody>
      </p:sp>
      <p:sp>
        <p:nvSpPr>
          <p:cNvPr id="57" name=""/>
          <p:cNvSpPr txBox="1"/>
          <p:nvPr/>
        </p:nvSpPr>
        <p:spPr>
          <a:xfrm>
            <a:off x="10250280" y="3043800"/>
            <a:ext cx="1135440" cy="169560"/>
          </a:xfrm>
          <a:prstGeom prst="rect">
            <a:avLst/>
          </a:prstGeom>
          <a:noFill/>
          <a:ln w="0">
            <a:noFill/>
          </a:ln>
        </p:spPr>
        <p:txBody>
          <a:bodyPr wrap="none" lIns="0" rIns="0" tIns="0" bIns="0" anchor="t">
            <a:spAutoFit/>
          </a:bodyPr>
          <a:p>
            <a:r>
              <a:rPr b="0" i="1" lang="en-US" sz="1200" strike="noStrike" u="none">
                <a:solidFill>
                  <a:srgbClr val="52667f"/>
                </a:solidFill>
                <a:effectLst/>
                <a:uFillTx/>
                <a:latin typeface="Times New Roman"/>
              </a:rPr>
              <a:t>fonts · pages · tags</a:t>
            </a:r>
            <a:endParaRPr b="0" i="1" lang="en-US" sz="1200" strike="noStrike" u="none">
              <a:solidFill>
                <a:srgbClr val="52667f"/>
              </a:solidFill>
              <a:effectLst/>
              <a:uFillTx/>
              <a:latin typeface="Times New Roman"/>
              <a:ea typeface="Times New Roman"/>
            </a:endParaRPr>
          </a:p>
        </p:txBody>
      </p:sp>
      <p:sp>
        <p:nvSpPr>
          <p:cNvPr id="58" name=""/>
          <p:cNvSpPr txBox="1"/>
          <p:nvPr/>
        </p:nvSpPr>
        <p:spPr>
          <a:xfrm>
            <a:off x="10088280" y="3271680"/>
            <a:ext cx="1465560" cy="169560"/>
          </a:xfrm>
          <a:prstGeom prst="rect">
            <a:avLst/>
          </a:prstGeom>
          <a:noFill/>
          <a:ln w="0">
            <a:noFill/>
          </a:ln>
        </p:spPr>
        <p:txBody>
          <a:bodyPr wrap="none" lIns="0" rIns="0" tIns="0" bIns="0" anchor="t">
            <a:spAutoFit/>
          </a:bodyPr>
          <a:p>
            <a:r>
              <a:rPr b="0" i="1" lang="en-US" sz="1200" strike="noStrike" u="none">
                <a:solidFill>
                  <a:srgbClr val="52667f"/>
                </a:solidFill>
                <a:effectLst/>
                <a:uFillTx/>
                <a:latin typeface="Times New Roman"/>
              </a:rPr>
              <a:t>destinations · final page</a:t>
            </a:r>
            <a:endParaRPr b="0" i="1" lang="en-US" sz="1200" strike="noStrike" u="none">
              <a:solidFill>
                <a:srgbClr val="52667f"/>
              </a:solidFill>
              <a:effectLst/>
              <a:uFillTx/>
              <a:latin typeface="Times New Roman"/>
              <a:ea typeface="Times New Roman"/>
            </a:endParaRPr>
          </a:p>
        </p:txBody>
      </p:sp>
      <p:sp>
        <p:nvSpPr>
          <p:cNvPr id="59" name=""/>
          <p:cNvSpPr/>
          <p:nvPr/>
        </p:nvSpPr>
        <p:spPr>
          <a:xfrm>
            <a:off x="309240" y="2382480"/>
            <a:ext cx="8508600" cy="1198080"/>
          </a:xfrm>
          <a:custGeom>
            <a:avLst/>
            <a:gdLst/>
            <a:ahLst/>
            <a:rect l="0" t="0" r="r" b="b"/>
            <a:pathLst>
              <a:path w="23635" h="3328">
                <a:moveTo>
                  <a:pt x="11818" y="3328"/>
                </a:moveTo>
                <a:lnTo>
                  <a:pt x="23212" y="3328"/>
                </a:lnTo>
                <a:cubicBezTo>
                  <a:pt x="23446" y="3328"/>
                  <a:pt x="23635" y="3139"/>
                  <a:pt x="23635" y="2906"/>
                </a:cubicBezTo>
                <a:lnTo>
                  <a:pt x="23635" y="423"/>
                </a:lnTo>
                <a:cubicBezTo>
                  <a:pt x="23635" y="190"/>
                  <a:pt x="23446" y="0"/>
                  <a:pt x="23212" y="0"/>
                </a:cubicBezTo>
                <a:lnTo>
                  <a:pt x="423" y="0"/>
                </a:lnTo>
                <a:cubicBezTo>
                  <a:pt x="190" y="0"/>
                  <a:pt x="0" y="190"/>
                  <a:pt x="0" y="423"/>
                </a:cubicBezTo>
                <a:lnTo>
                  <a:pt x="0" y="2906"/>
                </a:lnTo>
                <a:cubicBezTo>
                  <a:pt x="0" y="3139"/>
                  <a:pt x="190" y="3328"/>
                  <a:pt x="423" y="3328"/>
                </a:cubicBezTo>
                <a:lnTo>
                  <a:pt x="11818" y="3328"/>
                </a:lnTo>
                <a:close/>
              </a:path>
            </a:pathLst>
          </a:custGeom>
          <a:solidFill>
            <a:srgbClr val="fff7f6"/>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60" name=""/>
          <p:cNvSpPr/>
          <p:nvPr/>
        </p:nvSpPr>
        <p:spPr>
          <a:xfrm>
            <a:off x="309240" y="2382480"/>
            <a:ext cx="8508600" cy="1198080"/>
          </a:xfrm>
          <a:custGeom>
            <a:avLst/>
            <a:gdLst/>
            <a:ahLst/>
            <a:rect l="0" t="0" r="r" b="b"/>
            <a:pathLst>
              <a:path w="23635" h="3328">
                <a:moveTo>
                  <a:pt x="11818" y="3328"/>
                </a:moveTo>
                <a:lnTo>
                  <a:pt x="23212" y="3328"/>
                </a:lnTo>
                <a:cubicBezTo>
                  <a:pt x="23446" y="3328"/>
                  <a:pt x="23635" y="3139"/>
                  <a:pt x="23635" y="2906"/>
                </a:cubicBezTo>
                <a:lnTo>
                  <a:pt x="23635" y="423"/>
                </a:lnTo>
                <a:cubicBezTo>
                  <a:pt x="23635" y="190"/>
                  <a:pt x="23446" y="0"/>
                  <a:pt x="23212" y="0"/>
                </a:cubicBezTo>
                <a:lnTo>
                  <a:pt x="423" y="0"/>
                </a:lnTo>
                <a:cubicBezTo>
                  <a:pt x="190" y="0"/>
                  <a:pt x="0" y="190"/>
                  <a:pt x="0" y="423"/>
                </a:cubicBezTo>
                <a:lnTo>
                  <a:pt x="0" y="2906"/>
                </a:lnTo>
                <a:cubicBezTo>
                  <a:pt x="0" y="3139"/>
                  <a:pt x="190" y="3328"/>
                  <a:pt x="423" y="3328"/>
                </a:cubicBezTo>
                <a:lnTo>
                  <a:pt x="11818" y="3328"/>
                </a:lnTo>
                <a:close/>
              </a:path>
            </a:pathLst>
          </a:custGeom>
          <a:noFill/>
          <a:ln w="28440">
            <a:solidFill>
              <a:srgbClr val="9a3d35"/>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61" name=""/>
          <p:cNvSpPr txBox="1"/>
          <p:nvPr/>
        </p:nvSpPr>
        <p:spPr>
          <a:xfrm>
            <a:off x="3645360" y="2539800"/>
            <a:ext cx="1836360" cy="237240"/>
          </a:xfrm>
          <a:prstGeom prst="rect">
            <a:avLst/>
          </a:prstGeom>
          <a:noFill/>
          <a:ln w="0">
            <a:noFill/>
          </a:ln>
        </p:spPr>
        <p:txBody>
          <a:bodyPr wrap="none" lIns="0" rIns="0" tIns="0" bIns="0" anchor="t">
            <a:spAutoFit/>
          </a:bodyPr>
          <a:p>
            <a:r>
              <a:rPr b="1" lang="en-US" sz="1650" strike="noStrike" u="none">
                <a:solidFill>
                  <a:srgbClr val="7b302a"/>
                </a:solidFill>
                <a:effectLst/>
                <a:uFillTx/>
                <a:latin typeface="Times New Roman"/>
              </a:rPr>
              <a:t>SEMANTIC DRIFT</a:t>
            </a:r>
            <a:endParaRPr b="1" lang="en-US" sz="1650" strike="noStrike" u="none">
              <a:solidFill>
                <a:srgbClr val="7b302a"/>
              </a:solidFill>
              <a:effectLst/>
              <a:uFillTx/>
              <a:latin typeface="Times New Roman"/>
              <a:ea typeface="Times New Roman"/>
            </a:endParaRPr>
          </a:p>
        </p:txBody>
      </p:sp>
      <p:sp>
        <p:nvSpPr>
          <p:cNvPr id="62" name=""/>
          <p:cNvSpPr txBox="1"/>
          <p:nvPr/>
        </p:nvSpPr>
        <p:spPr>
          <a:xfrm>
            <a:off x="1979640" y="2891520"/>
            <a:ext cx="4986720" cy="180000"/>
          </a:xfrm>
          <a:prstGeom prst="rect">
            <a:avLst/>
          </a:prstGeom>
          <a:noFill/>
          <a:ln w="0">
            <a:noFill/>
          </a:ln>
        </p:spPr>
        <p:txBody>
          <a:bodyPr wrap="none" lIns="0" rIns="0" tIns="0" bIns="0" anchor="t">
            <a:spAutoFit/>
          </a:bodyPr>
          <a:p>
            <a:r>
              <a:rPr b="0" i="1" lang="en-US" sz="1270" strike="noStrike" u="none">
                <a:solidFill>
                  <a:srgbClr val="6f2c27"/>
                </a:solidFill>
                <a:effectLst/>
                <a:uFillTx/>
                <a:latin typeface="Times New Roman"/>
              </a:rPr>
              <a:t>evidence · comparison · uncertainty · population · causal status · claim scope</a:t>
            </a:r>
            <a:endParaRPr b="0" i="1" lang="en-US" sz="1270" strike="noStrike" u="none">
              <a:solidFill>
                <a:srgbClr val="6f2c27"/>
              </a:solidFill>
              <a:effectLst/>
              <a:uFillTx/>
              <a:latin typeface="Times New Roman"/>
              <a:ea typeface="Times New Roman"/>
            </a:endParaRPr>
          </a:p>
        </p:txBody>
      </p:sp>
      <p:sp>
        <p:nvSpPr>
          <p:cNvPr id="63" name=""/>
          <p:cNvSpPr txBox="1"/>
          <p:nvPr/>
        </p:nvSpPr>
        <p:spPr>
          <a:xfrm>
            <a:off x="1513440" y="3166920"/>
            <a:ext cx="6172920" cy="210600"/>
          </a:xfrm>
          <a:prstGeom prst="rect">
            <a:avLst/>
          </a:prstGeom>
          <a:noFill/>
          <a:ln w="0">
            <a:noFill/>
          </a:ln>
        </p:spPr>
        <p:txBody>
          <a:bodyPr wrap="none" lIns="0" rIns="0" tIns="0" bIns="0" anchor="t">
            <a:spAutoFit/>
          </a:bodyPr>
          <a:p>
            <a:r>
              <a:rPr b="1" lang="en-US" sz="1500" strike="noStrike" u="none">
                <a:solidFill>
                  <a:srgbClr val="8b2f28"/>
                </a:solidFill>
                <a:effectLst/>
                <a:uFillTx/>
                <a:latin typeface="Times New Roman"/>
              </a:rPr>
              <a:t>STOP EDITING → RETURN TO THE EARLIEST RESPONSIBLE GATE</a:t>
            </a:r>
            <a:endParaRPr b="1" lang="en-US" sz="1500" strike="noStrike" u="none">
              <a:solidFill>
                <a:srgbClr val="8b2f28"/>
              </a:solidFill>
              <a:effectLst/>
              <a:uFillTx/>
              <a:latin typeface="Times New Roman"/>
              <a:ea typeface="Times New Roman"/>
            </a:endParaRPr>
          </a:p>
        </p:txBody>
      </p:sp>
      <p:sp>
        <p:nvSpPr>
          <p:cNvPr id="64" name=""/>
          <p:cNvSpPr/>
          <p:nvPr/>
        </p:nvSpPr>
        <p:spPr>
          <a:xfrm flipH="1">
            <a:off x="8893800" y="3029400"/>
            <a:ext cx="628200" cy="0"/>
          </a:xfrm>
          <a:prstGeom prst="line">
            <a:avLst/>
          </a:prstGeom>
          <a:ln w="28440">
            <a:solidFill>
              <a:srgbClr val="9a3d35"/>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65" name=""/>
          <p:cNvSpPr/>
          <p:nvPr/>
        </p:nvSpPr>
        <p:spPr>
          <a:xfrm>
            <a:off x="8865360" y="2886840"/>
            <a:ext cx="285480" cy="285120"/>
          </a:xfrm>
          <a:custGeom>
            <a:avLst/>
            <a:gdLst/>
            <a:ahLst/>
            <a:rect l="0" t="0" r="r" b="b"/>
            <a:pathLst>
              <a:path w="793" h="792">
                <a:moveTo>
                  <a:pt x="793" y="792"/>
                </a:moveTo>
                <a:lnTo>
                  <a:pt x="0" y="396"/>
                </a:lnTo>
                <a:lnTo>
                  <a:pt x="793" y="0"/>
                </a:lnTo>
                <a:lnTo>
                  <a:pt x="793" y="792"/>
                </a:lnTo>
                <a:close/>
              </a:path>
            </a:pathLst>
          </a:custGeom>
          <a:solidFill>
            <a:srgbClr val="9a3d35"/>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6" name=""/>
          <p:cNvSpPr/>
          <p:nvPr/>
        </p:nvSpPr>
        <p:spPr>
          <a:xfrm>
            <a:off x="309240" y="3942000"/>
            <a:ext cx="11763720" cy="1084320"/>
          </a:xfrm>
          <a:custGeom>
            <a:avLst/>
            <a:gdLst/>
            <a:ahLst/>
            <a:rect l="0" t="0" r="r" b="b"/>
            <a:pathLst>
              <a:path w="32677" h="3012">
                <a:moveTo>
                  <a:pt x="16339" y="3012"/>
                </a:moveTo>
                <a:lnTo>
                  <a:pt x="32254" y="3012"/>
                </a:lnTo>
                <a:cubicBezTo>
                  <a:pt x="32487" y="3012"/>
                  <a:pt x="32677" y="2823"/>
                  <a:pt x="32677" y="2590"/>
                </a:cubicBezTo>
                <a:lnTo>
                  <a:pt x="32677" y="423"/>
                </a:lnTo>
                <a:cubicBezTo>
                  <a:pt x="32677" y="190"/>
                  <a:pt x="32487" y="0"/>
                  <a:pt x="32254" y="0"/>
                </a:cubicBezTo>
                <a:lnTo>
                  <a:pt x="423" y="0"/>
                </a:lnTo>
                <a:cubicBezTo>
                  <a:pt x="190" y="0"/>
                  <a:pt x="0" y="190"/>
                  <a:pt x="0" y="423"/>
                </a:cubicBezTo>
                <a:lnTo>
                  <a:pt x="0" y="2590"/>
                </a:lnTo>
                <a:cubicBezTo>
                  <a:pt x="0" y="2823"/>
                  <a:pt x="190" y="3012"/>
                  <a:pt x="423" y="3012"/>
                </a:cubicBezTo>
                <a:lnTo>
                  <a:pt x="16339" y="3012"/>
                </a:lnTo>
                <a:close/>
              </a:path>
            </a:pathLst>
          </a:custGeom>
          <a:solidFill>
            <a:srgbClr val="f7f9fc"/>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67" name=""/>
          <p:cNvSpPr/>
          <p:nvPr/>
        </p:nvSpPr>
        <p:spPr>
          <a:xfrm>
            <a:off x="309240" y="3942000"/>
            <a:ext cx="11763720" cy="1084320"/>
          </a:xfrm>
          <a:custGeom>
            <a:avLst/>
            <a:gdLst/>
            <a:ahLst/>
            <a:rect l="0" t="0" r="r" b="b"/>
            <a:pathLst>
              <a:path w="32677" h="3012">
                <a:moveTo>
                  <a:pt x="16339" y="3012"/>
                </a:moveTo>
                <a:lnTo>
                  <a:pt x="32254" y="3012"/>
                </a:lnTo>
                <a:cubicBezTo>
                  <a:pt x="32487" y="3012"/>
                  <a:pt x="32677" y="2823"/>
                  <a:pt x="32677" y="2590"/>
                </a:cubicBezTo>
                <a:lnTo>
                  <a:pt x="32677" y="423"/>
                </a:lnTo>
                <a:cubicBezTo>
                  <a:pt x="32677" y="190"/>
                  <a:pt x="32487" y="0"/>
                  <a:pt x="32254" y="0"/>
                </a:cubicBezTo>
                <a:lnTo>
                  <a:pt x="423" y="0"/>
                </a:lnTo>
                <a:cubicBezTo>
                  <a:pt x="190" y="0"/>
                  <a:pt x="0" y="190"/>
                  <a:pt x="0" y="423"/>
                </a:cubicBezTo>
                <a:lnTo>
                  <a:pt x="0" y="2590"/>
                </a:lnTo>
                <a:cubicBezTo>
                  <a:pt x="0" y="2823"/>
                  <a:pt x="190" y="3012"/>
                  <a:pt x="423" y="3012"/>
                </a:cubicBezTo>
                <a:lnTo>
                  <a:pt x="16339" y="3012"/>
                </a:lnTo>
                <a:close/>
              </a:path>
            </a:pathLst>
          </a:custGeom>
          <a:noFill/>
          <a:ln w="28440">
            <a:solidFill>
              <a:srgbClr val="5b7696"/>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68" name=""/>
          <p:cNvSpPr txBox="1"/>
          <p:nvPr/>
        </p:nvSpPr>
        <p:spPr>
          <a:xfrm>
            <a:off x="5234760" y="4108320"/>
            <a:ext cx="1964160" cy="210600"/>
          </a:xfrm>
          <a:prstGeom prst="rect">
            <a:avLst/>
          </a:prstGeom>
          <a:noFill/>
          <a:ln w="0">
            <a:noFill/>
          </a:ln>
        </p:spPr>
        <p:txBody>
          <a:bodyPr wrap="none" lIns="0" rIns="0" tIns="0" bIns="0" anchor="t">
            <a:spAutoFit/>
          </a:bodyPr>
          <a:p>
            <a:r>
              <a:rPr b="1" lang="en-US" sz="1500" strike="noStrike" u="none">
                <a:solidFill>
                  <a:srgbClr val="1f3654"/>
                </a:solidFill>
                <a:effectLst/>
                <a:uFillTx/>
                <a:latin typeface="Times New Roman"/>
              </a:rPr>
              <a:t>TECHNICAL DEFECT</a:t>
            </a:r>
            <a:endParaRPr b="1" lang="en-US" sz="1500" strike="noStrike" u="none">
              <a:solidFill>
                <a:srgbClr val="1f3654"/>
              </a:solidFill>
              <a:effectLst/>
              <a:uFillTx/>
              <a:latin typeface="Times New Roman"/>
              <a:ea typeface="Times New Roman"/>
            </a:endParaRPr>
          </a:p>
        </p:txBody>
      </p:sp>
      <p:sp>
        <p:nvSpPr>
          <p:cNvPr id="69" name=""/>
          <p:cNvSpPr/>
          <p:nvPr/>
        </p:nvSpPr>
        <p:spPr>
          <a:xfrm>
            <a:off x="632880" y="4436640"/>
            <a:ext cx="1713240" cy="399600"/>
          </a:xfrm>
          <a:custGeom>
            <a:avLst/>
            <a:gdLst/>
            <a:ahLst/>
            <a:rect l="0" t="0" r="r" b="b"/>
            <a:pathLst>
              <a:path w="4759" h="1110">
                <a:moveTo>
                  <a:pt x="2380" y="1110"/>
                </a:moveTo>
                <a:lnTo>
                  <a:pt x="4495" y="1110"/>
                </a:lnTo>
                <a:cubicBezTo>
                  <a:pt x="4641" y="1110"/>
                  <a:pt x="4759" y="992"/>
                  <a:pt x="4759" y="846"/>
                </a:cubicBezTo>
                <a:lnTo>
                  <a:pt x="4759" y="265"/>
                </a:lnTo>
                <a:cubicBezTo>
                  <a:pt x="4759" y="119"/>
                  <a:pt x="4641" y="0"/>
                  <a:pt x="4495" y="0"/>
                </a:cubicBezTo>
                <a:lnTo>
                  <a:pt x="265" y="0"/>
                </a:lnTo>
                <a:cubicBezTo>
                  <a:pt x="119" y="0"/>
                  <a:pt x="0" y="119"/>
                  <a:pt x="0" y="265"/>
                </a:cubicBezTo>
                <a:lnTo>
                  <a:pt x="0" y="846"/>
                </a:lnTo>
                <a:cubicBezTo>
                  <a:pt x="0" y="992"/>
                  <a:pt x="119" y="1110"/>
                  <a:pt x="265" y="1110"/>
                </a:cubicBezTo>
                <a:lnTo>
                  <a:pt x="2380" y="1110"/>
                </a:lnTo>
                <a:close/>
              </a:path>
            </a:pathLst>
          </a:custGeom>
          <a:solidFill>
            <a:srgbClr val="edf2f8"/>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70" name=""/>
          <p:cNvSpPr/>
          <p:nvPr/>
        </p:nvSpPr>
        <p:spPr>
          <a:xfrm>
            <a:off x="632880" y="4436640"/>
            <a:ext cx="1713240" cy="399600"/>
          </a:xfrm>
          <a:custGeom>
            <a:avLst/>
            <a:gdLst/>
            <a:ahLst/>
            <a:rect l="0" t="0" r="r" b="b"/>
            <a:pathLst>
              <a:path w="4759" h="1110">
                <a:moveTo>
                  <a:pt x="2380" y="1110"/>
                </a:moveTo>
                <a:lnTo>
                  <a:pt x="4495" y="1110"/>
                </a:lnTo>
                <a:cubicBezTo>
                  <a:pt x="4641" y="1110"/>
                  <a:pt x="4759" y="992"/>
                  <a:pt x="4759" y="846"/>
                </a:cubicBezTo>
                <a:lnTo>
                  <a:pt x="4759" y="265"/>
                </a:lnTo>
                <a:cubicBezTo>
                  <a:pt x="4759" y="119"/>
                  <a:pt x="4641" y="0"/>
                  <a:pt x="4495" y="0"/>
                </a:cubicBezTo>
                <a:lnTo>
                  <a:pt x="265" y="0"/>
                </a:lnTo>
                <a:cubicBezTo>
                  <a:pt x="119" y="0"/>
                  <a:pt x="0" y="119"/>
                  <a:pt x="0" y="265"/>
                </a:cubicBezTo>
                <a:lnTo>
                  <a:pt x="0" y="846"/>
                </a:lnTo>
                <a:cubicBezTo>
                  <a:pt x="0" y="992"/>
                  <a:pt x="119" y="1110"/>
                  <a:pt x="265" y="1110"/>
                </a:cubicBezTo>
                <a:lnTo>
                  <a:pt x="2380" y="1110"/>
                </a:lnTo>
                <a:close/>
              </a:path>
            </a:pathLst>
          </a:custGeom>
          <a:noFill/>
          <a:ln w="19080">
            <a:solidFill>
              <a:srgbClr val="284d7a"/>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71" name=""/>
          <p:cNvSpPr txBox="1"/>
          <p:nvPr/>
        </p:nvSpPr>
        <p:spPr>
          <a:xfrm>
            <a:off x="1075680" y="4574880"/>
            <a:ext cx="834840" cy="159120"/>
          </a:xfrm>
          <a:prstGeom prst="rect">
            <a:avLst/>
          </a:prstGeom>
          <a:noFill/>
          <a:ln w="0">
            <a:noFill/>
          </a:ln>
        </p:spPr>
        <p:txBody>
          <a:bodyPr wrap="none" lIns="0" rIns="0" tIns="0" bIns="0" anchor="t">
            <a:spAutoFit/>
          </a:bodyPr>
          <a:p>
            <a:r>
              <a:rPr b="1" lang="en-US" sz="1120" strike="noStrike" u="none">
                <a:solidFill>
                  <a:srgbClr val="1f3654"/>
                </a:solidFill>
                <a:effectLst/>
                <a:uFillTx/>
                <a:latin typeface="Times New Roman"/>
              </a:rPr>
              <a:t>repair DOCX</a:t>
            </a:r>
            <a:endParaRPr b="1" lang="en-US" sz="1120" strike="noStrike" u="none">
              <a:solidFill>
                <a:srgbClr val="1f3654"/>
              </a:solidFill>
              <a:effectLst/>
              <a:uFillTx/>
              <a:latin typeface="Times New Roman"/>
              <a:ea typeface="Times New Roman"/>
            </a:endParaRPr>
          </a:p>
        </p:txBody>
      </p:sp>
      <p:sp>
        <p:nvSpPr>
          <p:cNvPr id="72" name=""/>
          <p:cNvSpPr/>
          <p:nvPr/>
        </p:nvSpPr>
        <p:spPr>
          <a:xfrm>
            <a:off x="2917080" y="4436640"/>
            <a:ext cx="1713240" cy="399600"/>
          </a:xfrm>
          <a:custGeom>
            <a:avLst/>
            <a:gdLst/>
            <a:ahLst/>
            <a:rect l="0" t="0" r="r" b="b"/>
            <a:pathLst>
              <a:path w="4759" h="1110">
                <a:moveTo>
                  <a:pt x="2380" y="1110"/>
                </a:moveTo>
                <a:lnTo>
                  <a:pt x="4495" y="1110"/>
                </a:lnTo>
                <a:cubicBezTo>
                  <a:pt x="4641" y="1110"/>
                  <a:pt x="4759" y="992"/>
                  <a:pt x="4759" y="846"/>
                </a:cubicBezTo>
                <a:lnTo>
                  <a:pt x="4759" y="265"/>
                </a:lnTo>
                <a:cubicBezTo>
                  <a:pt x="4759" y="119"/>
                  <a:pt x="4641" y="0"/>
                  <a:pt x="4495" y="0"/>
                </a:cubicBezTo>
                <a:lnTo>
                  <a:pt x="265" y="0"/>
                </a:lnTo>
                <a:cubicBezTo>
                  <a:pt x="119" y="0"/>
                  <a:pt x="0" y="119"/>
                  <a:pt x="0" y="265"/>
                </a:cubicBezTo>
                <a:lnTo>
                  <a:pt x="0" y="846"/>
                </a:lnTo>
                <a:cubicBezTo>
                  <a:pt x="0" y="992"/>
                  <a:pt x="119" y="1110"/>
                  <a:pt x="265" y="1110"/>
                </a:cubicBezTo>
                <a:lnTo>
                  <a:pt x="2380" y="1110"/>
                </a:lnTo>
                <a:close/>
              </a:path>
            </a:pathLst>
          </a:custGeom>
          <a:solidFill>
            <a:srgbClr val="edf2f8"/>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73" name=""/>
          <p:cNvSpPr/>
          <p:nvPr/>
        </p:nvSpPr>
        <p:spPr>
          <a:xfrm>
            <a:off x="2917080" y="4436640"/>
            <a:ext cx="1713240" cy="399600"/>
          </a:xfrm>
          <a:custGeom>
            <a:avLst/>
            <a:gdLst/>
            <a:ahLst/>
            <a:rect l="0" t="0" r="r" b="b"/>
            <a:pathLst>
              <a:path w="4759" h="1110">
                <a:moveTo>
                  <a:pt x="2380" y="1110"/>
                </a:moveTo>
                <a:lnTo>
                  <a:pt x="4495" y="1110"/>
                </a:lnTo>
                <a:cubicBezTo>
                  <a:pt x="4641" y="1110"/>
                  <a:pt x="4759" y="992"/>
                  <a:pt x="4759" y="846"/>
                </a:cubicBezTo>
                <a:lnTo>
                  <a:pt x="4759" y="265"/>
                </a:lnTo>
                <a:cubicBezTo>
                  <a:pt x="4759" y="119"/>
                  <a:pt x="4641" y="0"/>
                  <a:pt x="4495" y="0"/>
                </a:cubicBezTo>
                <a:lnTo>
                  <a:pt x="265" y="0"/>
                </a:lnTo>
                <a:cubicBezTo>
                  <a:pt x="119" y="0"/>
                  <a:pt x="0" y="119"/>
                  <a:pt x="0" y="265"/>
                </a:cubicBezTo>
                <a:lnTo>
                  <a:pt x="0" y="846"/>
                </a:lnTo>
                <a:cubicBezTo>
                  <a:pt x="0" y="992"/>
                  <a:pt x="119" y="1110"/>
                  <a:pt x="265" y="1110"/>
                </a:cubicBezTo>
                <a:lnTo>
                  <a:pt x="2380" y="1110"/>
                </a:lnTo>
                <a:close/>
              </a:path>
            </a:pathLst>
          </a:custGeom>
          <a:noFill/>
          <a:ln w="19080">
            <a:solidFill>
              <a:srgbClr val="284d7a"/>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74" name=""/>
          <p:cNvSpPr txBox="1"/>
          <p:nvPr/>
        </p:nvSpPr>
        <p:spPr>
          <a:xfrm>
            <a:off x="3255120" y="4574880"/>
            <a:ext cx="1043280" cy="159120"/>
          </a:xfrm>
          <a:prstGeom prst="rect">
            <a:avLst/>
          </a:prstGeom>
          <a:noFill/>
          <a:ln w="0">
            <a:noFill/>
          </a:ln>
        </p:spPr>
        <p:txBody>
          <a:bodyPr wrap="none" lIns="0" rIns="0" tIns="0" bIns="0" anchor="t">
            <a:spAutoFit/>
          </a:bodyPr>
          <a:p>
            <a:r>
              <a:rPr b="1" lang="en-US" sz="1120" strike="noStrike" u="none">
                <a:solidFill>
                  <a:srgbClr val="1f3654"/>
                </a:solidFill>
                <a:effectLst/>
                <a:uFillTx/>
                <a:latin typeface="Times New Roman"/>
              </a:rPr>
              <a:t>update all stories</a:t>
            </a:r>
            <a:endParaRPr b="1" lang="en-US" sz="1120" strike="noStrike" u="none">
              <a:solidFill>
                <a:srgbClr val="1f3654"/>
              </a:solidFill>
              <a:effectLst/>
              <a:uFillTx/>
              <a:latin typeface="Times New Roman"/>
              <a:ea typeface="Times New Roman"/>
            </a:endParaRPr>
          </a:p>
        </p:txBody>
      </p:sp>
      <p:sp>
        <p:nvSpPr>
          <p:cNvPr id="75" name=""/>
          <p:cNvSpPr/>
          <p:nvPr/>
        </p:nvSpPr>
        <p:spPr>
          <a:xfrm>
            <a:off x="5334840" y="4436640"/>
            <a:ext cx="1712520" cy="399600"/>
          </a:xfrm>
          <a:custGeom>
            <a:avLst/>
            <a:gdLst/>
            <a:ahLst/>
            <a:rect l="0" t="0" r="r" b="b"/>
            <a:pathLst>
              <a:path w="4757" h="1110">
                <a:moveTo>
                  <a:pt x="2379" y="1110"/>
                </a:moveTo>
                <a:lnTo>
                  <a:pt x="4493" y="1110"/>
                </a:lnTo>
                <a:cubicBezTo>
                  <a:pt x="4639" y="1110"/>
                  <a:pt x="4757" y="992"/>
                  <a:pt x="4757" y="846"/>
                </a:cubicBezTo>
                <a:lnTo>
                  <a:pt x="4757" y="265"/>
                </a:lnTo>
                <a:cubicBezTo>
                  <a:pt x="4757" y="119"/>
                  <a:pt x="4639" y="0"/>
                  <a:pt x="4493" y="0"/>
                </a:cubicBezTo>
                <a:lnTo>
                  <a:pt x="264" y="0"/>
                </a:lnTo>
                <a:cubicBezTo>
                  <a:pt x="118" y="0"/>
                  <a:pt x="0" y="119"/>
                  <a:pt x="0" y="265"/>
                </a:cubicBezTo>
                <a:lnTo>
                  <a:pt x="0" y="846"/>
                </a:lnTo>
                <a:cubicBezTo>
                  <a:pt x="0" y="992"/>
                  <a:pt x="118" y="1110"/>
                  <a:pt x="264" y="1110"/>
                </a:cubicBezTo>
                <a:lnTo>
                  <a:pt x="2379" y="1110"/>
                </a:lnTo>
                <a:close/>
              </a:path>
            </a:pathLst>
          </a:custGeom>
          <a:solidFill>
            <a:srgbClr val="edf2f8"/>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76" name=""/>
          <p:cNvSpPr/>
          <p:nvPr/>
        </p:nvSpPr>
        <p:spPr>
          <a:xfrm>
            <a:off x="5334840" y="4436640"/>
            <a:ext cx="1712520" cy="399600"/>
          </a:xfrm>
          <a:custGeom>
            <a:avLst/>
            <a:gdLst/>
            <a:ahLst/>
            <a:rect l="0" t="0" r="r" b="b"/>
            <a:pathLst>
              <a:path w="4757" h="1110">
                <a:moveTo>
                  <a:pt x="2379" y="1110"/>
                </a:moveTo>
                <a:lnTo>
                  <a:pt x="4493" y="1110"/>
                </a:lnTo>
                <a:cubicBezTo>
                  <a:pt x="4639" y="1110"/>
                  <a:pt x="4757" y="992"/>
                  <a:pt x="4757" y="846"/>
                </a:cubicBezTo>
                <a:lnTo>
                  <a:pt x="4757" y="265"/>
                </a:lnTo>
                <a:cubicBezTo>
                  <a:pt x="4757" y="119"/>
                  <a:pt x="4639" y="0"/>
                  <a:pt x="4493" y="0"/>
                </a:cubicBezTo>
                <a:lnTo>
                  <a:pt x="264" y="0"/>
                </a:lnTo>
                <a:cubicBezTo>
                  <a:pt x="118" y="0"/>
                  <a:pt x="0" y="119"/>
                  <a:pt x="0" y="265"/>
                </a:cubicBezTo>
                <a:lnTo>
                  <a:pt x="0" y="846"/>
                </a:lnTo>
                <a:cubicBezTo>
                  <a:pt x="0" y="992"/>
                  <a:pt x="118" y="1110"/>
                  <a:pt x="264" y="1110"/>
                </a:cubicBezTo>
                <a:lnTo>
                  <a:pt x="2379" y="1110"/>
                </a:lnTo>
                <a:close/>
              </a:path>
            </a:pathLst>
          </a:custGeom>
          <a:noFill/>
          <a:ln w="19080">
            <a:solidFill>
              <a:srgbClr val="284d7a"/>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77" name=""/>
          <p:cNvSpPr txBox="1"/>
          <p:nvPr/>
        </p:nvSpPr>
        <p:spPr>
          <a:xfrm>
            <a:off x="5605920" y="4574880"/>
            <a:ext cx="1154520" cy="159120"/>
          </a:xfrm>
          <a:prstGeom prst="rect">
            <a:avLst/>
          </a:prstGeom>
          <a:noFill/>
          <a:ln w="0">
            <a:noFill/>
          </a:ln>
        </p:spPr>
        <p:txBody>
          <a:bodyPr wrap="none" lIns="0" rIns="0" tIns="0" bIns="0" anchor="t">
            <a:spAutoFit/>
          </a:bodyPr>
          <a:p>
            <a:r>
              <a:rPr b="1" lang="en-US" sz="1120" strike="noStrike" u="none">
                <a:solidFill>
                  <a:srgbClr val="1f3654"/>
                </a:solidFill>
                <a:effectLst/>
                <a:uFillTx/>
                <a:latin typeface="Times New Roman"/>
              </a:rPr>
              <a:t>export tagged PDF</a:t>
            </a:r>
            <a:endParaRPr b="1" lang="en-US" sz="1120" strike="noStrike" u="none">
              <a:solidFill>
                <a:srgbClr val="1f3654"/>
              </a:solidFill>
              <a:effectLst/>
              <a:uFillTx/>
              <a:latin typeface="Times New Roman"/>
              <a:ea typeface="Times New Roman"/>
            </a:endParaRPr>
          </a:p>
        </p:txBody>
      </p:sp>
      <p:sp>
        <p:nvSpPr>
          <p:cNvPr id="78" name=""/>
          <p:cNvSpPr/>
          <p:nvPr/>
        </p:nvSpPr>
        <p:spPr>
          <a:xfrm>
            <a:off x="7770960" y="4436640"/>
            <a:ext cx="1713240" cy="399600"/>
          </a:xfrm>
          <a:custGeom>
            <a:avLst/>
            <a:gdLst/>
            <a:ahLst/>
            <a:rect l="0" t="0" r="r" b="b"/>
            <a:pathLst>
              <a:path w="4759" h="1110">
                <a:moveTo>
                  <a:pt x="2379" y="1110"/>
                </a:moveTo>
                <a:lnTo>
                  <a:pt x="4494" y="1110"/>
                </a:lnTo>
                <a:cubicBezTo>
                  <a:pt x="4640" y="1110"/>
                  <a:pt x="4759" y="992"/>
                  <a:pt x="4759" y="846"/>
                </a:cubicBezTo>
                <a:lnTo>
                  <a:pt x="4759" y="265"/>
                </a:lnTo>
                <a:cubicBezTo>
                  <a:pt x="4759" y="119"/>
                  <a:pt x="4640" y="0"/>
                  <a:pt x="4494" y="0"/>
                </a:cubicBezTo>
                <a:lnTo>
                  <a:pt x="264" y="0"/>
                </a:lnTo>
                <a:cubicBezTo>
                  <a:pt x="118" y="0"/>
                  <a:pt x="0" y="119"/>
                  <a:pt x="0" y="265"/>
                </a:cubicBezTo>
                <a:lnTo>
                  <a:pt x="0" y="846"/>
                </a:lnTo>
                <a:cubicBezTo>
                  <a:pt x="0" y="992"/>
                  <a:pt x="118" y="1110"/>
                  <a:pt x="264" y="1110"/>
                </a:cubicBezTo>
                <a:lnTo>
                  <a:pt x="2379" y="1110"/>
                </a:lnTo>
                <a:close/>
              </a:path>
            </a:pathLst>
          </a:custGeom>
          <a:solidFill>
            <a:srgbClr val="edf2f8"/>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79" name=""/>
          <p:cNvSpPr/>
          <p:nvPr/>
        </p:nvSpPr>
        <p:spPr>
          <a:xfrm>
            <a:off x="7770960" y="4436640"/>
            <a:ext cx="1713240" cy="399600"/>
          </a:xfrm>
          <a:custGeom>
            <a:avLst/>
            <a:gdLst/>
            <a:ahLst/>
            <a:rect l="0" t="0" r="r" b="b"/>
            <a:pathLst>
              <a:path w="4759" h="1110">
                <a:moveTo>
                  <a:pt x="2379" y="1110"/>
                </a:moveTo>
                <a:lnTo>
                  <a:pt x="4494" y="1110"/>
                </a:lnTo>
                <a:cubicBezTo>
                  <a:pt x="4640" y="1110"/>
                  <a:pt x="4759" y="992"/>
                  <a:pt x="4759" y="846"/>
                </a:cubicBezTo>
                <a:lnTo>
                  <a:pt x="4759" y="265"/>
                </a:lnTo>
                <a:cubicBezTo>
                  <a:pt x="4759" y="119"/>
                  <a:pt x="4640" y="0"/>
                  <a:pt x="4494" y="0"/>
                </a:cubicBezTo>
                <a:lnTo>
                  <a:pt x="264" y="0"/>
                </a:lnTo>
                <a:cubicBezTo>
                  <a:pt x="118" y="0"/>
                  <a:pt x="0" y="119"/>
                  <a:pt x="0" y="265"/>
                </a:cubicBezTo>
                <a:lnTo>
                  <a:pt x="0" y="846"/>
                </a:lnTo>
                <a:cubicBezTo>
                  <a:pt x="0" y="992"/>
                  <a:pt x="118" y="1110"/>
                  <a:pt x="264" y="1110"/>
                </a:cubicBezTo>
                <a:lnTo>
                  <a:pt x="2379" y="1110"/>
                </a:lnTo>
                <a:close/>
              </a:path>
            </a:pathLst>
          </a:custGeom>
          <a:noFill/>
          <a:ln w="19080">
            <a:solidFill>
              <a:srgbClr val="284d7a"/>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80" name=""/>
          <p:cNvSpPr txBox="1"/>
          <p:nvPr/>
        </p:nvSpPr>
        <p:spPr>
          <a:xfrm>
            <a:off x="8061120" y="4574880"/>
            <a:ext cx="1122480" cy="159120"/>
          </a:xfrm>
          <a:prstGeom prst="rect">
            <a:avLst/>
          </a:prstGeom>
          <a:noFill/>
          <a:ln w="0">
            <a:noFill/>
          </a:ln>
        </p:spPr>
        <p:txBody>
          <a:bodyPr wrap="none" lIns="0" rIns="0" tIns="0" bIns="0" anchor="t">
            <a:spAutoFit/>
          </a:bodyPr>
          <a:p>
            <a:r>
              <a:rPr b="1" lang="en-US" sz="1120" strike="noStrike" u="none">
                <a:solidFill>
                  <a:srgbClr val="1f3654"/>
                </a:solidFill>
                <a:effectLst/>
                <a:uFillTx/>
                <a:latin typeface="Times New Roman"/>
              </a:rPr>
              <a:t>inspect every page</a:t>
            </a:r>
            <a:endParaRPr b="1" lang="en-US" sz="1120" strike="noStrike" u="none">
              <a:solidFill>
                <a:srgbClr val="1f3654"/>
              </a:solidFill>
              <a:effectLst/>
              <a:uFillTx/>
              <a:latin typeface="Times New Roman"/>
              <a:ea typeface="Times New Roman"/>
            </a:endParaRPr>
          </a:p>
        </p:txBody>
      </p:sp>
      <p:sp>
        <p:nvSpPr>
          <p:cNvPr id="81" name=""/>
          <p:cNvSpPr/>
          <p:nvPr/>
        </p:nvSpPr>
        <p:spPr>
          <a:xfrm>
            <a:off x="10074240" y="4436640"/>
            <a:ext cx="1713240" cy="399600"/>
          </a:xfrm>
          <a:custGeom>
            <a:avLst/>
            <a:gdLst/>
            <a:ahLst/>
            <a:rect l="0" t="0" r="r" b="b"/>
            <a:pathLst>
              <a:path w="4759" h="1110">
                <a:moveTo>
                  <a:pt x="2379" y="1110"/>
                </a:moveTo>
                <a:lnTo>
                  <a:pt x="4494" y="1110"/>
                </a:lnTo>
                <a:cubicBezTo>
                  <a:pt x="4640" y="1110"/>
                  <a:pt x="4759" y="992"/>
                  <a:pt x="4759" y="846"/>
                </a:cubicBezTo>
                <a:lnTo>
                  <a:pt x="4759" y="265"/>
                </a:lnTo>
                <a:cubicBezTo>
                  <a:pt x="4759" y="119"/>
                  <a:pt x="4640" y="0"/>
                  <a:pt x="4494" y="0"/>
                </a:cubicBezTo>
                <a:lnTo>
                  <a:pt x="264" y="0"/>
                </a:lnTo>
                <a:cubicBezTo>
                  <a:pt x="118" y="0"/>
                  <a:pt x="0" y="119"/>
                  <a:pt x="0" y="265"/>
                </a:cubicBezTo>
                <a:lnTo>
                  <a:pt x="0" y="846"/>
                </a:lnTo>
                <a:cubicBezTo>
                  <a:pt x="0" y="992"/>
                  <a:pt x="118" y="1110"/>
                  <a:pt x="264" y="1110"/>
                </a:cubicBezTo>
                <a:lnTo>
                  <a:pt x="2379" y="1110"/>
                </a:lnTo>
                <a:close/>
              </a:path>
            </a:pathLst>
          </a:custGeom>
          <a:solidFill>
            <a:srgbClr val="edf2f8"/>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82" name=""/>
          <p:cNvSpPr/>
          <p:nvPr/>
        </p:nvSpPr>
        <p:spPr>
          <a:xfrm>
            <a:off x="10074240" y="4436640"/>
            <a:ext cx="1713240" cy="399600"/>
          </a:xfrm>
          <a:custGeom>
            <a:avLst/>
            <a:gdLst/>
            <a:ahLst/>
            <a:rect l="0" t="0" r="r" b="b"/>
            <a:pathLst>
              <a:path w="4759" h="1110">
                <a:moveTo>
                  <a:pt x="2379" y="1110"/>
                </a:moveTo>
                <a:lnTo>
                  <a:pt x="4494" y="1110"/>
                </a:lnTo>
                <a:cubicBezTo>
                  <a:pt x="4640" y="1110"/>
                  <a:pt x="4759" y="992"/>
                  <a:pt x="4759" y="846"/>
                </a:cubicBezTo>
                <a:lnTo>
                  <a:pt x="4759" y="265"/>
                </a:lnTo>
                <a:cubicBezTo>
                  <a:pt x="4759" y="119"/>
                  <a:pt x="4640" y="0"/>
                  <a:pt x="4494" y="0"/>
                </a:cubicBezTo>
                <a:lnTo>
                  <a:pt x="264" y="0"/>
                </a:lnTo>
                <a:cubicBezTo>
                  <a:pt x="118" y="0"/>
                  <a:pt x="0" y="119"/>
                  <a:pt x="0" y="265"/>
                </a:cubicBezTo>
                <a:lnTo>
                  <a:pt x="0" y="846"/>
                </a:lnTo>
                <a:cubicBezTo>
                  <a:pt x="0" y="992"/>
                  <a:pt x="118" y="1110"/>
                  <a:pt x="264" y="1110"/>
                </a:cubicBezTo>
                <a:lnTo>
                  <a:pt x="2379" y="1110"/>
                </a:lnTo>
                <a:close/>
              </a:path>
            </a:pathLst>
          </a:custGeom>
          <a:noFill/>
          <a:ln w="19080">
            <a:solidFill>
              <a:srgbClr val="284d7a"/>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83" name=""/>
          <p:cNvSpPr txBox="1"/>
          <p:nvPr/>
        </p:nvSpPr>
        <p:spPr>
          <a:xfrm>
            <a:off x="10545120" y="4574880"/>
            <a:ext cx="771120" cy="159120"/>
          </a:xfrm>
          <a:prstGeom prst="rect">
            <a:avLst/>
          </a:prstGeom>
          <a:noFill/>
          <a:ln w="0">
            <a:noFill/>
          </a:ln>
        </p:spPr>
        <p:txBody>
          <a:bodyPr wrap="none" lIns="0" rIns="0" tIns="0" bIns="0" anchor="t">
            <a:spAutoFit/>
          </a:bodyPr>
          <a:p>
            <a:r>
              <a:rPr b="1" lang="en-US" sz="1120" strike="noStrike" u="none">
                <a:solidFill>
                  <a:srgbClr val="1f3654"/>
                </a:solidFill>
                <a:effectLst/>
                <a:uFillTx/>
                <a:latin typeface="Times New Roman"/>
              </a:rPr>
              <a:t>record proof</a:t>
            </a:r>
            <a:endParaRPr b="1" lang="en-US" sz="1120" strike="noStrike" u="none">
              <a:solidFill>
                <a:srgbClr val="1f3654"/>
              </a:solidFill>
              <a:effectLst/>
              <a:uFillTx/>
              <a:latin typeface="Times New Roman"/>
              <a:ea typeface="Times New Roman"/>
            </a:endParaRPr>
          </a:p>
        </p:txBody>
      </p:sp>
      <p:sp>
        <p:nvSpPr>
          <p:cNvPr id="84" name=""/>
          <p:cNvSpPr/>
          <p:nvPr/>
        </p:nvSpPr>
        <p:spPr>
          <a:xfrm>
            <a:off x="2346120" y="4636440"/>
            <a:ext cx="533160" cy="0"/>
          </a:xfrm>
          <a:prstGeom prst="line">
            <a:avLst/>
          </a:prstGeom>
          <a:ln w="23760">
            <a:solidFill>
              <a:srgbClr val="284d7a"/>
            </a:solidFill>
            <a:miter/>
          </a:ln>
        </p:spPr>
        <p:style>
          <a:lnRef idx="0"/>
          <a:fillRef idx="0"/>
          <a:effectRef idx="0"/>
          <a:fontRef idx="minor"/>
        </p:style>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85" name=""/>
          <p:cNvSpPr/>
          <p:nvPr/>
        </p:nvSpPr>
        <p:spPr>
          <a:xfrm>
            <a:off x="266508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6" name=""/>
          <p:cNvSpPr/>
          <p:nvPr/>
        </p:nvSpPr>
        <p:spPr>
          <a:xfrm>
            <a:off x="266508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7" name=""/>
          <p:cNvSpPr/>
          <p:nvPr/>
        </p:nvSpPr>
        <p:spPr>
          <a:xfrm>
            <a:off x="266508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8" name=""/>
          <p:cNvSpPr/>
          <p:nvPr/>
        </p:nvSpPr>
        <p:spPr>
          <a:xfrm>
            <a:off x="266508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9" name=""/>
          <p:cNvSpPr/>
          <p:nvPr/>
        </p:nvSpPr>
        <p:spPr>
          <a:xfrm>
            <a:off x="266508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0" name=""/>
          <p:cNvSpPr/>
          <p:nvPr/>
        </p:nvSpPr>
        <p:spPr>
          <a:xfrm>
            <a:off x="266508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1" name=""/>
          <p:cNvSpPr/>
          <p:nvPr/>
        </p:nvSpPr>
        <p:spPr>
          <a:xfrm>
            <a:off x="4630320" y="4636440"/>
            <a:ext cx="533160" cy="0"/>
          </a:xfrm>
          <a:prstGeom prst="line">
            <a:avLst/>
          </a:prstGeom>
          <a:ln w="23760">
            <a:solidFill>
              <a:srgbClr val="284d7a"/>
            </a:solidFill>
            <a:miter/>
          </a:ln>
        </p:spPr>
        <p:style>
          <a:lnRef idx="0"/>
          <a:fillRef idx="0"/>
          <a:effectRef idx="0"/>
          <a:fontRef idx="minor"/>
        </p:style>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92" name=""/>
          <p:cNvSpPr/>
          <p:nvPr/>
        </p:nvSpPr>
        <p:spPr>
          <a:xfrm>
            <a:off x="494928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3" name=""/>
          <p:cNvSpPr/>
          <p:nvPr/>
        </p:nvSpPr>
        <p:spPr>
          <a:xfrm>
            <a:off x="494928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4" name=""/>
          <p:cNvSpPr/>
          <p:nvPr/>
        </p:nvSpPr>
        <p:spPr>
          <a:xfrm>
            <a:off x="494928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5" name=""/>
          <p:cNvSpPr/>
          <p:nvPr/>
        </p:nvSpPr>
        <p:spPr>
          <a:xfrm>
            <a:off x="494928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6" name=""/>
          <p:cNvSpPr/>
          <p:nvPr/>
        </p:nvSpPr>
        <p:spPr>
          <a:xfrm>
            <a:off x="494928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7" name=""/>
          <p:cNvSpPr/>
          <p:nvPr/>
        </p:nvSpPr>
        <p:spPr>
          <a:xfrm>
            <a:off x="494928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8" name=""/>
          <p:cNvSpPr/>
          <p:nvPr/>
        </p:nvSpPr>
        <p:spPr>
          <a:xfrm>
            <a:off x="494928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9" name=""/>
          <p:cNvSpPr/>
          <p:nvPr/>
        </p:nvSpPr>
        <p:spPr>
          <a:xfrm>
            <a:off x="7047360" y="4636440"/>
            <a:ext cx="533160" cy="0"/>
          </a:xfrm>
          <a:prstGeom prst="line">
            <a:avLst/>
          </a:prstGeom>
          <a:ln w="23760">
            <a:solidFill>
              <a:srgbClr val="284d7a"/>
            </a:solidFill>
            <a:miter/>
          </a:ln>
        </p:spPr>
        <p:style>
          <a:lnRef idx="0"/>
          <a:fillRef idx="0"/>
          <a:effectRef idx="0"/>
          <a:fontRef idx="minor"/>
        </p:style>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100" name=""/>
          <p:cNvSpPr/>
          <p:nvPr/>
        </p:nvSpPr>
        <p:spPr>
          <a:xfrm>
            <a:off x="736632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1" name=""/>
          <p:cNvSpPr/>
          <p:nvPr/>
        </p:nvSpPr>
        <p:spPr>
          <a:xfrm>
            <a:off x="736632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2" name=""/>
          <p:cNvSpPr/>
          <p:nvPr/>
        </p:nvSpPr>
        <p:spPr>
          <a:xfrm>
            <a:off x="736632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3" name=""/>
          <p:cNvSpPr/>
          <p:nvPr/>
        </p:nvSpPr>
        <p:spPr>
          <a:xfrm>
            <a:off x="736632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4" name=""/>
          <p:cNvSpPr/>
          <p:nvPr/>
        </p:nvSpPr>
        <p:spPr>
          <a:xfrm>
            <a:off x="736632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5" name=""/>
          <p:cNvSpPr/>
          <p:nvPr/>
        </p:nvSpPr>
        <p:spPr>
          <a:xfrm>
            <a:off x="736632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6" name=""/>
          <p:cNvSpPr/>
          <p:nvPr/>
        </p:nvSpPr>
        <p:spPr>
          <a:xfrm>
            <a:off x="736632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7" name=""/>
          <p:cNvSpPr/>
          <p:nvPr/>
        </p:nvSpPr>
        <p:spPr>
          <a:xfrm>
            <a:off x="736632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8" name=""/>
          <p:cNvSpPr/>
          <p:nvPr/>
        </p:nvSpPr>
        <p:spPr>
          <a:xfrm>
            <a:off x="9484200" y="4636440"/>
            <a:ext cx="532800" cy="0"/>
          </a:xfrm>
          <a:prstGeom prst="line">
            <a:avLst/>
          </a:prstGeom>
          <a:ln w="23760">
            <a:solidFill>
              <a:srgbClr val="284d7a"/>
            </a:solidFill>
            <a:miter/>
          </a:ln>
        </p:spPr>
        <p:style>
          <a:lnRef idx="0"/>
          <a:fillRef idx="0"/>
          <a:effectRef idx="0"/>
          <a:fontRef idx="minor"/>
        </p:style>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109" name=""/>
          <p:cNvSpPr/>
          <p:nvPr/>
        </p:nvSpPr>
        <p:spPr>
          <a:xfrm>
            <a:off x="980280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0" name=""/>
          <p:cNvSpPr/>
          <p:nvPr/>
        </p:nvSpPr>
        <p:spPr>
          <a:xfrm>
            <a:off x="980280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1" name=""/>
          <p:cNvSpPr/>
          <p:nvPr/>
        </p:nvSpPr>
        <p:spPr>
          <a:xfrm>
            <a:off x="980280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2" name=""/>
          <p:cNvSpPr/>
          <p:nvPr/>
        </p:nvSpPr>
        <p:spPr>
          <a:xfrm>
            <a:off x="980280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3" name=""/>
          <p:cNvSpPr/>
          <p:nvPr/>
        </p:nvSpPr>
        <p:spPr>
          <a:xfrm>
            <a:off x="980280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4" name=""/>
          <p:cNvSpPr/>
          <p:nvPr/>
        </p:nvSpPr>
        <p:spPr>
          <a:xfrm>
            <a:off x="980280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5" name=""/>
          <p:cNvSpPr/>
          <p:nvPr/>
        </p:nvSpPr>
        <p:spPr>
          <a:xfrm>
            <a:off x="980280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6" name=""/>
          <p:cNvSpPr/>
          <p:nvPr/>
        </p:nvSpPr>
        <p:spPr>
          <a:xfrm>
            <a:off x="980280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7" name=""/>
          <p:cNvSpPr/>
          <p:nvPr/>
        </p:nvSpPr>
        <p:spPr>
          <a:xfrm>
            <a:off x="9802800" y="4517640"/>
            <a:ext cx="237960" cy="237600"/>
          </a:xfrm>
          <a:custGeom>
            <a:avLst/>
            <a:gdLst/>
            <a:ahLst/>
            <a:rect l="0" t="0" r="r" b="b"/>
            <a:pathLst>
              <a:path w="661" h="660">
                <a:moveTo>
                  <a:pt x="0" y="0"/>
                </a:moveTo>
                <a:lnTo>
                  <a:pt x="661" y="330"/>
                </a:lnTo>
                <a:lnTo>
                  <a:pt x="0" y="660"/>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8" name=""/>
          <p:cNvSpPr/>
          <p:nvPr/>
        </p:nvSpPr>
        <p:spPr>
          <a:xfrm>
            <a:off x="537840" y="5406840"/>
            <a:ext cx="5158440" cy="761040"/>
          </a:xfrm>
          <a:custGeom>
            <a:avLst/>
            <a:gdLst/>
            <a:ahLst/>
            <a:rect l="0" t="0" r="r" b="b"/>
            <a:pathLst>
              <a:path w="14329" h="2114">
                <a:moveTo>
                  <a:pt x="7164" y="2114"/>
                </a:moveTo>
                <a:lnTo>
                  <a:pt x="13959" y="2114"/>
                </a:lnTo>
                <a:cubicBezTo>
                  <a:pt x="14164" y="2114"/>
                  <a:pt x="14329" y="1948"/>
                  <a:pt x="14329" y="1744"/>
                </a:cubicBezTo>
                <a:lnTo>
                  <a:pt x="14329" y="370"/>
                </a:lnTo>
                <a:cubicBezTo>
                  <a:pt x="14329" y="166"/>
                  <a:pt x="14164" y="0"/>
                  <a:pt x="13959" y="0"/>
                </a:cubicBezTo>
                <a:lnTo>
                  <a:pt x="370" y="0"/>
                </a:lnTo>
                <a:cubicBezTo>
                  <a:pt x="165" y="0"/>
                  <a:pt x="0" y="166"/>
                  <a:pt x="0" y="370"/>
                </a:cubicBezTo>
                <a:lnTo>
                  <a:pt x="0" y="1744"/>
                </a:lnTo>
                <a:cubicBezTo>
                  <a:pt x="0" y="1948"/>
                  <a:pt x="165" y="2114"/>
                  <a:pt x="370" y="2114"/>
                </a:cubicBezTo>
                <a:lnTo>
                  <a:pt x="7164" y="2114"/>
                </a:lnTo>
                <a:close/>
              </a:path>
            </a:pathLst>
          </a:custGeom>
          <a:solidFill>
            <a:srgbClr val="fff5dc"/>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19" name=""/>
          <p:cNvSpPr/>
          <p:nvPr/>
        </p:nvSpPr>
        <p:spPr>
          <a:xfrm>
            <a:off x="537840" y="5406840"/>
            <a:ext cx="5158440" cy="761040"/>
          </a:xfrm>
          <a:custGeom>
            <a:avLst/>
            <a:gdLst/>
            <a:ahLst/>
            <a:rect l="0" t="0" r="r" b="b"/>
            <a:pathLst>
              <a:path w="14329" h="2114">
                <a:moveTo>
                  <a:pt x="7164" y="2114"/>
                </a:moveTo>
                <a:lnTo>
                  <a:pt x="13959" y="2114"/>
                </a:lnTo>
                <a:cubicBezTo>
                  <a:pt x="14164" y="2114"/>
                  <a:pt x="14329" y="1948"/>
                  <a:pt x="14329" y="1744"/>
                </a:cubicBezTo>
                <a:lnTo>
                  <a:pt x="14329" y="370"/>
                </a:lnTo>
                <a:cubicBezTo>
                  <a:pt x="14329" y="166"/>
                  <a:pt x="14164" y="0"/>
                  <a:pt x="13959" y="0"/>
                </a:cubicBezTo>
                <a:lnTo>
                  <a:pt x="370" y="0"/>
                </a:lnTo>
                <a:cubicBezTo>
                  <a:pt x="165" y="0"/>
                  <a:pt x="0" y="166"/>
                  <a:pt x="0" y="370"/>
                </a:cubicBezTo>
                <a:lnTo>
                  <a:pt x="0" y="1744"/>
                </a:lnTo>
                <a:cubicBezTo>
                  <a:pt x="0" y="1948"/>
                  <a:pt x="165" y="2114"/>
                  <a:pt x="370" y="2114"/>
                </a:cubicBezTo>
                <a:lnTo>
                  <a:pt x="7164" y="2114"/>
                </a:lnTo>
                <a:close/>
              </a:path>
            </a:pathLst>
          </a:custGeom>
          <a:noFill/>
          <a:ln w="28440">
            <a:solidFill>
              <a:srgbClr val="9a6a19"/>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20" name=""/>
          <p:cNvSpPr txBox="1"/>
          <p:nvPr/>
        </p:nvSpPr>
        <p:spPr>
          <a:xfrm>
            <a:off x="1170720" y="5544720"/>
            <a:ext cx="3853080" cy="201600"/>
          </a:xfrm>
          <a:prstGeom prst="rect">
            <a:avLst/>
          </a:prstGeom>
          <a:noFill/>
          <a:ln w="0">
            <a:noFill/>
          </a:ln>
        </p:spPr>
        <p:txBody>
          <a:bodyPr wrap="none" lIns="0" rIns="0" tIns="0" bIns="0" anchor="t">
            <a:spAutoFit/>
          </a:bodyPr>
          <a:p>
            <a:r>
              <a:rPr b="1" lang="en-US" sz="1420" strike="noStrike" u="none">
                <a:solidFill>
                  <a:srgbClr val="77510e"/>
                </a:solidFill>
                <a:effectLst/>
                <a:uFillTx/>
                <a:latin typeface="Times New Roman"/>
              </a:rPr>
              <a:t>AUTHOR-SIDE CLOSED — PROOF PENDING</a:t>
            </a:r>
            <a:endParaRPr b="1" lang="en-US" sz="1420" strike="noStrike" u="none">
              <a:solidFill>
                <a:srgbClr val="77510e"/>
              </a:solidFill>
              <a:effectLst/>
              <a:uFillTx/>
              <a:latin typeface="Times New Roman"/>
              <a:ea typeface="Times New Roman"/>
            </a:endParaRPr>
          </a:p>
        </p:txBody>
      </p:sp>
      <p:sp>
        <p:nvSpPr>
          <p:cNvPr id="121" name=""/>
          <p:cNvSpPr txBox="1"/>
          <p:nvPr/>
        </p:nvSpPr>
        <p:spPr>
          <a:xfrm>
            <a:off x="1922760" y="5839920"/>
            <a:ext cx="2325960" cy="159120"/>
          </a:xfrm>
          <a:prstGeom prst="rect">
            <a:avLst/>
          </a:prstGeom>
          <a:noFill/>
          <a:ln w="0">
            <a:noFill/>
          </a:ln>
        </p:spPr>
        <p:txBody>
          <a:bodyPr wrap="none" lIns="0" rIns="0" tIns="0" bIns="0" anchor="t">
            <a:spAutoFit/>
          </a:bodyPr>
          <a:p>
            <a:r>
              <a:rPr b="0" i="1" lang="en-US" sz="1120" strike="noStrike" u="none">
                <a:solidFill>
                  <a:srgbClr val="77510e"/>
                </a:solidFill>
                <a:effectLst/>
                <a:uFillTx/>
                <a:latin typeface="Times New Roman"/>
              </a:rPr>
              <a:t>The required Word proof has not passed.</a:t>
            </a:r>
            <a:endParaRPr b="0" i="1" lang="en-US" sz="1120" strike="noStrike" u="none">
              <a:solidFill>
                <a:srgbClr val="77510e"/>
              </a:solidFill>
              <a:effectLst/>
              <a:uFillTx/>
              <a:latin typeface="Times New Roman"/>
              <a:ea typeface="Times New Roman"/>
            </a:endParaRPr>
          </a:p>
        </p:txBody>
      </p:sp>
      <p:sp>
        <p:nvSpPr>
          <p:cNvPr id="122" name=""/>
          <p:cNvSpPr/>
          <p:nvPr/>
        </p:nvSpPr>
        <p:spPr>
          <a:xfrm>
            <a:off x="6685920" y="5406840"/>
            <a:ext cx="5158440" cy="761040"/>
          </a:xfrm>
          <a:custGeom>
            <a:avLst/>
            <a:gdLst/>
            <a:ahLst/>
            <a:rect l="0" t="0" r="r" b="b"/>
            <a:pathLst>
              <a:path w="14329" h="2114">
                <a:moveTo>
                  <a:pt x="7165" y="2114"/>
                </a:moveTo>
                <a:lnTo>
                  <a:pt x="13959" y="2114"/>
                </a:lnTo>
                <a:cubicBezTo>
                  <a:pt x="14164" y="2114"/>
                  <a:pt x="14329" y="1948"/>
                  <a:pt x="14329" y="1744"/>
                </a:cubicBezTo>
                <a:lnTo>
                  <a:pt x="14329" y="370"/>
                </a:lnTo>
                <a:cubicBezTo>
                  <a:pt x="14329" y="166"/>
                  <a:pt x="14164" y="0"/>
                  <a:pt x="13959" y="0"/>
                </a:cubicBezTo>
                <a:lnTo>
                  <a:pt x="370" y="0"/>
                </a:lnTo>
                <a:cubicBezTo>
                  <a:pt x="165" y="0"/>
                  <a:pt x="0" y="166"/>
                  <a:pt x="0" y="370"/>
                </a:cubicBezTo>
                <a:lnTo>
                  <a:pt x="0" y="1744"/>
                </a:lnTo>
                <a:cubicBezTo>
                  <a:pt x="0" y="1948"/>
                  <a:pt x="165" y="2114"/>
                  <a:pt x="370" y="2114"/>
                </a:cubicBezTo>
                <a:lnTo>
                  <a:pt x="7165" y="2114"/>
                </a:lnTo>
                <a:close/>
              </a:path>
            </a:pathLst>
          </a:custGeom>
          <a:solidFill>
            <a:srgbClr val="eaf4eb"/>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23" name=""/>
          <p:cNvSpPr/>
          <p:nvPr/>
        </p:nvSpPr>
        <p:spPr>
          <a:xfrm>
            <a:off x="6685920" y="5406840"/>
            <a:ext cx="5158440" cy="761040"/>
          </a:xfrm>
          <a:custGeom>
            <a:avLst/>
            <a:gdLst/>
            <a:ahLst/>
            <a:rect l="0" t="0" r="r" b="b"/>
            <a:pathLst>
              <a:path w="14329" h="2114">
                <a:moveTo>
                  <a:pt x="7165" y="2114"/>
                </a:moveTo>
                <a:lnTo>
                  <a:pt x="13959" y="2114"/>
                </a:lnTo>
                <a:cubicBezTo>
                  <a:pt x="14164" y="2114"/>
                  <a:pt x="14329" y="1948"/>
                  <a:pt x="14329" y="1744"/>
                </a:cubicBezTo>
                <a:lnTo>
                  <a:pt x="14329" y="370"/>
                </a:lnTo>
                <a:cubicBezTo>
                  <a:pt x="14329" y="166"/>
                  <a:pt x="14164" y="0"/>
                  <a:pt x="13959" y="0"/>
                </a:cubicBezTo>
                <a:lnTo>
                  <a:pt x="370" y="0"/>
                </a:lnTo>
                <a:cubicBezTo>
                  <a:pt x="165" y="0"/>
                  <a:pt x="0" y="166"/>
                  <a:pt x="0" y="370"/>
                </a:cubicBezTo>
                <a:lnTo>
                  <a:pt x="0" y="1744"/>
                </a:lnTo>
                <a:cubicBezTo>
                  <a:pt x="0" y="1948"/>
                  <a:pt x="165" y="2114"/>
                  <a:pt x="370" y="2114"/>
                </a:cubicBezTo>
                <a:lnTo>
                  <a:pt x="7165" y="2114"/>
                </a:lnTo>
                <a:close/>
              </a:path>
            </a:pathLst>
          </a:custGeom>
          <a:noFill/>
          <a:ln w="28440">
            <a:solidFill>
              <a:srgbClr val="3b7650"/>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24" name=""/>
          <p:cNvSpPr txBox="1"/>
          <p:nvPr/>
        </p:nvSpPr>
        <p:spPr>
          <a:xfrm>
            <a:off x="7813800" y="5544720"/>
            <a:ext cx="2882520" cy="201600"/>
          </a:xfrm>
          <a:prstGeom prst="rect">
            <a:avLst/>
          </a:prstGeom>
          <a:noFill/>
          <a:ln w="0">
            <a:noFill/>
          </a:ln>
        </p:spPr>
        <p:txBody>
          <a:bodyPr wrap="none" lIns="0" rIns="0" tIns="0" bIns="0" anchor="t">
            <a:spAutoFit/>
          </a:bodyPr>
          <a:p>
            <a:r>
              <a:rPr b="1" lang="en-US" sz="1420" strike="noStrike" u="none">
                <a:solidFill>
                  <a:srgbClr val="2d5a3e"/>
                </a:solidFill>
                <a:effectLst/>
                <a:uFillTx/>
                <a:latin typeface="Times New Roman"/>
              </a:rPr>
              <a:t>AUTHOR-SIDE PROOF VERIFIED</a:t>
            </a:r>
            <a:endParaRPr b="1" lang="en-US" sz="1420" strike="noStrike" u="none">
              <a:solidFill>
                <a:srgbClr val="2d5a3e"/>
              </a:solidFill>
              <a:effectLst/>
              <a:uFillTx/>
              <a:latin typeface="Times New Roman"/>
              <a:ea typeface="Times New Roman"/>
            </a:endParaRPr>
          </a:p>
        </p:txBody>
      </p:sp>
      <p:sp>
        <p:nvSpPr>
          <p:cNvPr id="125" name=""/>
          <p:cNvSpPr txBox="1"/>
          <p:nvPr/>
        </p:nvSpPr>
        <p:spPr>
          <a:xfrm>
            <a:off x="7947000" y="5839920"/>
            <a:ext cx="2561760" cy="159120"/>
          </a:xfrm>
          <a:prstGeom prst="rect">
            <a:avLst/>
          </a:prstGeom>
          <a:noFill/>
          <a:ln w="0">
            <a:noFill/>
          </a:ln>
        </p:spPr>
        <p:txBody>
          <a:bodyPr wrap="none" lIns="0" rIns="0" tIns="0" bIns="0" anchor="t">
            <a:spAutoFit/>
          </a:bodyPr>
          <a:p>
            <a:r>
              <a:rPr b="0" i="1" lang="en-US" sz="1120" strike="noStrike" u="none">
                <a:solidFill>
                  <a:srgbClr val="2d5a3e"/>
                </a:solidFill>
                <a:effectLst/>
                <a:uFillTx/>
                <a:latin typeface="Times New Roman"/>
              </a:rPr>
              <a:t>Administrative and publisher checks remain.</a:t>
            </a:r>
            <a:endParaRPr b="0" i="1" lang="en-US" sz="1120" strike="noStrike" u="none">
              <a:solidFill>
                <a:srgbClr val="2d5a3e"/>
              </a:solidFill>
              <a:effectLst/>
              <a:uFillTx/>
              <a:latin typeface="Times New Roman"/>
              <a:ea typeface="Times New Roman"/>
            </a:endParaRPr>
          </a:p>
        </p:txBody>
      </p:sp>
      <p:sp>
        <p:nvSpPr>
          <p:cNvPr id="126" name=""/>
          <p:cNvSpPr/>
          <p:nvPr/>
        </p:nvSpPr>
        <p:spPr>
          <a:xfrm>
            <a:off x="5696280" y="5787360"/>
            <a:ext cx="875520" cy="0"/>
          </a:xfrm>
          <a:prstGeom prst="line">
            <a:avLst/>
          </a:prstGeom>
          <a:ln w="28440">
            <a:solidFill>
              <a:srgbClr val="284d7a"/>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27" name=""/>
          <p:cNvSpPr/>
          <p:nvPr/>
        </p:nvSpPr>
        <p:spPr>
          <a:xfrm>
            <a:off x="6314760" y="564480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28" name=""/>
          <p:cNvSpPr/>
          <p:nvPr/>
        </p:nvSpPr>
        <p:spPr>
          <a:xfrm>
            <a:off x="6314760" y="564480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29" name=""/>
          <p:cNvSpPr/>
          <p:nvPr/>
        </p:nvSpPr>
        <p:spPr>
          <a:xfrm>
            <a:off x="6314760" y="564480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0" name=""/>
          <p:cNvSpPr/>
          <p:nvPr/>
        </p:nvSpPr>
        <p:spPr>
          <a:xfrm>
            <a:off x="6314760" y="564480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1" name=""/>
          <p:cNvSpPr/>
          <p:nvPr/>
        </p:nvSpPr>
        <p:spPr>
          <a:xfrm>
            <a:off x="6314760" y="564480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2" name=""/>
          <p:cNvSpPr/>
          <p:nvPr/>
        </p:nvSpPr>
        <p:spPr>
          <a:xfrm>
            <a:off x="6314760" y="564480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3" name=""/>
          <p:cNvSpPr/>
          <p:nvPr/>
        </p:nvSpPr>
        <p:spPr>
          <a:xfrm>
            <a:off x="6314760" y="564480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4" name=""/>
          <p:cNvSpPr/>
          <p:nvPr/>
        </p:nvSpPr>
        <p:spPr>
          <a:xfrm>
            <a:off x="6314760" y="564480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5" name=""/>
          <p:cNvSpPr/>
          <p:nvPr/>
        </p:nvSpPr>
        <p:spPr>
          <a:xfrm>
            <a:off x="6314760" y="564480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6" name=""/>
          <p:cNvSpPr/>
          <p:nvPr/>
        </p:nvSpPr>
        <p:spPr>
          <a:xfrm>
            <a:off x="6314760" y="564480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2026-08-19T10:50:01Z</dcterms:created>
  <dc:creator>Antonio Clim and Martino Aldrigo</dc:creator>
  <dc:description>A semantic-first editorial pipeline moves from the accepted study through macro, meso and micro revision, package control and Microsoft Word proof. Semantic drift in evidence, comparison, uncertainty, population, causal status or claim scope returns to the earliest responsible gate. Technical defects trigger a cycle of DOCX repair, all-story field update, tagged PDF export, every-page inspection and proof recording. The final status distinguishes author-side closed with proof pending from author-side proof verified with administrative and publisher checks still pending. Native-object PPTX generated from the canonical SVG; all text, boxes, lines, arrows and colours remain separately editable.</dc:description>
  <dc:language>en-US</dc:language>
  <cp:lastModifiedBy/>
  <dcterms:modified xsi:type="dcterms:W3CDTF">2026-08-19T10:50:02Z</dcterms:modified>
  <cp:revision>1</cp:revision>
  <dc:subject>Fully editable native drawing objects</dc:subject>
  <dc:title>Figure 8.1. Semantic-first revision and proof-control pipeline</dc:title>
</cp:coreProperties>
</file>