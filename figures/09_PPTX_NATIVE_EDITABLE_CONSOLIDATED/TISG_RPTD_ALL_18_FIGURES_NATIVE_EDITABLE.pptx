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_rels/slide17.xml.rels" ContentType="application/vnd.openxmlformats-package.relationships+xml"/>
  <Override PartName="/ppt/slides/_rels/slide3.xml.rels" ContentType="application/vnd.openxmlformats-package.relationships+xml"/>
  <Override PartName="/ppt/slides/_rels/slide18.xml.rels" ContentType="application/vnd.openxmlformats-package.relationships+xml"/>
  <Override PartName="/ppt/slides/_rels/slide4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BDE0BF3-6717-4BAB-BC62-D865B494F6C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69603ED-BB7F-4668-9D79-06D779D4296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FF4E79E6-F5D6-4187-9AC5-CD52E4B1550C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"/>
          <p:cNvSpPr/>
          <p:nvPr/>
        </p:nvSpPr>
        <p:spPr>
          <a:xfrm>
            <a:off x="1074240" y="166320"/>
            <a:ext cx="10043280" cy="6525000"/>
          </a:xfrm>
          <a:custGeom>
            <a:avLst/>
            <a:gdLst/>
            <a:ahLst/>
            <a:rect l="0" t="0" r="r" b="b"/>
            <a:pathLst>
              <a:path w="27898" h="18125">
                <a:moveTo>
                  <a:pt x="0" y="0"/>
                </a:moveTo>
                <a:lnTo>
                  <a:pt x="27898" y="0"/>
                </a:lnTo>
                <a:lnTo>
                  <a:pt x="27898" y="18125"/>
                </a:lnTo>
                <a:lnTo>
                  <a:pt x="0" y="181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"/>
          <p:cNvSpPr/>
          <p:nvPr/>
        </p:nvSpPr>
        <p:spPr>
          <a:xfrm>
            <a:off x="1325160" y="316800"/>
            <a:ext cx="9541440" cy="1338480"/>
          </a:xfrm>
          <a:custGeom>
            <a:avLst/>
            <a:gdLst/>
            <a:ahLst/>
            <a:rect l="0" t="0" r="r" b="b"/>
            <a:pathLst>
              <a:path w="26504" h="3718">
                <a:moveTo>
                  <a:pt x="13253" y="3718"/>
                </a:moveTo>
                <a:lnTo>
                  <a:pt x="26178" y="3718"/>
                </a:lnTo>
                <a:cubicBezTo>
                  <a:pt x="26358" y="3718"/>
                  <a:pt x="26504" y="3573"/>
                  <a:pt x="26504" y="3393"/>
                </a:cubicBezTo>
                <a:lnTo>
                  <a:pt x="26504" y="325"/>
                </a:lnTo>
                <a:cubicBezTo>
                  <a:pt x="26504" y="146"/>
                  <a:pt x="26358" y="0"/>
                  <a:pt x="26178" y="0"/>
                </a:cubicBezTo>
                <a:lnTo>
                  <a:pt x="326" y="0"/>
                </a:lnTo>
                <a:cubicBezTo>
                  <a:pt x="146" y="0"/>
                  <a:pt x="0" y="146"/>
                  <a:pt x="0" y="325"/>
                </a:cubicBezTo>
                <a:lnTo>
                  <a:pt x="0" y="3393"/>
                </a:lnTo>
                <a:cubicBezTo>
                  <a:pt x="0" y="3573"/>
                  <a:pt x="146" y="3718"/>
                  <a:pt x="326" y="3718"/>
                </a:cubicBezTo>
                <a:lnTo>
                  <a:pt x="13253" y="3718"/>
                </a:lnTo>
                <a:close/>
              </a:path>
            </a:pathLst>
          </a:custGeom>
          <a:solidFill>
            <a:srgbClr val="f5f5f5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"/>
          <p:cNvSpPr/>
          <p:nvPr/>
        </p:nvSpPr>
        <p:spPr>
          <a:xfrm>
            <a:off x="1325160" y="316800"/>
            <a:ext cx="9541440" cy="1338480"/>
          </a:xfrm>
          <a:custGeom>
            <a:avLst/>
            <a:gdLst/>
            <a:ahLst/>
            <a:rect l="0" t="0" r="r" b="b"/>
            <a:pathLst>
              <a:path w="26504" h="3718">
                <a:moveTo>
                  <a:pt x="13253" y="3718"/>
                </a:moveTo>
                <a:lnTo>
                  <a:pt x="26178" y="3718"/>
                </a:lnTo>
                <a:cubicBezTo>
                  <a:pt x="26358" y="3718"/>
                  <a:pt x="26504" y="3573"/>
                  <a:pt x="26504" y="3393"/>
                </a:cubicBezTo>
                <a:lnTo>
                  <a:pt x="26504" y="325"/>
                </a:lnTo>
                <a:cubicBezTo>
                  <a:pt x="26504" y="146"/>
                  <a:pt x="26358" y="0"/>
                  <a:pt x="26178" y="0"/>
                </a:cubicBezTo>
                <a:lnTo>
                  <a:pt x="326" y="0"/>
                </a:lnTo>
                <a:cubicBezTo>
                  <a:pt x="146" y="0"/>
                  <a:pt x="0" y="146"/>
                  <a:pt x="0" y="325"/>
                </a:cubicBezTo>
                <a:lnTo>
                  <a:pt x="0" y="3393"/>
                </a:lnTo>
                <a:cubicBezTo>
                  <a:pt x="0" y="3573"/>
                  <a:pt x="146" y="3718"/>
                  <a:pt x="326" y="3718"/>
                </a:cubicBezTo>
                <a:lnTo>
                  <a:pt x="13253" y="3718"/>
                </a:lnTo>
                <a:close/>
              </a:path>
            </a:pathLst>
          </a:custGeom>
          <a:noFill/>
          <a:ln w="25200">
            <a:solidFill>
              <a:srgbClr val="555555"/>
            </a:solidFill>
            <a:miter/>
          </a:ln>
        </p:spPr>
        <p:txBody>
          <a:bodyPr lIns="102600" rIns="102600" tIns="57600" bIns="576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"/>
          <p:cNvSpPr txBox="1"/>
          <p:nvPr/>
        </p:nvSpPr>
        <p:spPr>
          <a:xfrm>
            <a:off x="4459680" y="371160"/>
            <a:ext cx="328536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11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EIGHT INQUIRY ROUTES</a:t>
            </a:r>
            <a:endParaRPr b="1" lang="en-US" sz="211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1" name=""/>
          <p:cNvSpPr txBox="1"/>
          <p:nvPr/>
        </p:nvSpPr>
        <p:spPr>
          <a:xfrm>
            <a:off x="4284000" y="689040"/>
            <a:ext cx="359316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152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one evidential spine, route-specific obligations</a:t>
            </a:r>
            <a:endParaRPr b="0" i="1" lang="en-US" sz="152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2" name=""/>
          <p:cNvSpPr txBox="1"/>
          <p:nvPr/>
        </p:nvSpPr>
        <p:spPr>
          <a:xfrm>
            <a:off x="1714320" y="990360"/>
            <a:ext cx="1542240" cy="225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58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Build-and-evaluate</a:t>
            </a:r>
            <a:endParaRPr b="0" lang="en-US" sz="158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3" name=""/>
          <p:cNvSpPr txBox="1"/>
          <p:nvPr/>
        </p:nvSpPr>
        <p:spPr>
          <a:xfrm>
            <a:off x="3815280" y="990360"/>
            <a:ext cx="2101680" cy="225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58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Algorithmic or simulation</a:t>
            </a:r>
            <a:endParaRPr b="0" lang="en-US" sz="158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4" name=""/>
          <p:cNvSpPr txBox="1"/>
          <p:nvPr/>
        </p:nvSpPr>
        <p:spPr>
          <a:xfrm>
            <a:off x="6041520" y="990360"/>
            <a:ext cx="2491920" cy="225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58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Predictive or machine-learning</a:t>
            </a:r>
            <a:endParaRPr b="0" lang="en-US" sz="158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5" name=""/>
          <p:cNvSpPr txBox="1"/>
          <p:nvPr/>
        </p:nvSpPr>
        <p:spPr>
          <a:xfrm>
            <a:off x="8769960" y="990360"/>
            <a:ext cx="1805040" cy="225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58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Quantitative empirical</a:t>
            </a:r>
            <a:endParaRPr b="0" lang="en-US" sz="158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6" name=""/>
          <p:cNvSpPr txBox="1"/>
          <p:nvPr/>
        </p:nvSpPr>
        <p:spPr>
          <a:xfrm>
            <a:off x="1722600" y="1249560"/>
            <a:ext cx="1526040" cy="225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58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Qualitative inquiry</a:t>
            </a:r>
            <a:endParaRPr b="0" lang="en-US" sz="158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7" name=""/>
          <p:cNvSpPr txBox="1"/>
          <p:nvPr/>
        </p:nvSpPr>
        <p:spPr>
          <a:xfrm>
            <a:off x="4443120" y="1249560"/>
            <a:ext cx="878040" cy="225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58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Case study</a:t>
            </a:r>
            <a:endParaRPr b="0" lang="en-US" sz="158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8" name=""/>
          <p:cNvSpPr txBox="1"/>
          <p:nvPr/>
        </p:nvSpPr>
        <p:spPr>
          <a:xfrm>
            <a:off x="6233760" y="1249560"/>
            <a:ext cx="2134800" cy="225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58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Formal evidence synthesis</a:t>
            </a:r>
            <a:endParaRPr b="0" lang="en-US" sz="158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9" name=""/>
          <p:cNvSpPr txBox="1"/>
          <p:nvPr/>
        </p:nvSpPr>
        <p:spPr>
          <a:xfrm>
            <a:off x="9171720" y="1249560"/>
            <a:ext cx="1034280" cy="225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58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Hybrid route</a:t>
            </a:r>
            <a:endParaRPr b="0" lang="en-US" sz="158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20" name=""/>
          <p:cNvSpPr/>
          <p:nvPr/>
        </p:nvSpPr>
        <p:spPr>
          <a:xfrm>
            <a:off x="1354320" y="1822680"/>
            <a:ext cx="9587880" cy="4684680"/>
          </a:xfrm>
          <a:custGeom>
            <a:avLst/>
            <a:gdLst/>
            <a:ahLst/>
            <a:rect l="0" t="0" r="r" b="b"/>
            <a:pathLst>
              <a:path fill="none" w="26633" h="13013">
                <a:moveTo>
                  <a:pt x="26190" y="9295"/>
                </a:moveTo>
                <a:cubicBezTo>
                  <a:pt x="26888" y="9295"/>
                  <a:pt x="26888" y="13013"/>
                  <a:pt x="25260" y="13013"/>
                </a:cubicBezTo>
                <a:lnTo>
                  <a:pt x="1082" y="13013"/>
                </a:lnTo>
                <a:cubicBezTo>
                  <a:pt x="-360" y="13013"/>
                  <a:pt x="-360" y="0"/>
                  <a:pt x="1082" y="0"/>
                </a:cubicBezTo>
                <a:lnTo>
                  <a:pt x="13172" y="0"/>
                </a:lnTo>
                <a:lnTo>
                  <a:pt x="13172" y="372"/>
                </a:lnTo>
              </a:path>
            </a:pathLst>
          </a:custGeom>
          <a:ln w="25200">
            <a:solidFill>
              <a:srgbClr val="777777"/>
            </a:solidFill>
            <a:miter/>
          </a:ln>
        </p:spPr>
        <p:txBody>
          <a:bodyPr lIns="102600" rIns="102600" tIns="57600" bIns="576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"/>
          <p:cNvSpPr/>
          <p:nvPr/>
        </p:nvSpPr>
        <p:spPr>
          <a:xfrm>
            <a:off x="5958000" y="1730520"/>
            <a:ext cx="275760" cy="276120"/>
          </a:xfrm>
          <a:custGeom>
            <a:avLst/>
            <a:gdLst/>
            <a:ahLst/>
            <a:rect l="0" t="0" r="r" b="b"/>
            <a:pathLst>
              <a:path w="766" h="767">
                <a:moveTo>
                  <a:pt x="766" y="0"/>
                </a:moveTo>
                <a:lnTo>
                  <a:pt x="384" y="767"/>
                </a:lnTo>
                <a:lnTo>
                  <a:pt x="0" y="0"/>
                </a:lnTo>
                <a:lnTo>
                  <a:pt x="766" y="0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"/>
          <p:cNvSpPr txBox="1"/>
          <p:nvPr/>
        </p:nvSpPr>
        <p:spPr>
          <a:xfrm>
            <a:off x="7263360" y="6503400"/>
            <a:ext cx="2719440" cy="191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132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recorded return when evidence changes</a:t>
            </a:r>
            <a:endParaRPr b="0" i="1" lang="en-US" sz="132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23" name=""/>
          <p:cNvSpPr/>
          <p:nvPr/>
        </p:nvSpPr>
        <p:spPr>
          <a:xfrm>
            <a:off x="4003560" y="2491920"/>
            <a:ext cx="736560" cy="0"/>
          </a:xfrm>
          <a:prstGeom prst="line">
            <a:avLst/>
          </a:prstGeom>
          <a:ln w="41760">
            <a:solidFill>
              <a:srgbClr val="44444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10880" rIns="110880" tIns="-65880" bIns="-658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"/>
          <p:cNvSpPr/>
          <p:nvPr/>
        </p:nvSpPr>
        <p:spPr>
          <a:xfrm>
            <a:off x="4363560" y="2261880"/>
            <a:ext cx="460440" cy="460080"/>
          </a:xfrm>
          <a:custGeom>
            <a:avLst/>
            <a:gdLst/>
            <a:ahLst/>
            <a:rect l="0" t="0" r="r" b="b"/>
            <a:pathLst>
              <a:path w="1279" h="1278">
                <a:moveTo>
                  <a:pt x="0" y="0"/>
                </a:moveTo>
                <a:lnTo>
                  <a:pt x="1279" y="639"/>
                </a:lnTo>
                <a:lnTo>
                  <a:pt x="0" y="1278"/>
                </a:lnTo>
                <a:lnTo>
                  <a:pt x="0" y="0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"/>
          <p:cNvSpPr/>
          <p:nvPr/>
        </p:nvSpPr>
        <p:spPr>
          <a:xfrm>
            <a:off x="4363560" y="2261880"/>
            <a:ext cx="460440" cy="460080"/>
          </a:xfrm>
          <a:custGeom>
            <a:avLst/>
            <a:gdLst/>
            <a:ahLst/>
            <a:rect l="0" t="0" r="r" b="b"/>
            <a:pathLst>
              <a:path w="1279" h="1278">
                <a:moveTo>
                  <a:pt x="0" y="0"/>
                </a:moveTo>
                <a:lnTo>
                  <a:pt x="1279" y="639"/>
                </a:lnTo>
                <a:lnTo>
                  <a:pt x="0" y="1278"/>
                </a:lnTo>
                <a:lnTo>
                  <a:pt x="0" y="0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"/>
          <p:cNvSpPr/>
          <p:nvPr/>
        </p:nvSpPr>
        <p:spPr>
          <a:xfrm>
            <a:off x="7392960" y="2491920"/>
            <a:ext cx="736560" cy="0"/>
          </a:xfrm>
          <a:prstGeom prst="line">
            <a:avLst/>
          </a:prstGeom>
          <a:ln w="41760">
            <a:solidFill>
              <a:srgbClr val="44444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10880" rIns="110880" tIns="-65880" bIns="-658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"/>
          <p:cNvSpPr/>
          <p:nvPr/>
        </p:nvSpPr>
        <p:spPr>
          <a:xfrm>
            <a:off x="7752960" y="2261880"/>
            <a:ext cx="460440" cy="460080"/>
          </a:xfrm>
          <a:custGeom>
            <a:avLst/>
            <a:gdLst/>
            <a:ahLst/>
            <a:rect l="0" t="0" r="r" b="b"/>
            <a:pathLst>
              <a:path w="1279" h="1278">
                <a:moveTo>
                  <a:pt x="0" y="0"/>
                </a:moveTo>
                <a:lnTo>
                  <a:pt x="1279" y="639"/>
                </a:lnTo>
                <a:lnTo>
                  <a:pt x="0" y="1278"/>
                </a:lnTo>
                <a:lnTo>
                  <a:pt x="0" y="0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"/>
          <p:cNvSpPr/>
          <p:nvPr/>
        </p:nvSpPr>
        <p:spPr>
          <a:xfrm>
            <a:off x="7752960" y="2261880"/>
            <a:ext cx="460440" cy="460080"/>
          </a:xfrm>
          <a:custGeom>
            <a:avLst/>
            <a:gdLst/>
            <a:ahLst/>
            <a:rect l="0" t="0" r="r" b="b"/>
            <a:pathLst>
              <a:path w="1279" h="1278">
                <a:moveTo>
                  <a:pt x="0" y="0"/>
                </a:moveTo>
                <a:lnTo>
                  <a:pt x="1279" y="639"/>
                </a:lnTo>
                <a:lnTo>
                  <a:pt x="0" y="1278"/>
                </a:lnTo>
                <a:lnTo>
                  <a:pt x="0" y="0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"/>
          <p:cNvSpPr/>
          <p:nvPr/>
        </p:nvSpPr>
        <p:spPr>
          <a:xfrm>
            <a:off x="7752960" y="2261880"/>
            <a:ext cx="460440" cy="460080"/>
          </a:xfrm>
          <a:custGeom>
            <a:avLst/>
            <a:gdLst/>
            <a:ahLst/>
            <a:rect l="0" t="0" r="r" b="b"/>
            <a:pathLst>
              <a:path w="1279" h="1278">
                <a:moveTo>
                  <a:pt x="0" y="0"/>
                </a:moveTo>
                <a:lnTo>
                  <a:pt x="1279" y="639"/>
                </a:lnTo>
                <a:lnTo>
                  <a:pt x="0" y="1278"/>
                </a:lnTo>
                <a:lnTo>
                  <a:pt x="0" y="0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"/>
          <p:cNvSpPr/>
          <p:nvPr/>
        </p:nvSpPr>
        <p:spPr>
          <a:xfrm>
            <a:off x="9485640" y="2994120"/>
            <a:ext cx="0" cy="292680"/>
          </a:xfrm>
          <a:prstGeom prst="line">
            <a:avLst/>
          </a:prstGeom>
          <a:ln w="41760">
            <a:solidFill>
              <a:srgbClr val="44444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10880" rIns="110880" tIns="65880" bIns="658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"/>
          <p:cNvSpPr/>
          <p:nvPr/>
        </p:nvSpPr>
        <p:spPr>
          <a:xfrm>
            <a:off x="9255240" y="2910240"/>
            <a:ext cx="460440" cy="460080"/>
          </a:xfrm>
          <a:custGeom>
            <a:avLst/>
            <a:gdLst/>
            <a:ahLst/>
            <a:rect l="0" t="0" r="r" b="b"/>
            <a:pathLst>
              <a:path w="1279" h="1278">
                <a:moveTo>
                  <a:pt x="1279" y="0"/>
                </a:moveTo>
                <a:lnTo>
                  <a:pt x="640" y="1278"/>
                </a:lnTo>
                <a:lnTo>
                  <a:pt x="0" y="0"/>
                </a:lnTo>
                <a:lnTo>
                  <a:pt x="1279" y="0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"/>
          <p:cNvSpPr/>
          <p:nvPr/>
        </p:nvSpPr>
        <p:spPr>
          <a:xfrm>
            <a:off x="9255240" y="2910240"/>
            <a:ext cx="460440" cy="460080"/>
          </a:xfrm>
          <a:custGeom>
            <a:avLst/>
            <a:gdLst/>
            <a:ahLst/>
            <a:rect l="0" t="0" r="r" b="b"/>
            <a:pathLst>
              <a:path w="1279" h="1278">
                <a:moveTo>
                  <a:pt x="1279" y="0"/>
                </a:moveTo>
                <a:lnTo>
                  <a:pt x="640" y="1278"/>
                </a:lnTo>
                <a:lnTo>
                  <a:pt x="0" y="0"/>
                </a:lnTo>
                <a:lnTo>
                  <a:pt x="1279" y="0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" name=""/>
          <p:cNvSpPr/>
          <p:nvPr/>
        </p:nvSpPr>
        <p:spPr>
          <a:xfrm>
            <a:off x="9255240" y="2910240"/>
            <a:ext cx="460440" cy="460080"/>
          </a:xfrm>
          <a:custGeom>
            <a:avLst/>
            <a:gdLst/>
            <a:ahLst/>
            <a:rect l="0" t="0" r="r" b="b"/>
            <a:pathLst>
              <a:path w="1279" h="1278">
                <a:moveTo>
                  <a:pt x="1279" y="0"/>
                </a:moveTo>
                <a:lnTo>
                  <a:pt x="640" y="1278"/>
                </a:lnTo>
                <a:lnTo>
                  <a:pt x="0" y="0"/>
                </a:lnTo>
                <a:lnTo>
                  <a:pt x="1279" y="0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"/>
          <p:cNvSpPr/>
          <p:nvPr/>
        </p:nvSpPr>
        <p:spPr>
          <a:xfrm>
            <a:off x="9255240" y="2910240"/>
            <a:ext cx="460440" cy="460080"/>
          </a:xfrm>
          <a:custGeom>
            <a:avLst/>
            <a:gdLst/>
            <a:ahLst/>
            <a:rect l="0" t="0" r="r" b="b"/>
            <a:pathLst>
              <a:path w="1279" h="1278">
                <a:moveTo>
                  <a:pt x="1279" y="0"/>
                </a:moveTo>
                <a:lnTo>
                  <a:pt x="640" y="1278"/>
                </a:lnTo>
                <a:lnTo>
                  <a:pt x="0" y="0"/>
                </a:lnTo>
                <a:lnTo>
                  <a:pt x="1279" y="0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"/>
          <p:cNvSpPr/>
          <p:nvPr/>
        </p:nvSpPr>
        <p:spPr>
          <a:xfrm flipH="1">
            <a:off x="7451640" y="3830040"/>
            <a:ext cx="694800" cy="0"/>
          </a:xfrm>
          <a:prstGeom prst="line">
            <a:avLst/>
          </a:prstGeom>
          <a:ln w="41760">
            <a:solidFill>
              <a:srgbClr val="44444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10880" rIns="110880" tIns="-65880" bIns="-658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"/>
          <p:cNvSpPr/>
          <p:nvPr/>
        </p:nvSpPr>
        <p:spPr>
          <a:xfrm>
            <a:off x="7367760" y="3600000"/>
            <a:ext cx="460440" cy="460440"/>
          </a:xfrm>
          <a:custGeom>
            <a:avLst/>
            <a:gdLst/>
            <a:ahLst/>
            <a:rect l="0" t="0" r="r" b="b"/>
            <a:pathLst>
              <a:path w="1279" h="1279">
                <a:moveTo>
                  <a:pt x="1279" y="1279"/>
                </a:moveTo>
                <a:lnTo>
                  <a:pt x="0" y="639"/>
                </a:lnTo>
                <a:lnTo>
                  <a:pt x="1279" y="0"/>
                </a:lnTo>
                <a:lnTo>
                  <a:pt x="1279" y="1279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"/>
          <p:cNvSpPr/>
          <p:nvPr/>
        </p:nvSpPr>
        <p:spPr>
          <a:xfrm>
            <a:off x="7367760" y="3600000"/>
            <a:ext cx="460440" cy="460440"/>
          </a:xfrm>
          <a:custGeom>
            <a:avLst/>
            <a:gdLst/>
            <a:ahLst/>
            <a:rect l="0" t="0" r="r" b="b"/>
            <a:pathLst>
              <a:path w="1279" h="1279">
                <a:moveTo>
                  <a:pt x="1279" y="1279"/>
                </a:moveTo>
                <a:lnTo>
                  <a:pt x="0" y="639"/>
                </a:lnTo>
                <a:lnTo>
                  <a:pt x="1279" y="0"/>
                </a:lnTo>
                <a:lnTo>
                  <a:pt x="1279" y="1279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"/>
          <p:cNvSpPr/>
          <p:nvPr/>
        </p:nvSpPr>
        <p:spPr>
          <a:xfrm>
            <a:off x="7367760" y="3600000"/>
            <a:ext cx="460440" cy="460440"/>
          </a:xfrm>
          <a:custGeom>
            <a:avLst/>
            <a:gdLst/>
            <a:ahLst/>
            <a:rect l="0" t="0" r="r" b="b"/>
            <a:pathLst>
              <a:path w="1279" h="1279">
                <a:moveTo>
                  <a:pt x="1279" y="1279"/>
                </a:moveTo>
                <a:lnTo>
                  <a:pt x="0" y="639"/>
                </a:lnTo>
                <a:lnTo>
                  <a:pt x="1279" y="0"/>
                </a:lnTo>
                <a:lnTo>
                  <a:pt x="1279" y="1279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"/>
          <p:cNvSpPr/>
          <p:nvPr/>
        </p:nvSpPr>
        <p:spPr>
          <a:xfrm>
            <a:off x="7367760" y="3600000"/>
            <a:ext cx="460440" cy="460440"/>
          </a:xfrm>
          <a:custGeom>
            <a:avLst/>
            <a:gdLst/>
            <a:ahLst/>
            <a:rect l="0" t="0" r="r" b="b"/>
            <a:pathLst>
              <a:path w="1279" h="1279">
                <a:moveTo>
                  <a:pt x="1279" y="1279"/>
                </a:moveTo>
                <a:lnTo>
                  <a:pt x="0" y="639"/>
                </a:lnTo>
                <a:lnTo>
                  <a:pt x="1279" y="0"/>
                </a:lnTo>
                <a:lnTo>
                  <a:pt x="1279" y="1279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" name=""/>
          <p:cNvSpPr/>
          <p:nvPr/>
        </p:nvSpPr>
        <p:spPr>
          <a:xfrm>
            <a:off x="7367760" y="3600000"/>
            <a:ext cx="460440" cy="460440"/>
          </a:xfrm>
          <a:custGeom>
            <a:avLst/>
            <a:gdLst/>
            <a:ahLst/>
            <a:rect l="0" t="0" r="r" b="b"/>
            <a:pathLst>
              <a:path w="1279" h="1279">
                <a:moveTo>
                  <a:pt x="1279" y="1279"/>
                </a:moveTo>
                <a:lnTo>
                  <a:pt x="0" y="639"/>
                </a:lnTo>
                <a:lnTo>
                  <a:pt x="1279" y="0"/>
                </a:lnTo>
                <a:lnTo>
                  <a:pt x="1279" y="1279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"/>
          <p:cNvSpPr/>
          <p:nvPr/>
        </p:nvSpPr>
        <p:spPr>
          <a:xfrm flipH="1">
            <a:off x="4062240" y="3830040"/>
            <a:ext cx="694800" cy="0"/>
          </a:xfrm>
          <a:prstGeom prst="line">
            <a:avLst/>
          </a:prstGeom>
          <a:ln w="41760">
            <a:solidFill>
              <a:srgbClr val="44444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10880" rIns="110880" tIns="-65880" bIns="-658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"/>
          <p:cNvSpPr/>
          <p:nvPr/>
        </p:nvSpPr>
        <p:spPr>
          <a:xfrm>
            <a:off x="3978360" y="3600000"/>
            <a:ext cx="460440" cy="460440"/>
          </a:xfrm>
          <a:custGeom>
            <a:avLst/>
            <a:gdLst/>
            <a:ahLst/>
            <a:rect l="0" t="0" r="r" b="b"/>
            <a:pathLst>
              <a:path w="1279" h="1279">
                <a:moveTo>
                  <a:pt x="1279" y="1279"/>
                </a:moveTo>
                <a:lnTo>
                  <a:pt x="0" y="639"/>
                </a:lnTo>
                <a:lnTo>
                  <a:pt x="1279" y="0"/>
                </a:lnTo>
                <a:lnTo>
                  <a:pt x="1279" y="1279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" name=""/>
          <p:cNvSpPr/>
          <p:nvPr/>
        </p:nvSpPr>
        <p:spPr>
          <a:xfrm>
            <a:off x="3978360" y="3600000"/>
            <a:ext cx="460440" cy="460440"/>
          </a:xfrm>
          <a:custGeom>
            <a:avLst/>
            <a:gdLst/>
            <a:ahLst/>
            <a:rect l="0" t="0" r="r" b="b"/>
            <a:pathLst>
              <a:path w="1279" h="1279">
                <a:moveTo>
                  <a:pt x="1279" y="1279"/>
                </a:moveTo>
                <a:lnTo>
                  <a:pt x="0" y="639"/>
                </a:lnTo>
                <a:lnTo>
                  <a:pt x="1279" y="0"/>
                </a:lnTo>
                <a:lnTo>
                  <a:pt x="1279" y="1279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" name=""/>
          <p:cNvSpPr/>
          <p:nvPr/>
        </p:nvSpPr>
        <p:spPr>
          <a:xfrm>
            <a:off x="3978360" y="3600000"/>
            <a:ext cx="460440" cy="460440"/>
          </a:xfrm>
          <a:custGeom>
            <a:avLst/>
            <a:gdLst/>
            <a:ahLst/>
            <a:rect l="0" t="0" r="r" b="b"/>
            <a:pathLst>
              <a:path w="1279" h="1279">
                <a:moveTo>
                  <a:pt x="1279" y="1279"/>
                </a:moveTo>
                <a:lnTo>
                  <a:pt x="0" y="639"/>
                </a:lnTo>
                <a:lnTo>
                  <a:pt x="1279" y="0"/>
                </a:lnTo>
                <a:lnTo>
                  <a:pt x="1279" y="1279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"/>
          <p:cNvSpPr/>
          <p:nvPr/>
        </p:nvSpPr>
        <p:spPr>
          <a:xfrm>
            <a:off x="3978360" y="3600000"/>
            <a:ext cx="460440" cy="460440"/>
          </a:xfrm>
          <a:custGeom>
            <a:avLst/>
            <a:gdLst/>
            <a:ahLst/>
            <a:rect l="0" t="0" r="r" b="b"/>
            <a:pathLst>
              <a:path w="1279" h="1279">
                <a:moveTo>
                  <a:pt x="1279" y="1279"/>
                </a:moveTo>
                <a:lnTo>
                  <a:pt x="0" y="639"/>
                </a:lnTo>
                <a:lnTo>
                  <a:pt x="1279" y="0"/>
                </a:lnTo>
                <a:lnTo>
                  <a:pt x="1279" y="1279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"/>
          <p:cNvSpPr/>
          <p:nvPr/>
        </p:nvSpPr>
        <p:spPr>
          <a:xfrm>
            <a:off x="3978360" y="3600000"/>
            <a:ext cx="460440" cy="460440"/>
          </a:xfrm>
          <a:custGeom>
            <a:avLst/>
            <a:gdLst/>
            <a:ahLst/>
            <a:rect l="0" t="0" r="r" b="b"/>
            <a:pathLst>
              <a:path w="1279" h="1279">
                <a:moveTo>
                  <a:pt x="1279" y="1279"/>
                </a:moveTo>
                <a:lnTo>
                  <a:pt x="0" y="639"/>
                </a:lnTo>
                <a:lnTo>
                  <a:pt x="1279" y="0"/>
                </a:lnTo>
                <a:lnTo>
                  <a:pt x="1279" y="1279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"/>
          <p:cNvSpPr/>
          <p:nvPr/>
        </p:nvSpPr>
        <p:spPr>
          <a:xfrm>
            <a:off x="3978360" y="3600000"/>
            <a:ext cx="460440" cy="460440"/>
          </a:xfrm>
          <a:custGeom>
            <a:avLst/>
            <a:gdLst/>
            <a:ahLst/>
            <a:rect l="0" t="0" r="r" b="b"/>
            <a:pathLst>
              <a:path w="1279" h="1279">
                <a:moveTo>
                  <a:pt x="1279" y="1279"/>
                </a:moveTo>
                <a:lnTo>
                  <a:pt x="0" y="639"/>
                </a:lnTo>
                <a:lnTo>
                  <a:pt x="1279" y="0"/>
                </a:lnTo>
                <a:lnTo>
                  <a:pt x="1279" y="1279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"/>
          <p:cNvSpPr/>
          <p:nvPr/>
        </p:nvSpPr>
        <p:spPr>
          <a:xfrm>
            <a:off x="2706120" y="4332240"/>
            <a:ext cx="0" cy="292680"/>
          </a:xfrm>
          <a:prstGeom prst="line">
            <a:avLst/>
          </a:prstGeom>
          <a:ln w="41760">
            <a:solidFill>
              <a:srgbClr val="44444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10880" rIns="110880" tIns="65880" bIns="658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"/>
          <p:cNvSpPr/>
          <p:nvPr/>
        </p:nvSpPr>
        <p:spPr>
          <a:xfrm>
            <a:off x="2476080" y="4248360"/>
            <a:ext cx="460440" cy="460440"/>
          </a:xfrm>
          <a:custGeom>
            <a:avLst/>
            <a:gdLst/>
            <a:ahLst/>
            <a:rect l="0" t="0" r="r" b="b"/>
            <a:pathLst>
              <a:path w="1279" h="1279">
                <a:moveTo>
                  <a:pt x="1279" y="0"/>
                </a:moveTo>
                <a:lnTo>
                  <a:pt x="639" y="1279"/>
                </a:lnTo>
                <a:lnTo>
                  <a:pt x="0" y="0"/>
                </a:lnTo>
                <a:lnTo>
                  <a:pt x="1279" y="0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"/>
          <p:cNvSpPr/>
          <p:nvPr/>
        </p:nvSpPr>
        <p:spPr>
          <a:xfrm>
            <a:off x="2476080" y="4248360"/>
            <a:ext cx="460440" cy="460440"/>
          </a:xfrm>
          <a:custGeom>
            <a:avLst/>
            <a:gdLst/>
            <a:ahLst/>
            <a:rect l="0" t="0" r="r" b="b"/>
            <a:pathLst>
              <a:path w="1279" h="1279">
                <a:moveTo>
                  <a:pt x="1279" y="0"/>
                </a:moveTo>
                <a:lnTo>
                  <a:pt x="639" y="1279"/>
                </a:lnTo>
                <a:lnTo>
                  <a:pt x="0" y="0"/>
                </a:lnTo>
                <a:lnTo>
                  <a:pt x="1279" y="0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"/>
          <p:cNvSpPr/>
          <p:nvPr/>
        </p:nvSpPr>
        <p:spPr>
          <a:xfrm>
            <a:off x="2476080" y="4248360"/>
            <a:ext cx="460440" cy="460440"/>
          </a:xfrm>
          <a:custGeom>
            <a:avLst/>
            <a:gdLst/>
            <a:ahLst/>
            <a:rect l="0" t="0" r="r" b="b"/>
            <a:pathLst>
              <a:path w="1279" h="1279">
                <a:moveTo>
                  <a:pt x="1279" y="0"/>
                </a:moveTo>
                <a:lnTo>
                  <a:pt x="639" y="1279"/>
                </a:lnTo>
                <a:lnTo>
                  <a:pt x="0" y="0"/>
                </a:lnTo>
                <a:lnTo>
                  <a:pt x="1279" y="0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"/>
          <p:cNvSpPr/>
          <p:nvPr/>
        </p:nvSpPr>
        <p:spPr>
          <a:xfrm>
            <a:off x="2476080" y="4248360"/>
            <a:ext cx="460440" cy="460440"/>
          </a:xfrm>
          <a:custGeom>
            <a:avLst/>
            <a:gdLst/>
            <a:ahLst/>
            <a:rect l="0" t="0" r="r" b="b"/>
            <a:pathLst>
              <a:path w="1279" h="1279">
                <a:moveTo>
                  <a:pt x="1279" y="0"/>
                </a:moveTo>
                <a:lnTo>
                  <a:pt x="639" y="1279"/>
                </a:lnTo>
                <a:lnTo>
                  <a:pt x="0" y="0"/>
                </a:lnTo>
                <a:lnTo>
                  <a:pt x="1279" y="0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"/>
          <p:cNvSpPr/>
          <p:nvPr/>
        </p:nvSpPr>
        <p:spPr>
          <a:xfrm>
            <a:off x="2476080" y="4248360"/>
            <a:ext cx="460440" cy="460440"/>
          </a:xfrm>
          <a:custGeom>
            <a:avLst/>
            <a:gdLst/>
            <a:ahLst/>
            <a:rect l="0" t="0" r="r" b="b"/>
            <a:pathLst>
              <a:path w="1279" h="1279">
                <a:moveTo>
                  <a:pt x="1279" y="0"/>
                </a:moveTo>
                <a:lnTo>
                  <a:pt x="639" y="1279"/>
                </a:lnTo>
                <a:lnTo>
                  <a:pt x="0" y="0"/>
                </a:lnTo>
                <a:lnTo>
                  <a:pt x="1279" y="0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"/>
          <p:cNvSpPr/>
          <p:nvPr/>
        </p:nvSpPr>
        <p:spPr>
          <a:xfrm>
            <a:off x="2476080" y="4248360"/>
            <a:ext cx="460440" cy="460440"/>
          </a:xfrm>
          <a:custGeom>
            <a:avLst/>
            <a:gdLst/>
            <a:ahLst/>
            <a:rect l="0" t="0" r="r" b="b"/>
            <a:pathLst>
              <a:path w="1279" h="1279">
                <a:moveTo>
                  <a:pt x="1279" y="0"/>
                </a:moveTo>
                <a:lnTo>
                  <a:pt x="639" y="1279"/>
                </a:lnTo>
                <a:lnTo>
                  <a:pt x="0" y="0"/>
                </a:lnTo>
                <a:lnTo>
                  <a:pt x="1279" y="0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"/>
          <p:cNvSpPr/>
          <p:nvPr/>
        </p:nvSpPr>
        <p:spPr>
          <a:xfrm>
            <a:off x="2476080" y="4248360"/>
            <a:ext cx="460440" cy="460440"/>
          </a:xfrm>
          <a:custGeom>
            <a:avLst/>
            <a:gdLst/>
            <a:ahLst/>
            <a:rect l="0" t="0" r="r" b="b"/>
            <a:pathLst>
              <a:path w="1279" h="1279">
                <a:moveTo>
                  <a:pt x="1279" y="0"/>
                </a:moveTo>
                <a:lnTo>
                  <a:pt x="639" y="1279"/>
                </a:lnTo>
                <a:lnTo>
                  <a:pt x="0" y="0"/>
                </a:lnTo>
                <a:lnTo>
                  <a:pt x="1279" y="0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"/>
          <p:cNvSpPr/>
          <p:nvPr/>
        </p:nvSpPr>
        <p:spPr>
          <a:xfrm>
            <a:off x="4003560" y="5168880"/>
            <a:ext cx="736560" cy="0"/>
          </a:xfrm>
          <a:prstGeom prst="line">
            <a:avLst/>
          </a:prstGeom>
          <a:ln w="41760">
            <a:solidFill>
              <a:srgbClr val="44444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10880" rIns="110880" tIns="-65880" bIns="-658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"/>
          <p:cNvSpPr/>
          <p:nvPr/>
        </p:nvSpPr>
        <p:spPr>
          <a:xfrm>
            <a:off x="4363560" y="4938840"/>
            <a:ext cx="460440" cy="460080"/>
          </a:xfrm>
          <a:custGeom>
            <a:avLst/>
            <a:gdLst/>
            <a:ahLst/>
            <a:rect l="0" t="0" r="r" b="b"/>
            <a:pathLst>
              <a:path w="1279" h="1278">
                <a:moveTo>
                  <a:pt x="0" y="0"/>
                </a:moveTo>
                <a:lnTo>
                  <a:pt x="1279" y="639"/>
                </a:lnTo>
                <a:lnTo>
                  <a:pt x="0" y="1278"/>
                </a:lnTo>
                <a:lnTo>
                  <a:pt x="0" y="0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"/>
          <p:cNvSpPr/>
          <p:nvPr/>
        </p:nvSpPr>
        <p:spPr>
          <a:xfrm>
            <a:off x="4363560" y="4938840"/>
            <a:ext cx="460440" cy="460080"/>
          </a:xfrm>
          <a:custGeom>
            <a:avLst/>
            <a:gdLst/>
            <a:ahLst/>
            <a:rect l="0" t="0" r="r" b="b"/>
            <a:pathLst>
              <a:path w="1279" h="1278">
                <a:moveTo>
                  <a:pt x="0" y="0"/>
                </a:moveTo>
                <a:lnTo>
                  <a:pt x="1279" y="639"/>
                </a:lnTo>
                <a:lnTo>
                  <a:pt x="0" y="1278"/>
                </a:lnTo>
                <a:lnTo>
                  <a:pt x="0" y="0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"/>
          <p:cNvSpPr/>
          <p:nvPr/>
        </p:nvSpPr>
        <p:spPr>
          <a:xfrm>
            <a:off x="4363560" y="4938840"/>
            <a:ext cx="460440" cy="460080"/>
          </a:xfrm>
          <a:custGeom>
            <a:avLst/>
            <a:gdLst/>
            <a:ahLst/>
            <a:rect l="0" t="0" r="r" b="b"/>
            <a:pathLst>
              <a:path w="1279" h="1278">
                <a:moveTo>
                  <a:pt x="0" y="0"/>
                </a:moveTo>
                <a:lnTo>
                  <a:pt x="1279" y="639"/>
                </a:lnTo>
                <a:lnTo>
                  <a:pt x="0" y="1278"/>
                </a:lnTo>
                <a:lnTo>
                  <a:pt x="0" y="0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"/>
          <p:cNvSpPr/>
          <p:nvPr/>
        </p:nvSpPr>
        <p:spPr>
          <a:xfrm>
            <a:off x="4363560" y="4938840"/>
            <a:ext cx="460440" cy="460080"/>
          </a:xfrm>
          <a:custGeom>
            <a:avLst/>
            <a:gdLst/>
            <a:ahLst/>
            <a:rect l="0" t="0" r="r" b="b"/>
            <a:pathLst>
              <a:path w="1279" h="1278">
                <a:moveTo>
                  <a:pt x="0" y="0"/>
                </a:moveTo>
                <a:lnTo>
                  <a:pt x="1279" y="639"/>
                </a:lnTo>
                <a:lnTo>
                  <a:pt x="0" y="1278"/>
                </a:lnTo>
                <a:lnTo>
                  <a:pt x="0" y="0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"/>
          <p:cNvSpPr/>
          <p:nvPr/>
        </p:nvSpPr>
        <p:spPr>
          <a:xfrm>
            <a:off x="4363560" y="4938840"/>
            <a:ext cx="460440" cy="460080"/>
          </a:xfrm>
          <a:custGeom>
            <a:avLst/>
            <a:gdLst/>
            <a:ahLst/>
            <a:rect l="0" t="0" r="r" b="b"/>
            <a:pathLst>
              <a:path w="1279" h="1278">
                <a:moveTo>
                  <a:pt x="0" y="0"/>
                </a:moveTo>
                <a:lnTo>
                  <a:pt x="1279" y="639"/>
                </a:lnTo>
                <a:lnTo>
                  <a:pt x="0" y="1278"/>
                </a:lnTo>
                <a:lnTo>
                  <a:pt x="0" y="0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"/>
          <p:cNvSpPr/>
          <p:nvPr/>
        </p:nvSpPr>
        <p:spPr>
          <a:xfrm>
            <a:off x="4363560" y="4938840"/>
            <a:ext cx="460440" cy="460080"/>
          </a:xfrm>
          <a:custGeom>
            <a:avLst/>
            <a:gdLst/>
            <a:ahLst/>
            <a:rect l="0" t="0" r="r" b="b"/>
            <a:pathLst>
              <a:path w="1279" h="1278">
                <a:moveTo>
                  <a:pt x="0" y="0"/>
                </a:moveTo>
                <a:lnTo>
                  <a:pt x="1279" y="639"/>
                </a:lnTo>
                <a:lnTo>
                  <a:pt x="0" y="1278"/>
                </a:lnTo>
                <a:lnTo>
                  <a:pt x="0" y="0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"/>
          <p:cNvSpPr/>
          <p:nvPr/>
        </p:nvSpPr>
        <p:spPr>
          <a:xfrm>
            <a:off x="4363560" y="4938840"/>
            <a:ext cx="460440" cy="460080"/>
          </a:xfrm>
          <a:custGeom>
            <a:avLst/>
            <a:gdLst/>
            <a:ahLst/>
            <a:rect l="0" t="0" r="r" b="b"/>
            <a:pathLst>
              <a:path w="1279" h="1278">
                <a:moveTo>
                  <a:pt x="0" y="0"/>
                </a:moveTo>
                <a:lnTo>
                  <a:pt x="1279" y="639"/>
                </a:lnTo>
                <a:lnTo>
                  <a:pt x="0" y="1278"/>
                </a:lnTo>
                <a:lnTo>
                  <a:pt x="0" y="0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"/>
          <p:cNvSpPr/>
          <p:nvPr/>
        </p:nvSpPr>
        <p:spPr>
          <a:xfrm>
            <a:off x="4363560" y="4938840"/>
            <a:ext cx="460440" cy="460080"/>
          </a:xfrm>
          <a:custGeom>
            <a:avLst/>
            <a:gdLst/>
            <a:ahLst/>
            <a:rect l="0" t="0" r="r" b="b"/>
            <a:pathLst>
              <a:path w="1279" h="1278">
                <a:moveTo>
                  <a:pt x="0" y="0"/>
                </a:moveTo>
                <a:lnTo>
                  <a:pt x="1279" y="639"/>
                </a:lnTo>
                <a:lnTo>
                  <a:pt x="0" y="1278"/>
                </a:lnTo>
                <a:lnTo>
                  <a:pt x="0" y="0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"/>
          <p:cNvSpPr/>
          <p:nvPr/>
        </p:nvSpPr>
        <p:spPr>
          <a:xfrm>
            <a:off x="7392960" y="5168880"/>
            <a:ext cx="736560" cy="0"/>
          </a:xfrm>
          <a:prstGeom prst="line">
            <a:avLst/>
          </a:prstGeom>
          <a:ln w="41760">
            <a:solidFill>
              <a:srgbClr val="44444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10880" rIns="110880" tIns="-65880" bIns="-658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"/>
          <p:cNvSpPr/>
          <p:nvPr/>
        </p:nvSpPr>
        <p:spPr>
          <a:xfrm>
            <a:off x="7752960" y="4938840"/>
            <a:ext cx="460440" cy="460080"/>
          </a:xfrm>
          <a:custGeom>
            <a:avLst/>
            <a:gdLst/>
            <a:ahLst/>
            <a:rect l="0" t="0" r="r" b="b"/>
            <a:pathLst>
              <a:path w="1279" h="1278">
                <a:moveTo>
                  <a:pt x="0" y="0"/>
                </a:moveTo>
                <a:lnTo>
                  <a:pt x="1279" y="639"/>
                </a:lnTo>
                <a:lnTo>
                  <a:pt x="0" y="1278"/>
                </a:lnTo>
                <a:lnTo>
                  <a:pt x="0" y="0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"/>
          <p:cNvSpPr/>
          <p:nvPr/>
        </p:nvSpPr>
        <p:spPr>
          <a:xfrm>
            <a:off x="7752960" y="4938840"/>
            <a:ext cx="460440" cy="460080"/>
          </a:xfrm>
          <a:custGeom>
            <a:avLst/>
            <a:gdLst/>
            <a:ahLst/>
            <a:rect l="0" t="0" r="r" b="b"/>
            <a:pathLst>
              <a:path w="1279" h="1278">
                <a:moveTo>
                  <a:pt x="0" y="0"/>
                </a:moveTo>
                <a:lnTo>
                  <a:pt x="1279" y="639"/>
                </a:lnTo>
                <a:lnTo>
                  <a:pt x="0" y="1278"/>
                </a:lnTo>
                <a:lnTo>
                  <a:pt x="0" y="0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"/>
          <p:cNvSpPr/>
          <p:nvPr/>
        </p:nvSpPr>
        <p:spPr>
          <a:xfrm>
            <a:off x="7752960" y="4938840"/>
            <a:ext cx="460440" cy="460080"/>
          </a:xfrm>
          <a:custGeom>
            <a:avLst/>
            <a:gdLst/>
            <a:ahLst/>
            <a:rect l="0" t="0" r="r" b="b"/>
            <a:pathLst>
              <a:path w="1279" h="1278">
                <a:moveTo>
                  <a:pt x="0" y="0"/>
                </a:moveTo>
                <a:lnTo>
                  <a:pt x="1279" y="639"/>
                </a:lnTo>
                <a:lnTo>
                  <a:pt x="0" y="1278"/>
                </a:lnTo>
                <a:lnTo>
                  <a:pt x="0" y="0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"/>
          <p:cNvSpPr/>
          <p:nvPr/>
        </p:nvSpPr>
        <p:spPr>
          <a:xfrm>
            <a:off x="7752960" y="4938840"/>
            <a:ext cx="460440" cy="460080"/>
          </a:xfrm>
          <a:custGeom>
            <a:avLst/>
            <a:gdLst/>
            <a:ahLst/>
            <a:rect l="0" t="0" r="r" b="b"/>
            <a:pathLst>
              <a:path w="1279" h="1278">
                <a:moveTo>
                  <a:pt x="0" y="0"/>
                </a:moveTo>
                <a:lnTo>
                  <a:pt x="1279" y="639"/>
                </a:lnTo>
                <a:lnTo>
                  <a:pt x="0" y="1278"/>
                </a:lnTo>
                <a:lnTo>
                  <a:pt x="0" y="0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"/>
          <p:cNvSpPr/>
          <p:nvPr/>
        </p:nvSpPr>
        <p:spPr>
          <a:xfrm>
            <a:off x="7752960" y="4938840"/>
            <a:ext cx="460440" cy="460080"/>
          </a:xfrm>
          <a:custGeom>
            <a:avLst/>
            <a:gdLst/>
            <a:ahLst/>
            <a:rect l="0" t="0" r="r" b="b"/>
            <a:pathLst>
              <a:path w="1279" h="1278">
                <a:moveTo>
                  <a:pt x="0" y="0"/>
                </a:moveTo>
                <a:lnTo>
                  <a:pt x="1279" y="639"/>
                </a:lnTo>
                <a:lnTo>
                  <a:pt x="0" y="1278"/>
                </a:lnTo>
                <a:lnTo>
                  <a:pt x="0" y="0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"/>
          <p:cNvSpPr/>
          <p:nvPr/>
        </p:nvSpPr>
        <p:spPr>
          <a:xfrm>
            <a:off x="7752960" y="4938840"/>
            <a:ext cx="460440" cy="460080"/>
          </a:xfrm>
          <a:custGeom>
            <a:avLst/>
            <a:gdLst/>
            <a:ahLst/>
            <a:rect l="0" t="0" r="r" b="b"/>
            <a:pathLst>
              <a:path w="1279" h="1278">
                <a:moveTo>
                  <a:pt x="0" y="0"/>
                </a:moveTo>
                <a:lnTo>
                  <a:pt x="1279" y="639"/>
                </a:lnTo>
                <a:lnTo>
                  <a:pt x="0" y="1278"/>
                </a:lnTo>
                <a:lnTo>
                  <a:pt x="0" y="0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"/>
          <p:cNvSpPr/>
          <p:nvPr/>
        </p:nvSpPr>
        <p:spPr>
          <a:xfrm>
            <a:off x="7752960" y="4938840"/>
            <a:ext cx="460440" cy="460080"/>
          </a:xfrm>
          <a:custGeom>
            <a:avLst/>
            <a:gdLst/>
            <a:ahLst/>
            <a:rect l="0" t="0" r="r" b="b"/>
            <a:pathLst>
              <a:path w="1279" h="1278">
                <a:moveTo>
                  <a:pt x="0" y="0"/>
                </a:moveTo>
                <a:lnTo>
                  <a:pt x="1279" y="639"/>
                </a:lnTo>
                <a:lnTo>
                  <a:pt x="0" y="1278"/>
                </a:lnTo>
                <a:lnTo>
                  <a:pt x="0" y="0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"/>
          <p:cNvSpPr/>
          <p:nvPr/>
        </p:nvSpPr>
        <p:spPr>
          <a:xfrm>
            <a:off x="7752960" y="4938840"/>
            <a:ext cx="460440" cy="460080"/>
          </a:xfrm>
          <a:custGeom>
            <a:avLst/>
            <a:gdLst/>
            <a:ahLst/>
            <a:rect l="0" t="0" r="r" b="b"/>
            <a:pathLst>
              <a:path w="1279" h="1278">
                <a:moveTo>
                  <a:pt x="0" y="0"/>
                </a:moveTo>
                <a:lnTo>
                  <a:pt x="1279" y="639"/>
                </a:lnTo>
                <a:lnTo>
                  <a:pt x="0" y="1278"/>
                </a:lnTo>
                <a:lnTo>
                  <a:pt x="0" y="0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"/>
          <p:cNvSpPr/>
          <p:nvPr/>
        </p:nvSpPr>
        <p:spPr>
          <a:xfrm>
            <a:off x="7752960" y="4938840"/>
            <a:ext cx="460440" cy="460080"/>
          </a:xfrm>
          <a:custGeom>
            <a:avLst/>
            <a:gdLst/>
            <a:ahLst/>
            <a:rect l="0" t="0" r="r" b="b"/>
            <a:pathLst>
              <a:path w="1279" h="1278">
                <a:moveTo>
                  <a:pt x="0" y="0"/>
                </a:moveTo>
                <a:lnTo>
                  <a:pt x="1279" y="639"/>
                </a:lnTo>
                <a:lnTo>
                  <a:pt x="0" y="1278"/>
                </a:lnTo>
                <a:lnTo>
                  <a:pt x="0" y="0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"/>
          <p:cNvSpPr/>
          <p:nvPr/>
        </p:nvSpPr>
        <p:spPr>
          <a:xfrm>
            <a:off x="1409040" y="2006640"/>
            <a:ext cx="2594520" cy="962280"/>
          </a:xfrm>
          <a:custGeom>
            <a:avLst/>
            <a:gdLst/>
            <a:ahLst/>
            <a:rect l="0" t="0" r="r" b="b"/>
            <a:pathLst>
              <a:path w="7207" h="2673">
                <a:moveTo>
                  <a:pt x="3603" y="2673"/>
                </a:moveTo>
                <a:lnTo>
                  <a:pt x="6882" y="2673"/>
                </a:lnTo>
                <a:cubicBezTo>
                  <a:pt x="7061" y="2673"/>
                  <a:pt x="7207" y="2527"/>
                  <a:pt x="7207" y="2347"/>
                </a:cubicBezTo>
                <a:lnTo>
                  <a:pt x="7207" y="326"/>
                </a:lnTo>
                <a:cubicBezTo>
                  <a:pt x="7207" y="146"/>
                  <a:pt x="7061" y="0"/>
                  <a:pt x="6882" y="0"/>
                </a:cubicBezTo>
                <a:lnTo>
                  <a:pt x="325" y="0"/>
                </a:lnTo>
                <a:cubicBezTo>
                  <a:pt x="145" y="0"/>
                  <a:pt x="0" y="146"/>
                  <a:pt x="0" y="326"/>
                </a:cubicBezTo>
                <a:lnTo>
                  <a:pt x="0" y="2347"/>
                </a:lnTo>
                <a:cubicBezTo>
                  <a:pt x="0" y="2527"/>
                  <a:pt x="145" y="2673"/>
                  <a:pt x="325" y="2673"/>
                </a:cubicBezTo>
                <a:lnTo>
                  <a:pt x="3603" y="2673"/>
                </a:lnTo>
                <a:close/>
              </a:path>
            </a:pathLst>
          </a:custGeom>
          <a:solidFill>
            <a:srgbClr val="eeeee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"/>
          <p:cNvSpPr/>
          <p:nvPr/>
        </p:nvSpPr>
        <p:spPr>
          <a:xfrm>
            <a:off x="1409040" y="2006640"/>
            <a:ext cx="2594520" cy="962280"/>
          </a:xfrm>
          <a:custGeom>
            <a:avLst/>
            <a:gdLst/>
            <a:ahLst/>
            <a:rect l="0" t="0" r="r" b="b"/>
            <a:pathLst>
              <a:path w="7207" h="2673">
                <a:moveTo>
                  <a:pt x="3603" y="2673"/>
                </a:moveTo>
                <a:lnTo>
                  <a:pt x="6882" y="2673"/>
                </a:lnTo>
                <a:cubicBezTo>
                  <a:pt x="7061" y="2673"/>
                  <a:pt x="7207" y="2527"/>
                  <a:pt x="7207" y="2347"/>
                </a:cubicBezTo>
                <a:lnTo>
                  <a:pt x="7207" y="326"/>
                </a:lnTo>
                <a:cubicBezTo>
                  <a:pt x="7207" y="146"/>
                  <a:pt x="7061" y="0"/>
                  <a:pt x="6882" y="0"/>
                </a:cubicBezTo>
                <a:lnTo>
                  <a:pt x="325" y="0"/>
                </a:lnTo>
                <a:cubicBezTo>
                  <a:pt x="145" y="0"/>
                  <a:pt x="0" y="146"/>
                  <a:pt x="0" y="326"/>
                </a:cubicBezTo>
                <a:lnTo>
                  <a:pt x="0" y="2347"/>
                </a:lnTo>
                <a:cubicBezTo>
                  <a:pt x="0" y="2527"/>
                  <a:pt x="145" y="2673"/>
                  <a:pt x="325" y="2673"/>
                </a:cubicBezTo>
                <a:lnTo>
                  <a:pt x="3603" y="2673"/>
                </a:lnTo>
                <a:close/>
              </a:path>
            </a:pathLst>
          </a:custGeom>
          <a:noFill/>
          <a:ln w="25200">
            <a:solidFill>
              <a:srgbClr val="333333"/>
            </a:solidFill>
            <a:miter/>
          </a:ln>
        </p:spPr>
        <p:txBody>
          <a:bodyPr lIns="102600" rIns="102600" tIns="57600" bIns="576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"/>
          <p:cNvSpPr/>
          <p:nvPr/>
        </p:nvSpPr>
        <p:spPr>
          <a:xfrm>
            <a:off x="1484280" y="2081880"/>
            <a:ext cx="301320" cy="301320"/>
          </a:xfrm>
          <a:custGeom>
            <a:avLst/>
            <a:gdLst/>
            <a:ahLst/>
            <a:rect l="0" t="0" r="r" b="b"/>
            <a:pathLst>
              <a:path w="837" h="837">
                <a:moveTo>
                  <a:pt x="837" y="419"/>
                </a:moveTo>
                <a:cubicBezTo>
                  <a:pt x="837" y="492"/>
                  <a:pt x="818" y="564"/>
                  <a:pt x="781" y="628"/>
                </a:cubicBezTo>
                <a:cubicBezTo>
                  <a:pt x="744" y="692"/>
                  <a:pt x="691" y="744"/>
                  <a:pt x="628" y="781"/>
                </a:cubicBezTo>
                <a:cubicBezTo>
                  <a:pt x="564" y="818"/>
                  <a:pt x="491" y="837"/>
                  <a:pt x="418" y="837"/>
                </a:cubicBezTo>
                <a:cubicBezTo>
                  <a:pt x="344" y="837"/>
                  <a:pt x="273" y="818"/>
                  <a:pt x="209" y="781"/>
                </a:cubicBezTo>
                <a:cubicBezTo>
                  <a:pt x="145" y="744"/>
                  <a:pt x="93" y="692"/>
                  <a:pt x="56" y="628"/>
                </a:cubicBezTo>
                <a:cubicBezTo>
                  <a:pt x="19" y="564"/>
                  <a:pt x="0" y="492"/>
                  <a:pt x="0" y="419"/>
                </a:cubicBezTo>
                <a:cubicBezTo>
                  <a:pt x="0" y="345"/>
                  <a:pt x="19" y="273"/>
                  <a:pt x="56" y="210"/>
                </a:cubicBezTo>
                <a:cubicBezTo>
                  <a:pt x="93" y="146"/>
                  <a:pt x="145" y="92"/>
                  <a:pt x="209" y="56"/>
                </a:cubicBezTo>
                <a:cubicBezTo>
                  <a:pt x="273" y="19"/>
                  <a:pt x="345" y="0"/>
                  <a:pt x="418" y="0"/>
                </a:cubicBezTo>
                <a:cubicBezTo>
                  <a:pt x="492" y="0"/>
                  <a:pt x="564" y="19"/>
                  <a:pt x="628" y="56"/>
                </a:cubicBezTo>
                <a:cubicBezTo>
                  <a:pt x="691" y="92"/>
                  <a:pt x="744" y="146"/>
                  <a:pt x="781" y="210"/>
                </a:cubicBezTo>
                <a:cubicBezTo>
                  <a:pt x="818" y="273"/>
                  <a:pt x="837" y="345"/>
                  <a:pt x="837" y="41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"/>
          <p:cNvSpPr/>
          <p:nvPr/>
        </p:nvSpPr>
        <p:spPr>
          <a:xfrm>
            <a:off x="1484280" y="2081880"/>
            <a:ext cx="301320" cy="301320"/>
          </a:xfrm>
          <a:custGeom>
            <a:avLst/>
            <a:gdLst/>
            <a:ahLst/>
            <a:rect l="0" t="0" r="r" b="b"/>
            <a:pathLst>
              <a:path w="837" h="837">
                <a:moveTo>
                  <a:pt x="837" y="419"/>
                </a:moveTo>
                <a:cubicBezTo>
                  <a:pt x="837" y="492"/>
                  <a:pt x="818" y="564"/>
                  <a:pt x="781" y="628"/>
                </a:cubicBezTo>
                <a:cubicBezTo>
                  <a:pt x="744" y="692"/>
                  <a:pt x="691" y="744"/>
                  <a:pt x="628" y="781"/>
                </a:cubicBezTo>
                <a:cubicBezTo>
                  <a:pt x="564" y="818"/>
                  <a:pt x="491" y="837"/>
                  <a:pt x="418" y="837"/>
                </a:cubicBezTo>
                <a:cubicBezTo>
                  <a:pt x="344" y="837"/>
                  <a:pt x="273" y="818"/>
                  <a:pt x="209" y="781"/>
                </a:cubicBezTo>
                <a:cubicBezTo>
                  <a:pt x="145" y="744"/>
                  <a:pt x="93" y="692"/>
                  <a:pt x="56" y="628"/>
                </a:cubicBezTo>
                <a:cubicBezTo>
                  <a:pt x="19" y="564"/>
                  <a:pt x="0" y="492"/>
                  <a:pt x="0" y="419"/>
                </a:cubicBezTo>
                <a:cubicBezTo>
                  <a:pt x="0" y="345"/>
                  <a:pt x="19" y="273"/>
                  <a:pt x="56" y="210"/>
                </a:cubicBezTo>
                <a:cubicBezTo>
                  <a:pt x="93" y="146"/>
                  <a:pt x="145" y="92"/>
                  <a:pt x="209" y="56"/>
                </a:cubicBezTo>
                <a:cubicBezTo>
                  <a:pt x="273" y="19"/>
                  <a:pt x="344" y="0"/>
                  <a:pt x="418" y="0"/>
                </a:cubicBezTo>
                <a:cubicBezTo>
                  <a:pt x="491" y="0"/>
                  <a:pt x="564" y="19"/>
                  <a:pt x="628" y="56"/>
                </a:cubicBezTo>
                <a:cubicBezTo>
                  <a:pt x="691" y="92"/>
                  <a:pt x="744" y="146"/>
                  <a:pt x="781" y="210"/>
                </a:cubicBezTo>
                <a:cubicBezTo>
                  <a:pt x="818" y="273"/>
                  <a:pt x="837" y="345"/>
                  <a:pt x="837" y="419"/>
                </a:cubicBezTo>
                <a:close/>
              </a:path>
            </a:pathLst>
          </a:custGeom>
          <a:noFill/>
          <a:ln w="16560">
            <a:solidFill>
              <a:srgbClr val="555555"/>
            </a:solidFill>
            <a:miter/>
          </a:ln>
        </p:spPr>
        <p:txBody>
          <a:bodyPr lIns="98280" rIns="98280" tIns="53280" bIns="532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"/>
          <p:cNvSpPr txBox="1"/>
          <p:nvPr/>
        </p:nvSpPr>
        <p:spPr>
          <a:xfrm>
            <a:off x="1588680" y="2144520"/>
            <a:ext cx="92880" cy="204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45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r>
            <a:endParaRPr b="1" lang="en-US" sz="145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80" name=""/>
          <p:cNvSpPr txBox="1"/>
          <p:nvPr/>
        </p:nvSpPr>
        <p:spPr>
          <a:xfrm>
            <a:off x="2116080" y="2194920"/>
            <a:ext cx="1174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979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PROJECT</a:t>
            </a:r>
            <a:endParaRPr b="1" lang="en-US" sz="1979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81" name=""/>
          <p:cNvSpPr txBox="1"/>
          <p:nvPr/>
        </p:nvSpPr>
        <p:spPr>
          <a:xfrm>
            <a:off x="1948680" y="2487960"/>
            <a:ext cx="1506960" cy="268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91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START PACK</a:t>
            </a:r>
            <a:endParaRPr b="1" lang="en-US" sz="191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82" name=""/>
          <p:cNvSpPr/>
          <p:nvPr/>
        </p:nvSpPr>
        <p:spPr>
          <a:xfrm>
            <a:off x="4798800" y="2006640"/>
            <a:ext cx="2594160" cy="962280"/>
          </a:xfrm>
          <a:custGeom>
            <a:avLst/>
            <a:gdLst/>
            <a:ahLst/>
            <a:rect l="0" t="0" r="r" b="b"/>
            <a:pathLst>
              <a:path w="7206" h="2673">
                <a:moveTo>
                  <a:pt x="3604" y="2673"/>
                </a:moveTo>
                <a:lnTo>
                  <a:pt x="6881" y="2673"/>
                </a:lnTo>
                <a:cubicBezTo>
                  <a:pt x="7060" y="2673"/>
                  <a:pt x="7206" y="2527"/>
                  <a:pt x="7206" y="2347"/>
                </a:cubicBezTo>
                <a:lnTo>
                  <a:pt x="7206" y="326"/>
                </a:lnTo>
                <a:cubicBezTo>
                  <a:pt x="7206" y="146"/>
                  <a:pt x="7060" y="0"/>
                  <a:pt x="6881" y="0"/>
                </a:cubicBezTo>
                <a:lnTo>
                  <a:pt x="325" y="0"/>
                </a:lnTo>
                <a:cubicBezTo>
                  <a:pt x="146" y="0"/>
                  <a:pt x="0" y="146"/>
                  <a:pt x="0" y="326"/>
                </a:cubicBezTo>
                <a:lnTo>
                  <a:pt x="0" y="2347"/>
                </a:lnTo>
                <a:cubicBezTo>
                  <a:pt x="0" y="2527"/>
                  <a:pt x="146" y="2673"/>
                  <a:pt x="325" y="2673"/>
                </a:cubicBezTo>
                <a:lnTo>
                  <a:pt x="3604" y="2673"/>
                </a:lnTo>
                <a:close/>
              </a:path>
            </a:pathLst>
          </a:custGeom>
          <a:solidFill>
            <a:srgbClr val="eeeee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"/>
          <p:cNvSpPr/>
          <p:nvPr/>
        </p:nvSpPr>
        <p:spPr>
          <a:xfrm>
            <a:off x="4798800" y="2006640"/>
            <a:ext cx="2594160" cy="962280"/>
          </a:xfrm>
          <a:custGeom>
            <a:avLst/>
            <a:gdLst/>
            <a:ahLst/>
            <a:rect l="0" t="0" r="r" b="b"/>
            <a:pathLst>
              <a:path w="7206" h="2673">
                <a:moveTo>
                  <a:pt x="3604" y="2673"/>
                </a:moveTo>
                <a:lnTo>
                  <a:pt x="6881" y="2673"/>
                </a:lnTo>
                <a:cubicBezTo>
                  <a:pt x="7060" y="2673"/>
                  <a:pt x="7206" y="2527"/>
                  <a:pt x="7206" y="2347"/>
                </a:cubicBezTo>
                <a:lnTo>
                  <a:pt x="7206" y="326"/>
                </a:lnTo>
                <a:cubicBezTo>
                  <a:pt x="7206" y="146"/>
                  <a:pt x="7060" y="0"/>
                  <a:pt x="6881" y="0"/>
                </a:cubicBezTo>
                <a:lnTo>
                  <a:pt x="325" y="0"/>
                </a:lnTo>
                <a:cubicBezTo>
                  <a:pt x="146" y="0"/>
                  <a:pt x="0" y="146"/>
                  <a:pt x="0" y="326"/>
                </a:cubicBezTo>
                <a:lnTo>
                  <a:pt x="0" y="2347"/>
                </a:lnTo>
                <a:cubicBezTo>
                  <a:pt x="0" y="2527"/>
                  <a:pt x="146" y="2673"/>
                  <a:pt x="325" y="2673"/>
                </a:cubicBezTo>
                <a:lnTo>
                  <a:pt x="3604" y="2673"/>
                </a:lnTo>
                <a:close/>
              </a:path>
            </a:pathLst>
          </a:custGeom>
          <a:noFill/>
          <a:ln w="25200">
            <a:solidFill>
              <a:srgbClr val="333333"/>
            </a:solidFill>
            <a:miter/>
          </a:ln>
        </p:spPr>
        <p:txBody>
          <a:bodyPr lIns="102600" rIns="102600" tIns="57600" bIns="576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"/>
          <p:cNvSpPr/>
          <p:nvPr/>
        </p:nvSpPr>
        <p:spPr>
          <a:xfrm>
            <a:off x="4874040" y="2081880"/>
            <a:ext cx="301320" cy="301320"/>
          </a:xfrm>
          <a:custGeom>
            <a:avLst/>
            <a:gdLst/>
            <a:ahLst/>
            <a:rect l="0" t="0" r="r" b="b"/>
            <a:pathLst>
              <a:path w="837" h="837">
                <a:moveTo>
                  <a:pt x="837" y="419"/>
                </a:moveTo>
                <a:cubicBezTo>
                  <a:pt x="837" y="492"/>
                  <a:pt x="818" y="564"/>
                  <a:pt x="781" y="628"/>
                </a:cubicBezTo>
                <a:cubicBezTo>
                  <a:pt x="744" y="692"/>
                  <a:pt x="691" y="744"/>
                  <a:pt x="628" y="781"/>
                </a:cubicBezTo>
                <a:cubicBezTo>
                  <a:pt x="564" y="818"/>
                  <a:pt x="492" y="837"/>
                  <a:pt x="419" y="837"/>
                </a:cubicBezTo>
                <a:cubicBezTo>
                  <a:pt x="345" y="837"/>
                  <a:pt x="272" y="818"/>
                  <a:pt x="209" y="781"/>
                </a:cubicBezTo>
                <a:cubicBezTo>
                  <a:pt x="145" y="744"/>
                  <a:pt x="93" y="692"/>
                  <a:pt x="56" y="628"/>
                </a:cubicBezTo>
                <a:cubicBezTo>
                  <a:pt x="19" y="564"/>
                  <a:pt x="0" y="492"/>
                  <a:pt x="0" y="419"/>
                </a:cubicBezTo>
                <a:cubicBezTo>
                  <a:pt x="0" y="345"/>
                  <a:pt x="19" y="273"/>
                  <a:pt x="56" y="210"/>
                </a:cubicBezTo>
                <a:cubicBezTo>
                  <a:pt x="93" y="146"/>
                  <a:pt x="145" y="92"/>
                  <a:pt x="209" y="56"/>
                </a:cubicBezTo>
                <a:cubicBezTo>
                  <a:pt x="272" y="19"/>
                  <a:pt x="345" y="0"/>
                  <a:pt x="419" y="0"/>
                </a:cubicBezTo>
                <a:cubicBezTo>
                  <a:pt x="492" y="0"/>
                  <a:pt x="564" y="19"/>
                  <a:pt x="628" y="56"/>
                </a:cubicBezTo>
                <a:cubicBezTo>
                  <a:pt x="691" y="92"/>
                  <a:pt x="744" y="146"/>
                  <a:pt x="781" y="210"/>
                </a:cubicBezTo>
                <a:cubicBezTo>
                  <a:pt x="818" y="273"/>
                  <a:pt x="837" y="345"/>
                  <a:pt x="837" y="41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"/>
          <p:cNvSpPr/>
          <p:nvPr/>
        </p:nvSpPr>
        <p:spPr>
          <a:xfrm>
            <a:off x="4874040" y="2081880"/>
            <a:ext cx="301320" cy="301320"/>
          </a:xfrm>
          <a:custGeom>
            <a:avLst/>
            <a:gdLst/>
            <a:ahLst/>
            <a:rect l="0" t="0" r="r" b="b"/>
            <a:pathLst>
              <a:path w="837" h="837">
                <a:moveTo>
                  <a:pt x="837" y="419"/>
                </a:moveTo>
                <a:cubicBezTo>
                  <a:pt x="837" y="492"/>
                  <a:pt x="818" y="564"/>
                  <a:pt x="781" y="628"/>
                </a:cubicBezTo>
                <a:cubicBezTo>
                  <a:pt x="744" y="692"/>
                  <a:pt x="691" y="744"/>
                  <a:pt x="628" y="781"/>
                </a:cubicBezTo>
                <a:cubicBezTo>
                  <a:pt x="564" y="818"/>
                  <a:pt x="492" y="837"/>
                  <a:pt x="419" y="837"/>
                </a:cubicBezTo>
                <a:cubicBezTo>
                  <a:pt x="345" y="837"/>
                  <a:pt x="272" y="818"/>
                  <a:pt x="209" y="781"/>
                </a:cubicBezTo>
                <a:cubicBezTo>
                  <a:pt x="145" y="744"/>
                  <a:pt x="93" y="692"/>
                  <a:pt x="56" y="628"/>
                </a:cubicBezTo>
                <a:cubicBezTo>
                  <a:pt x="19" y="564"/>
                  <a:pt x="0" y="492"/>
                  <a:pt x="0" y="419"/>
                </a:cubicBezTo>
                <a:cubicBezTo>
                  <a:pt x="0" y="345"/>
                  <a:pt x="19" y="273"/>
                  <a:pt x="56" y="210"/>
                </a:cubicBezTo>
                <a:cubicBezTo>
                  <a:pt x="93" y="146"/>
                  <a:pt x="145" y="92"/>
                  <a:pt x="209" y="56"/>
                </a:cubicBezTo>
                <a:cubicBezTo>
                  <a:pt x="272" y="19"/>
                  <a:pt x="345" y="0"/>
                  <a:pt x="419" y="0"/>
                </a:cubicBezTo>
                <a:cubicBezTo>
                  <a:pt x="492" y="0"/>
                  <a:pt x="564" y="19"/>
                  <a:pt x="628" y="56"/>
                </a:cubicBezTo>
                <a:cubicBezTo>
                  <a:pt x="691" y="92"/>
                  <a:pt x="744" y="146"/>
                  <a:pt x="781" y="210"/>
                </a:cubicBezTo>
                <a:cubicBezTo>
                  <a:pt x="818" y="273"/>
                  <a:pt x="837" y="345"/>
                  <a:pt x="837" y="419"/>
                </a:cubicBezTo>
                <a:close/>
              </a:path>
            </a:pathLst>
          </a:custGeom>
          <a:noFill/>
          <a:ln w="16560">
            <a:solidFill>
              <a:srgbClr val="555555"/>
            </a:solidFill>
            <a:miter/>
          </a:ln>
        </p:spPr>
        <p:txBody>
          <a:bodyPr lIns="98280" rIns="98280" tIns="53280" bIns="532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"/>
          <p:cNvSpPr txBox="1"/>
          <p:nvPr/>
        </p:nvSpPr>
        <p:spPr>
          <a:xfrm>
            <a:off x="4978800" y="2144520"/>
            <a:ext cx="92880" cy="204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45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2</a:t>
            </a:r>
            <a:endParaRPr b="1" lang="en-US" sz="145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87" name=""/>
          <p:cNvSpPr txBox="1"/>
          <p:nvPr/>
        </p:nvSpPr>
        <p:spPr>
          <a:xfrm>
            <a:off x="5464080" y="2194920"/>
            <a:ext cx="127188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979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PROBLEM</a:t>
            </a:r>
            <a:endParaRPr b="1" lang="en-US" sz="1979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88" name=""/>
          <p:cNvSpPr txBox="1"/>
          <p:nvPr/>
        </p:nvSpPr>
        <p:spPr>
          <a:xfrm>
            <a:off x="5757120" y="2487960"/>
            <a:ext cx="669600" cy="268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91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GATE</a:t>
            </a:r>
            <a:endParaRPr b="1" lang="en-US" sz="191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89" name=""/>
          <p:cNvSpPr txBox="1"/>
          <p:nvPr/>
        </p:nvSpPr>
        <p:spPr>
          <a:xfrm>
            <a:off x="5280120" y="2738520"/>
            <a:ext cx="1622520" cy="204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145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local control: SCOPE</a:t>
            </a:r>
            <a:endParaRPr b="0" i="1" lang="en-US" sz="145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90" name=""/>
          <p:cNvSpPr/>
          <p:nvPr/>
        </p:nvSpPr>
        <p:spPr>
          <a:xfrm>
            <a:off x="8188200" y="2006640"/>
            <a:ext cx="2594520" cy="962280"/>
          </a:xfrm>
          <a:custGeom>
            <a:avLst/>
            <a:gdLst/>
            <a:ahLst/>
            <a:rect l="0" t="0" r="r" b="b"/>
            <a:pathLst>
              <a:path w="7207" h="2673">
                <a:moveTo>
                  <a:pt x="3604" y="2673"/>
                </a:moveTo>
                <a:lnTo>
                  <a:pt x="6882" y="2673"/>
                </a:lnTo>
                <a:cubicBezTo>
                  <a:pt x="7062" y="2673"/>
                  <a:pt x="7207" y="2527"/>
                  <a:pt x="7207" y="2347"/>
                </a:cubicBezTo>
                <a:lnTo>
                  <a:pt x="7207" y="326"/>
                </a:lnTo>
                <a:cubicBezTo>
                  <a:pt x="7207" y="146"/>
                  <a:pt x="7062" y="0"/>
                  <a:pt x="6882" y="0"/>
                </a:cubicBezTo>
                <a:lnTo>
                  <a:pt x="325" y="0"/>
                </a:lnTo>
                <a:cubicBezTo>
                  <a:pt x="146" y="0"/>
                  <a:pt x="0" y="146"/>
                  <a:pt x="0" y="326"/>
                </a:cubicBezTo>
                <a:lnTo>
                  <a:pt x="0" y="2347"/>
                </a:lnTo>
                <a:cubicBezTo>
                  <a:pt x="0" y="2527"/>
                  <a:pt x="146" y="2673"/>
                  <a:pt x="325" y="2673"/>
                </a:cubicBezTo>
                <a:lnTo>
                  <a:pt x="3604" y="2673"/>
                </a:lnTo>
                <a:close/>
              </a:path>
            </a:pathLst>
          </a:custGeom>
          <a:solidFill>
            <a:srgbClr val="eeeee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"/>
          <p:cNvSpPr/>
          <p:nvPr/>
        </p:nvSpPr>
        <p:spPr>
          <a:xfrm>
            <a:off x="8188200" y="2006640"/>
            <a:ext cx="2594520" cy="962280"/>
          </a:xfrm>
          <a:custGeom>
            <a:avLst/>
            <a:gdLst/>
            <a:ahLst/>
            <a:rect l="0" t="0" r="r" b="b"/>
            <a:pathLst>
              <a:path w="7207" h="2673">
                <a:moveTo>
                  <a:pt x="3604" y="2673"/>
                </a:moveTo>
                <a:lnTo>
                  <a:pt x="6882" y="2673"/>
                </a:lnTo>
                <a:cubicBezTo>
                  <a:pt x="7062" y="2673"/>
                  <a:pt x="7207" y="2527"/>
                  <a:pt x="7207" y="2347"/>
                </a:cubicBezTo>
                <a:lnTo>
                  <a:pt x="7207" y="326"/>
                </a:lnTo>
                <a:cubicBezTo>
                  <a:pt x="7207" y="146"/>
                  <a:pt x="7062" y="0"/>
                  <a:pt x="6882" y="0"/>
                </a:cubicBezTo>
                <a:lnTo>
                  <a:pt x="325" y="0"/>
                </a:lnTo>
                <a:cubicBezTo>
                  <a:pt x="146" y="0"/>
                  <a:pt x="0" y="146"/>
                  <a:pt x="0" y="326"/>
                </a:cubicBezTo>
                <a:lnTo>
                  <a:pt x="0" y="2347"/>
                </a:lnTo>
                <a:cubicBezTo>
                  <a:pt x="0" y="2527"/>
                  <a:pt x="146" y="2673"/>
                  <a:pt x="325" y="2673"/>
                </a:cubicBezTo>
                <a:lnTo>
                  <a:pt x="3604" y="2673"/>
                </a:lnTo>
                <a:close/>
              </a:path>
            </a:pathLst>
          </a:custGeom>
          <a:noFill/>
          <a:ln w="25200">
            <a:solidFill>
              <a:srgbClr val="333333"/>
            </a:solidFill>
            <a:miter/>
          </a:ln>
        </p:spPr>
        <p:txBody>
          <a:bodyPr lIns="102600" rIns="102600" tIns="57600" bIns="576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"/>
          <p:cNvSpPr/>
          <p:nvPr/>
        </p:nvSpPr>
        <p:spPr>
          <a:xfrm>
            <a:off x="8263440" y="2081880"/>
            <a:ext cx="301320" cy="301320"/>
          </a:xfrm>
          <a:custGeom>
            <a:avLst/>
            <a:gdLst/>
            <a:ahLst/>
            <a:rect l="0" t="0" r="r" b="b"/>
            <a:pathLst>
              <a:path w="837" h="837">
                <a:moveTo>
                  <a:pt x="837" y="419"/>
                </a:moveTo>
                <a:cubicBezTo>
                  <a:pt x="837" y="492"/>
                  <a:pt x="818" y="564"/>
                  <a:pt x="781" y="628"/>
                </a:cubicBezTo>
                <a:cubicBezTo>
                  <a:pt x="744" y="692"/>
                  <a:pt x="692" y="744"/>
                  <a:pt x="628" y="781"/>
                </a:cubicBezTo>
                <a:cubicBezTo>
                  <a:pt x="564" y="818"/>
                  <a:pt x="493" y="837"/>
                  <a:pt x="419" y="837"/>
                </a:cubicBezTo>
                <a:cubicBezTo>
                  <a:pt x="346" y="837"/>
                  <a:pt x="273" y="818"/>
                  <a:pt x="209" y="781"/>
                </a:cubicBezTo>
                <a:cubicBezTo>
                  <a:pt x="146" y="744"/>
                  <a:pt x="93" y="692"/>
                  <a:pt x="56" y="628"/>
                </a:cubicBezTo>
                <a:cubicBezTo>
                  <a:pt x="20" y="564"/>
                  <a:pt x="0" y="492"/>
                  <a:pt x="0" y="419"/>
                </a:cubicBezTo>
                <a:cubicBezTo>
                  <a:pt x="0" y="345"/>
                  <a:pt x="20" y="273"/>
                  <a:pt x="56" y="210"/>
                </a:cubicBezTo>
                <a:cubicBezTo>
                  <a:pt x="93" y="146"/>
                  <a:pt x="146" y="92"/>
                  <a:pt x="209" y="56"/>
                </a:cubicBezTo>
                <a:cubicBezTo>
                  <a:pt x="273" y="19"/>
                  <a:pt x="345" y="0"/>
                  <a:pt x="419" y="0"/>
                </a:cubicBezTo>
                <a:cubicBezTo>
                  <a:pt x="492" y="0"/>
                  <a:pt x="564" y="19"/>
                  <a:pt x="628" y="56"/>
                </a:cubicBezTo>
                <a:cubicBezTo>
                  <a:pt x="692" y="92"/>
                  <a:pt x="744" y="146"/>
                  <a:pt x="781" y="210"/>
                </a:cubicBezTo>
                <a:cubicBezTo>
                  <a:pt x="818" y="273"/>
                  <a:pt x="837" y="345"/>
                  <a:pt x="837" y="41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"/>
          <p:cNvSpPr/>
          <p:nvPr/>
        </p:nvSpPr>
        <p:spPr>
          <a:xfrm>
            <a:off x="8263440" y="2081880"/>
            <a:ext cx="301320" cy="301320"/>
          </a:xfrm>
          <a:custGeom>
            <a:avLst/>
            <a:gdLst/>
            <a:ahLst/>
            <a:rect l="0" t="0" r="r" b="b"/>
            <a:pathLst>
              <a:path w="837" h="837">
                <a:moveTo>
                  <a:pt x="837" y="419"/>
                </a:moveTo>
                <a:cubicBezTo>
                  <a:pt x="837" y="492"/>
                  <a:pt x="818" y="564"/>
                  <a:pt x="781" y="628"/>
                </a:cubicBezTo>
                <a:cubicBezTo>
                  <a:pt x="744" y="692"/>
                  <a:pt x="692" y="744"/>
                  <a:pt x="628" y="781"/>
                </a:cubicBezTo>
                <a:cubicBezTo>
                  <a:pt x="564" y="818"/>
                  <a:pt x="493" y="837"/>
                  <a:pt x="419" y="837"/>
                </a:cubicBezTo>
                <a:cubicBezTo>
                  <a:pt x="346" y="837"/>
                  <a:pt x="273" y="818"/>
                  <a:pt x="209" y="781"/>
                </a:cubicBezTo>
                <a:cubicBezTo>
                  <a:pt x="146" y="744"/>
                  <a:pt x="93" y="692"/>
                  <a:pt x="56" y="628"/>
                </a:cubicBezTo>
                <a:cubicBezTo>
                  <a:pt x="20" y="564"/>
                  <a:pt x="0" y="492"/>
                  <a:pt x="0" y="419"/>
                </a:cubicBezTo>
                <a:cubicBezTo>
                  <a:pt x="0" y="345"/>
                  <a:pt x="20" y="273"/>
                  <a:pt x="56" y="210"/>
                </a:cubicBezTo>
                <a:cubicBezTo>
                  <a:pt x="93" y="146"/>
                  <a:pt x="146" y="92"/>
                  <a:pt x="209" y="56"/>
                </a:cubicBezTo>
                <a:cubicBezTo>
                  <a:pt x="273" y="19"/>
                  <a:pt x="346" y="0"/>
                  <a:pt x="419" y="0"/>
                </a:cubicBezTo>
                <a:cubicBezTo>
                  <a:pt x="493" y="0"/>
                  <a:pt x="564" y="19"/>
                  <a:pt x="628" y="56"/>
                </a:cubicBezTo>
                <a:cubicBezTo>
                  <a:pt x="692" y="92"/>
                  <a:pt x="744" y="146"/>
                  <a:pt x="781" y="210"/>
                </a:cubicBezTo>
                <a:cubicBezTo>
                  <a:pt x="818" y="273"/>
                  <a:pt x="837" y="345"/>
                  <a:pt x="837" y="419"/>
                </a:cubicBezTo>
                <a:close/>
              </a:path>
            </a:pathLst>
          </a:custGeom>
          <a:noFill/>
          <a:ln w="16560">
            <a:solidFill>
              <a:srgbClr val="555555"/>
            </a:solidFill>
            <a:miter/>
          </a:ln>
        </p:spPr>
        <p:txBody>
          <a:bodyPr lIns="98280" rIns="98280" tIns="53280" bIns="532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"/>
          <p:cNvSpPr txBox="1"/>
          <p:nvPr/>
        </p:nvSpPr>
        <p:spPr>
          <a:xfrm>
            <a:off x="8368200" y="2144520"/>
            <a:ext cx="92880" cy="204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45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3</a:t>
            </a:r>
            <a:endParaRPr b="1" lang="en-US" sz="145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95" name=""/>
          <p:cNvSpPr txBox="1"/>
          <p:nvPr/>
        </p:nvSpPr>
        <p:spPr>
          <a:xfrm>
            <a:off x="8811720" y="2194920"/>
            <a:ext cx="132804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979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EVIDENCE</a:t>
            </a:r>
            <a:endParaRPr b="1" lang="en-US" sz="1979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96" name=""/>
          <p:cNvSpPr txBox="1"/>
          <p:nvPr/>
        </p:nvSpPr>
        <p:spPr>
          <a:xfrm>
            <a:off x="9146520" y="2487960"/>
            <a:ext cx="669600" cy="268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91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GATE</a:t>
            </a:r>
            <a:endParaRPr b="1" lang="en-US" sz="191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97" name=""/>
          <p:cNvSpPr txBox="1"/>
          <p:nvPr/>
        </p:nvSpPr>
        <p:spPr>
          <a:xfrm>
            <a:off x="8602560" y="2738520"/>
            <a:ext cx="1755720" cy="204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145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local control: CORPUS</a:t>
            </a:r>
            <a:endParaRPr b="0" i="1" lang="en-US" sz="145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98" name=""/>
          <p:cNvSpPr/>
          <p:nvPr/>
        </p:nvSpPr>
        <p:spPr>
          <a:xfrm>
            <a:off x="8188200" y="3345480"/>
            <a:ext cx="2594520" cy="961560"/>
          </a:xfrm>
          <a:custGeom>
            <a:avLst/>
            <a:gdLst/>
            <a:ahLst/>
            <a:rect l="0" t="0" r="r" b="b"/>
            <a:pathLst>
              <a:path w="7207" h="2671">
                <a:moveTo>
                  <a:pt x="3604" y="2671"/>
                </a:moveTo>
                <a:lnTo>
                  <a:pt x="6882" y="2671"/>
                </a:lnTo>
                <a:cubicBezTo>
                  <a:pt x="7062" y="2671"/>
                  <a:pt x="7207" y="2525"/>
                  <a:pt x="7207" y="2346"/>
                </a:cubicBezTo>
                <a:lnTo>
                  <a:pt x="7207" y="324"/>
                </a:lnTo>
                <a:cubicBezTo>
                  <a:pt x="7207" y="145"/>
                  <a:pt x="7062" y="0"/>
                  <a:pt x="6882" y="0"/>
                </a:cubicBezTo>
                <a:lnTo>
                  <a:pt x="325" y="0"/>
                </a:lnTo>
                <a:cubicBezTo>
                  <a:pt x="146" y="0"/>
                  <a:pt x="0" y="145"/>
                  <a:pt x="0" y="324"/>
                </a:cubicBezTo>
                <a:lnTo>
                  <a:pt x="0" y="2346"/>
                </a:lnTo>
                <a:cubicBezTo>
                  <a:pt x="0" y="2525"/>
                  <a:pt x="146" y="2671"/>
                  <a:pt x="325" y="2671"/>
                </a:cubicBezTo>
                <a:lnTo>
                  <a:pt x="3604" y="2671"/>
                </a:lnTo>
                <a:close/>
              </a:path>
            </a:pathLst>
          </a:custGeom>
          <a:solidFill>
            <a:srgbClr val="eeeee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"/>
          <p:cNvSpPr/>
          <p:nvPr/>
        </p:nvSpPr>
        <p:spPr>
          <a:xfrm>
            <a:off x="8188200" y="3345480"/>
            <a:ext cx="2594520" cy="961560"/>
          </a:xfrm>
          <a:custGeom>
            <a:avLst/>
            <a:gdLst/>
            <a:ahLst/>
            <a:rect l="0" t="0" r="r" b="b"/>
            <a:pathLst>
              <a:path w="7207" h="2671">
                <a:moveTo>
                  <a:pt x="3604" y="2671"/>
                </a:moveTo>
                <a:lnTo>
                  <a:pt x="6882" y="2671"/>
                </a:lnTo>
                <a:cubicBezTo>
                  <a:pt x="7062" y="2671"/>
                  <a:pt x="7207" y="2525"/>
                  <a:pt x="7207" y="2346"/>
                </a:cubicBezTo>
                <a:lnTo>
                  <a:pt x="7207" y="324"/>
                </a:lnTo>
                <a:cubicBezTo>
                  <a:pt x="7207" y="145"/>
                  <a:pt x="7062" y="0"/>
                  <a:pt x="6882" y="0"/>
                </a:cubicBezTo>
                <a:lnTo>
                  <a:pt x="325" y="0"/>
                </a:lnTo>
                <a:cubicBezTo>
                  <a:pt x="146" y="0"/>
                  <a:pt x="0" y="145"/>
                  <a:pt x="0" y="324"/>
                </a:cubicBezTo>
                <a:lnTo>
                  <a:pt x="0" y="2346"/>
                </a:lnTo>
                <a:cubicBezTo>
                  <a:pt x="0" y="2525"/>
                  <a:pt x="146" y="2671"/>
                  <a:pt x="325" y="2671"/>
                </a:cubicBezTo>
                <a:lnTo>
                  <a:pt x="3604" y="2671"/>
                </a:lnTo>
                <a:close/>
              </a:path>
            </a:pathLst>
          </a:custGeom>
          <a:noFill/>
          <a:ln w="25200">
            <a:solidFill>
              <a:srgbClr val="333333"/>
            </a:solidFill>
            <a:miter/>
          </a:ln>
        </p:spPr>
        <p:txBody>
          <a:bodyPr lIns="102600" rIns="102600" tIns="57600" bIns="576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"/>
          <p:cNvSpPr/>
          <p:nvPr/>
        </p:nvSpPr>
        <p:spPr>
          <a:xfrm>
            <a:off x="8263440" y="3420720"/>
            <a:ext cx="301320" cy="300600"/>
          </a:xfrm>
          <a:custGeom>
            <a:avLst/>
            <a:gdLst/>
            <a:ahLst/>
            <a:rect l="0" t="0" r="r" b="b"/>
            <a:pathLst>
              <a:path w="837" h="835">
                <a:moveTo>
                  <a:pt x="837" y="417"/>
                </a:moveTo>
                <a:cubicBezTo>
                  <a:pt x="837" y="490"/>
                  <a:pt x="818" y="563"/>
                  <a:pt x="781" y="626"/>
                </a:cubicBezTo>
                <a:cubicBezTo>
                  <a:pt x="744" y="690"/>
                  <a:pt x="692" y="743"/>
                  <a:pt x="628" y="779"/>
                </a:cubicBezTo>
                <a:cubicBezTo>
                  <a:pt x="564" y="816"/>
                  <a:pt x="493" y="835"/>
                  <a:pt x="419" y="835"/>
                </a:cubicBezTo>
                <a:cubicBezTo>
                  <a:pt x="346" y="835"/>
                  <a:pt x="273" y="816"/>
                  <a:pt x="209" y="779"/>
                </a:cubicBezTo>
                <a:cubicBezTo>
                  <a:pt x="146" y="743"/>
                  <a:pt x="93" y="690"/>
                  <a:pt x="56" y="626"/>
                </a:cubicBezTo>
                <a:cubicBezTo>
                  <a:pt x="20" y="563"/>
                  <a:pt x="0" y="490"/>
                  <a:pt x="0" y="417"/>
                </a:cubicBezTo>
                <a:cubicBezTo>
                  <a:pt x="0" y="344"/>
                  <a:pt x="20" y="272"/>
                  <a:pt x="56" y="208"/>
                </a:cubicBezTo>
                <a:cubicBezTo>
                  <a:pt x="93" y="144"/>
                  <a:pt x="146" y="92"/>
                  <a:pt x="209" y="55"/>
                </a:cubicBezTo>
                <a:cubicBezTo>
                  <a:pt x="273" y="19"/>
                  <a:pt x="345" y="0"/>
                  <a:pt x="419" y="0"/>
                </a:cubicBezTo>
                <a:cubicBezTo>
                  <a:pt x="492" y="0"/>
                  <a:pt x="564" y="19"/>
                  <a:pt x="628" y="55"/>
                </a:cubicBezTo>
                <a:cubicBezTo>
                  <a:pt x="692" y="92"/>
                  <a:pt x="744" y="144"/>
                  <a:pt x="781" y="208"/>
                </a:cubicBezTo>
                <a:cubicBezTo>
                  <a:pt x="818" y="272"/>
                  <a:pt x="837" y="344"/>
                  <a:pt x="837" y="41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"/>
          <p:cNvSpPr/>
          <p:nvPr/>
        </p:nvSpPr>
        <p:spPr>
          <a:xfrm>
            <a:off x="8263440" y="3420720"/>
            <a:ext cx="301320" cy="300600"/>
          </a:xfrm>
          <a:custGeom>
            <a:avLst/>
            <a:gdLst/>
            <a:ahLst/>
            <a:rect l="0" t="0" r="r" b="b"/>
            <a:pathLst>
              <a:path w="837" h="835">
                <a:moveTo>
                  <a:pt x="837" y="417"/>
                </a:moveTo>
                <a:cubicBezTo>
                  <a:pt x="837" y="490"/>
                  <a:pt x="818" y="563"/>
                  <a:pt x="781" y="626"/>
                </a:cubicBezTo>
                <a:cubicBezTo>
                  <a:pt x="744" y="690"/>
                  <a:pt x="692" y="743"/>
                  <a:pt x="628" y="779"/>
                </a:cubicBezTo>
                <a:cubicBezTo>
                  <a:pt x="564" y="816"/>
                  <a:pt x="493" y="835"/>
                  <a:pt x="419" y="835"/>
                </a:cubicBezTo>
                <a:cubicBezTo>
                  <a:pt x="346" y="835"/>
                  <a:pt x="273" y="816"/>
                  <a:pt x="209" y="779"/>
                </a:cubicBezTo>
                <a:cubicBezTo>
                  <a:pt x="146" y="743"/>
                  <a:pt x="93" y="690"/>
                  <a:pt x="56" y="626"/>
                </a:cubicBezTo>
                <a:cubicBezTo>
                  <a:pt x="20" y="563"/>
                  <a:pt x="0" y="490"/>
                  <a:pt x="0" y="417"/>
                </a:cubicBezTo>
                <a:cubicBezTo>
                  <a:pt x="0" y="344"/>
                  <a:pt x="20" y="272"/>
                  <a:pt x="56" y="208"/>
                </a:cubicBezTo>
                <a:cubicBezTo>
                  <a:pt x="93" y="144"/>
                  <a:pt x="146" y="92"/>
                  <a:pt x="209" y="55"/>
                </a:cubicBezTo>
                <a:cubicBezTo>
                  <a:pt x="273" y="19"/>
                  <a:pt x="346" y="0"/>
                  <a:pt x="419" y="0"/>
                </a:cubicBezTo>
                <a:cubicBezTo>
                  <a:pt x="493" y="0"/>
                  <a:pt x="564" y="19"/>
                  <a:pt x="628" y="55"/>
                </a:cubicBezTo>
                <a:cubicBezTo>
                  <a:pt x="692" y="92"/>
                  <a:pt x="744" y="144"/>
                  <a:pt x="781" y="208"/>
                </a:cubicBezTo>
                <a:cubicBezTo>
                  <a:pt x="818" y="272"/>
                  <a:pt x="837" y="344"/>
                  <a:pt x="837" y="417"/>
                </a:cubicBezTo>
                <a:close/>
              </a:path>
            </a:pathLst>
          </a:custGeom>
          <a:noFill/>
          <a:ln w="16560">
            <a:solidFill>
              <a:srgbClr val="555555"/>
            </a:solidFill>
            <a:miter/>
          </a:ln>
        </p:spPr>
        <p:txBody>
          <a:bodyPr lIns="98280" rIns="98280" tIns="53280" bIns="532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"/>
          <p:cNvSpPr txBox="1"/>
          <p:nvPr/>
        </p:nvSpPr>
        <p:spPr>
          <a:xfrm>
            <a:off x="8368200" y="3483000"/>
            <a:ext cx="92880" cy="204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45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4</a:t>
            </a:r>
            <a:endParaRPr b="1" lang="en-US" sz="145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03" name=""/>
          <p:cNvSpPr txBox="1"/>
          <p:nvPr/>
        </p:nvSpPr>
        <p:spPr>
          <a:xfrm>
            <a:off x="8996040" y="3533400"/>
            <a:ext cx="96480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979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DESIGN</a:t>
            </a:r>
            <a:endParaRPr b="1" lang="en-US" sz="1979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04" name=""/>
          <p:cNvSpPr txBox="1"/>
          <p:nvPr/>
        </p:nvSpPr>
        <p:spPr>
          <a:xfrm>
            <a:off x="9146520" y="3826080"/>
            <a:ext cx="669600" cy="268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91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GATE</a:t>
            </a:r>
            <a:endParaRPr b="1" lang="en-US" sz="191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05" name=""/>
          <p:cNvSpPr txBox="1"/>
          <p:nvPr/>
        </p:nvSpPr>
        <p:spPr>
          <a:xfrm>
            <a:off x="8619120" y="4077000"/>
            <a:ext cx="1724760" cy="204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145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local control: DECIDE</a:t>
            </a:r>
            <a:endParaRPr b="0" i="1" lang="en-US" sz="145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06" name=""/>
          <p:cNvSpPr/>
          <p:nvPr/>
        </p:nvSpPr>
        <p:spPr>
          <a:xfrm>
            <a:off x="4798800" y="3345480"/>
            <a:ext cx="2594160" cy="961560"/>
          </a:xfrm>
          <a:custGeom>
            <a:avLst/>
            <a:gdLst/>
            <a:ahLst/>
            <a:rect l="0" t="0" r="r" b="b"/>
            <a:pathLst>
              <a:path w="7206" h="2671">
                <a:moveTo>
                  <a:pt x="3604" y="2671"/>
                </a:moveTo>
                <a:lnTo>
                  <a:pt x="6881" y="2671"/>
                </a:lnTo>
                <a:cubicBezTo>
                  <a:pt x="7060" y="2671"/>
                  <a:pt x="7206" y="2525"/>
                  <a:pt x="7206" y="2346"/>
                </a:cubicBezTo>
                <a:lnTo>
                  <a:pt x="7206" y="324"/>
                </a:lnTo>
                <a:cubicBezTo>
                  <a:pt x="7206" y="145"/>
                  <a:pt x="7060" y="0"/>
                  <a:pt x="6881" y="0"/>
                </a:cubicBezTo>
                <a:lnTo>
                  <a:pt x="325" y="0"/>
                </a:lnTo>
                <a:cubicBezTo>
                  <a:pt x="146" y="0"/>
                  <a:pt x="0" y="145"/>
                  <a:pt x="0" y="324"/>
                </a:cubicBezTo>
                <a:lnTo>
                  <a:pt x="0" y="2346"/>
                </a:lnTo>
                <a:cubicBezTo>
                  <a:pt x="0" y="2525"/>
                  <a:pt x="146" y="2671"/>
                  <a:pt x="325" y="2671"/>
                </a:cubicBezTo>
                <a:lnTo>
                  <a:pt x="3604" y="2671"/>
                </a:lnTo>
                <a:close/>
              </a:path>
            </a:pathLst>
          </a:custGeom>
          <a:solidFill>
            <a:srgbClr val="eeeee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"/>
          <p:cNvSpPr/>
          <p:nvPr/>
        </p:nvSpPr>
        <p:spPr>
          <a:xfrm>
            <a:off x="4798800" y="3345480"/>
            <a:ext cx="2594160" cy="961560"/>
          </a:xfrm>
          <a:custGeom>
            <a:avLst/>
            <a:gdLst/>
            <a:ahLst/>
            <a:rect l="0" t="0" r="r" b="b"/>
            <a:pathLst>
              <a:path w="7206" h="2671">
                <a:moveTo>
                  <a:pt x="3604" y="2671"/>
                </a:moveTo>
                <a:lnTo>
                  <a:pt x="6881" y="2671"/>
                </a:lnTo>
                <a:cubicBezTo>
                  <a:pt x="7060" y="2671"/>
                  <a:pt x="7206" y="2525"/>
                  <a:pt x="7206" y="2346"/>
                </a:cubicBezTo>
                <a:lnTo>
                  <a:pt x="7206" y="324"/>
                </a:lnTo>
                <a:cubicBezTo>
                  <a:pt x="7206" y="145"/>
                  <a:pt x="7060" y="0"/>
                  <a:pt x="6881" y="0"/>
                </a:cubicBezTo>
                <a:lnTo>
                  <a:pt x="325" y="0"/>
                </a:lnTo>
                <a:cubicBezTo>
                  <a:pt x="146" y="0"/>
                  <a:pt x="0" y="145"/>
                  <a:pt x="0" y="324"/>
                </a:cubicBezTo>
                <a:lnTo>
                  <a:pt x="0" y="2346"/>
                </a:lnTo>
                <a:cubicBezTo>
                  <a:pt x="0" y="2525"/>
                  <a:pt x="146" y="2671"/>
                  <a:pt x="325" y="2671"/>
                </a:cubicBezTo>
                <a:lnTo>
                  <a:pt x="3604" y="2671"/>
                </a:lnTo>
                <a:close/>
              </a:path>
            </a:pathLst>
          </a:custGeom>
          <a:noFill/>
          <a:ln w="25200">
            <a:solidFill>
              <a:srgbClr val="333333"/>
            </a:solidFill>
            <a:miter/>
          </a:ln>
        </p:spPr>
        <p:txBody>
          <a:bodyPr lIns="102600" rIns="102600" tIns="57600" bIns="576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"/>
          <p:cNvSpPr/>
          <p:nvPr/>
        </p:nvSpPr>
        <p:spPr>
          <a:xfrm>
            <a:off x="4874040" y="3420720"/>
            <a:ext cx="301320" cy="300600"/>
          </a:xfrm>
          <a:custGeom>
            <a:avLst/>
            <a:gdLst/>
            <a:ahLst/>
            <a:rect l="0" t="0" r="r" b="b"/>
            <a:pathLst>
              <a:path w="837" h="835">
                <a:moveTo>
                  <a:pt x="837" y="417"/>
                </a:moveTo>
                <a:cubicBezTo>
                  <a:pt x="837" y="490"/>
                  <a:pt x="818" y="563"/>
                  <a:pt x="781" y="626"/>
                </a:cubicBezTo>
                <a:cubicBezTo>
                  <a:pt x="744" y="690"/>
                  <a:pt x="691" y="743"/>
                  <a:pt x="628" y="779"/>
                </a:cubicBezTo>
                <a:cubicBezTo>
                  <a:pt x="564" y="816"/>
                  <a:pt x="492" y="835"/>
                  <a:pt x="419" y="835"/>
                </a:cubicBezTo>
                <a:cubicBezTo>
                  <a:pt x="345" y="835"/>
                  <a:pt x="272" y="816"/>
                  <a:pt x="209" y="779"/>
                </a:cubicBezTo>
                <a:cubicBezTo>
                  <a:pt x="145" y="743"/>
                  <a:pt x="93" y="690"/>
                  <a:pt x="56" y="626"/>
                </a:cubicBezTo>
                <a:cubicBezTo>
                  <a:pt x="19" y="563"/>
                  <a:pt x="0" y="490"/>
                  <a:pt x="0" y="417"/>
                </a:cubicBezTo>
                <a:cubicBezTo>
                  <a:pt x="0" y="344"/>
                  <a:pt x="19" y="272"/>
                  <a:pt x="56" y="208"/>
                </a:cubicBezTo>
                <a:cubicBezTo>
                  <a:pt x="93" y="144"/>
                  <a:pt x="145" y="92"/>
                  <a:pt x="209" y="55"/>
                </a:cubicBezTo>
                <a:cubicBezTo>
                  <a:pt x="272" y="19"/>
                  <a:pt x="345" y="0"/>
                  <a:pt x="419" y="0"/>
                </a:cubicBezTo>
                <a:cubicBezTo>
                  <a:pt x="492" y="0"/>
                  <a:pt x="564" y="19"/>
                  <a:pt x="628" y="55"/>
                </a:cubicBezTo>
                <a:cubicBezTo>
                  <a:pt x="691" y="92"/>
                  <a:pt x="744" y="144"/>
                  <a:pt x="781" y="208"/>
                </a:cubicBezTo>
                <a:cubicBezTo>
                  <a:pt x="818" y="272"/>
                  <a:pt x="837" y="344"/>
                  <a:pt x="837" y="41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"/>
          <p:cNvSpPr/>
          <p:nvPr/>
        </p:nvSpPr>
        <p:spPr>
          <a:xfrm>
            <a:off x="4874040" y="3420720"/>
            <a:ext cx="301320" cy="300600"/>
          </a:xfrm>
          <a:custGeom>
            <a:avLst/>
            <a:gdLst/>
            <a:ahLst/>
            <a:rect l="0" t="0" r="r" b="b"/>
            <a:pathLst>
              <a:path w="837" h="835">
                <a:moveTo>
                  <a:pt x="837" y="417"/>
                </a:moveTo>
                <a:cubicBezTo>
                  <a:pt x="837" y="490"/>
                  <a:pt x="818" y="563"/>
                  <a:pt x="781" y="626"/>
                </a:cubicBezTo>
                <a:cubicBezTo>
                  <a:pt x="744" y="690"/>
                  <a:pt x="691" y="743"/>
                  <a:pt x="628" y="779"/>
                </a:cubicBezTo>
                <a:cubicBezTo>
                  <a:pt x="564" y="816"/>
                  <a:pt x="492" y="835"/>
                  <a:pt x="419" y="835"/>
                </a:cubicBezTo>
                <a:cubicBezTo>
                  <a:pt x="345" y="835"/>
                  <a:pt x="272" y="816"/>
                  <a:pt x="209" y="779"/>
                </a:cubicBezTo>
                <a:cubicBezTo>
                  <a:pt x="145" y="743"/>
                  <a:pt x="93" y="690"/>
                  <a:pt x="56" y="626"/>
                </a:cubicBezTo>
                <a:cubicBezTo>
                  <a:pt x="19" y="563"/>
                  <a:pt x="0" y="490"/>
                  <a:pt x="0" y="417"/>
                </a:cubicBezTo>
                <a:cubicBezTo>
                  <a:pt x="0" y="344"/>
                  <a:pt x="19" y="272"/>
                  <a:pt x="56" y="208"/>
                </a:cubicBezTo>
                <a:cubicBezTo>
                  <a:pt x="93" y="144"/>
                  <a:pt x="145" y="92"/>
                  <a:pt x="209" y="55"/>
                </a:cubicBezTo>
                <a:cubicBezTo>
                  <a:pt x="272" y="19"/>
                  <a:pt x="345" y="0"/>
                  <a:pt x="419" y="0"/>
                </a:cubicBezTo>
                <a:cubicBezTo>
                  <a:pt x="492" y="0"/>
                  <a:pt x="564" y="19"/>
                  <a:pt x="628" y="55"/>
                </a:cubicBezTo>
                <a:cubicBezTo>
                  <a:pt x="691" y="92"/>
                  <a:pt x="744" y="144"/>
                  <a:pt x="781" y="208"/>
                </a:cubicBezTo>
                <a:cubicBezTo>
                  <a:pt x="818" y="272"/>
                  <a:pt x="837" y="344"/>
                  <a:pt x="837" y="417"/>
                </a:cubicBezTo>
                <a:close/>
              </a:path>
            </a:pathLst>
          </a:custGeom>
          <a:noFill/>
          <a:ln w="16560">
            <a:solidFill>
              <a:srgbClr val="555555"/>
            </a:solidFill>
            <a:miter/>
          </a:ln>
        </p:spPr>
        <p:txBody>
          <a:bodyPr lIns="98280" rIns="98280" tIns="53280" bIns="532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"/>
          <p:cNvSpPr txBox="1"/>
          <p:nvPr/>
        </p:nvSpPr>
        <p:spPr>
          <a:xfrm>
            <a:off x="4978800" y="3483000"/>
            <a:ext cx="92880" cy="204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45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5</a:t>
            </a:r>
            <a:endParaRPr b="1" lang="en-US" sz="145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11" name=""/>
          <p:cNvSpPr txBox="1"/>
          <p:nvPr/>
        </p:nvSpPr>
        <p:spPr>
          <a:xfrm>
            <a:off x="5330160" y="3533400"/>
            <a:ext cx="152388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979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EXECUTION</a:t>
            </a:r>
            <a:endParaRPr b="1" lang="en-US" sz="1979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12" name=""/>
          <p:cNvSpPr txBox="1"/>
          <p:nvPr/>
        </p:nvSpPr>
        <p:spPr>
          <a:xfrm>
            <a:off x="5757120" y="3826080"/>
            <a:ext cx="669600" cy="268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91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GATE</a:t>
            </a:r>
            <a:endParaRPr b="1" lang="en-US" sz="191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13" name=""/>
          <p:cNvSpPr/>
          <p:nvPr/>
        </p:nvSpPr>
        <p:spPr>
          <a:xfrm>
            <a:off x="1409040" y="3345480"/>
            <a:ext cx="2594520" cy="961560"/>
          </a:xfrm>
          <a:custGeom>
            <a:avLst/>
            <a:gdLst/>
            <a:ahLst/>
            <a:rect l="0" t="0" r="r" b="b"/>
            <a:pathLst>
              <a:path w="7207" h="2671">
                <a:moveTo>
                  <a:pt x="3603" y="2671"/>
                </a:moveTo>
                <a:lnTo>
                  <a:pt x="6882" y="2671"/>
                </a:lnTo>
                <a:cubicBezTo>
                  <a:pt x="7061" y="2671"/>
                  <a:pt x="7207" y="2525"/>
                  <a:pt x="7207" y="2346"/>
                </a:cubicBezTo>
                <a:lnTo>
                  <a:pt x="7207" y="324"/>
                </a:lnTo>
                <a:cubicBezTo>
                  <a:pt x="7207" y="145"/>
                  <a:pt x="7061" y="0"/>
                  <a:pt x="6882" y="0"/>
                </a:cubicBezTo>
                <a:lnTo>
                  <a:pt x="325" y="0"/>
                </a:lnTo>
                <a:cubicBezTo>
                  <a:pt x="145" y="0"/>
                  <a:pt x="0" y="145"/>
                  <a:pt x="0" y="324"/>
                </a:cubicBezTo>
                <a:lnTo>
                  <a:pt x="0" y="2346"/>
                </a:lnTo>
                <a:cubicBezTo>
                  <a:pt x="0" y="2525"/>
                  <a:pt x="145" y="2671"/>
                  <a:pt x="325" y="2671"/>
                </a:cubicBezTo>
                <a:lnTo>
                  <a:pt x="3603" y="2671"/>
                </a:lnTo>
                <a:close/>
              </a:path>
            </a:pathLst>
          </a:custGeom>
          <a:solidFill>
            <a:srgbClr val="eeeee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"/>
          <p:cNvSpPr/>
          <p:nvPr/>
        </p:nvSpPr>
        <p:spPr>
          <a:xfrm>
            <a:off x="1409040" y="3345480"/>
            <a:ext cx="2594520" cy="961560"/>
          </a:xfrm>
          <a:custGeom>
            <a:avLst/>
            <a:gdLst/>
            <a:ahLst/>
            <a:rect l="0" t="0" r="r" b="b"/>
            <a:pathLst>
              <a:path w="7207" h="2671">
                <a:moveTo>
                  <a:pt x="3603" y="2671"/>
                </a:moveTo>
                <a:lnTo>
                  <a:pt x="6882" y="2671"/>
                </a:lnTo>
                <a:cubicBezTo>
                  <a:pt x="7061" y="2671"/>
                  <a:pt x="7207" y="2525"/>
                  <a:pt x="7207" y="2346"/>
                </a:cubicBezTo>
                <a:lnTo>
                  <a:pt x="7207" y="324"/>
                </a:lnTo>
                <a:cubicBezTo>
                  <a:pt x="7207" y="145"/>
                  <a:pt x="7061" y="0"/>
                  <a:pt x="6882" y="0"/>
                </a:cubicBezTo>
                <a:lnTo>
                  <a:pt x="325" y="0"/>
                </a:lnTo>
                <a:cubicBezTo>
                  <a:pt x="145" y="0"/>
                  <a:pt x="0" y="145"/>
                  <a:pt x="0" y="324"/>
                </a:cubicBezTo>
                <a:lnTo>
                  <a:pt x="0" y="2346"/>
                </a:lnTo>
                <a:cubicBezTo>
                  <a:pt x="0" y="2525"/>
                  <a:pt x="145" y="2671"/>
                  <a:pt x="325" y="2671"/>
                </a:cubicBezTo>
                <a:lnTo>
                  <a:pt x="3603" y="2671"/>
                </a:lnTo>
                <a:close/>
              </a:path>
            </a:pathLst>
          </a:custGeom>
          <a:noFill/>
          <a:ln w="25200">
            <a:solidFill>
              <a:srgbClr val="333333"/>
            </a:solidFill>
            <a:miter/>
          </a:ln>
        </p:spPr>
        <p:txBody>
          <a:bodyPr lIns="102600" rIns="102600" tIns="57600" bIns="576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"/>
          <p:cNvSpPr/>
          <p:nvPr/>
        </p:nvSpPr>
        <p:spPr>
          <a:xfrm>
            <a:off x="1484280" y="3420720"/>
            <a:ext cx="301320" cy="300600"/>
          </a:xfrm>
          <a:custGeom>
            <a:avLst/>
            <a:gdLst/>
            <a:ahLst/>
            <a:rect l="0" t="0" r="r" b="b"/>
            <a:pathLst>
              <a:path w="837" h="835">
                <a:moveTo>
                  <a:pt x="837" y="417"/>
                </a:moveTo>
                <a:cubicBezTo>
                  <a:pt x="837" y="490"/>
                  <a:pt x="818" y="563"/>
                  <a:pt x="781" y="626"/>
                </a:cubicBezTo>
                <a:cubicBezTo>
                  <a:pt x="744" y="690"/>
                  <a:pt x="691" y="743"/>
                  <a:pt x="628" y="779"/>
                </a:cubicBezTo>
                <a:cubicBezTo>
                  <a:pt x="564" y="816"/>
                  <a:pt x="491" y="835"/>
                  <a:pt x="418" y="835"/>
                </a:cubicBezTo>
                <a:cubicBezTo>
                  <a:pt x="344" y="835"/>
                  <a:pt x="273" y="816"/>
                  <a:pt x="209" y="779"/>
                </a:cubicBezTo>
                <a:cubicBezTo>
                  <a:pt x="145" y="743"/>
                  <a:pt x="93" y="690"/>
                  <a:pt x="56" y="626"/>
                </a:cubicBezTo>
                <a:cubicBezTo>
                  <a:pt x="19" y="563"/>
                  <a:pt x="0" y="490"/>
                  <a:pt x="0" y="417"/>
                </a:cubicBezTo>
                <a:cubicBezTo>
                  <a:pt x="0" y="344"/>
                  <a:pt x="19" y="272"/>
                  <a:pt x="56" y="208"/>
                </a:cubicBezTo>
                <a:cubicBezTo>
                  <a:pt x="93" y="144"/>
                  <a:pt x="145" y="92"/>
                  <a:pt x="209" y="55"/>
                </a:cubicBezTo>
                <a:cubicBezTo>
                  <a:pt x="273" y="19"/>
                  <a:pt x="345" y="0"/>
                  <a:pt x="418" y="0"/>
                </a:cubicBezTo>
                <a:cubicBezTo>
                  <a:pt x="492" y="0"/>
                  <a:pt x="564" y="19"/>
                  <a:pt x="628" y="55"/>
                </a:cubicBezTo>
                <a:cubicBezTo>
                  <a:pt x="691" y="92"/>
                  <a:pt x="744" y="144"/>
                  <a:pt x="781" y="208"/>
                </a:cubicBezTo>
                <a:cubicBezTo>
                  <a:pt x="818" y="272"/>
                  <a:pt x="837" y="344"/>
                  <a:pt x="837" y="41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"/>
          <p:cNvSpPr/>
          <p:nvPr/>
        </p:nvSpPr>
        <p:spPr>
          <a:xfrm>
            <a:off x="1484280" y="3420720"/>
            <a:ext cx="301320" cy="300600"/>
          </a:xfrm>
          <a:custGeom>
            <a:avLst/>
            <a:gdLst/>
            <a:ahLst/>
            <a:rect l="0" t="0" r="r" b="b"/>
            <a:pathLst>
              <a:path w="837" h="835">
                <a:moveTo>
                  <a:pt x="837" y="417"/>
                </a:moveTo>
                <a:cubicBezTo>
                  <a:pt x="837" y="490"/>
                  <a:pt x="818" y="563"/>
                  <a:pt x="781" y="626"/>
                </a:cubicBezTo>
                <a:cubicBezTo>
                  <a:pt x="744" y="690"/>
                  <a:pt x="691" y="743"/>
                  <a:pt x="628" y="779"/>
                </a:cubicBezTo>
                <a:cubicBezTo>
                  <a:pt x="564" y="816"/>
                  <a:pt x="491" y="835"/>
                  <a:pt x="418" y="835"/>
                </a:cubicBezTo>
                <a:cubicBezTo>
                  <a:pt x="344" y="835"/>
                  <a:pt x="273" y="816"/>
                  <a:pt x="209" y="779"/>
                </a:cubicBezTo>
                <a:cubicBezTo>
                  <a:pt x="145" y="743"/>
                  <a:pt x="93" y="690"/>
                  <a:pt x="56" y="626"/>
                </a:cubicBezTo>
                <a:cubicBezTo>
                  <a:pt x="19" y="563"/>
                  <a:pt x="0" y="490"/>
                  <a:pt x="0" y="417"/>
                </a:cubicBezTo>
                <a:cubicBezTo>
                  <a:pt x="0" y="344"/>
                  <a:pt x="19" y="272"/>
                  <a:pt x="56" y="208"/>
                </a:cubicBezTo>
                <a:cubicBezTo>
                  <a:pt x="93" y="144"/>
                  <a:pt x="145" y="92"/>
                  <a:pt x="209" y="55"/>
                </a:cubicBezTo>
                <a:cubicBezTo>
                  <a:pt x="273" y="19"/>
                  <a:pt x="344" y="0"/>
                  <a:pt x="418" y="0"/>
                </a:cubicBezTo>
                <a:cubicBezTo>
                  <a:pt x="491" y="0"/>
                  <a:pt x="564" y="19"/>
                  <a:pt x="628" y="55"/>
                </a:cubicBezTo>
                <a:cubicBezTo>
                  <a:pt x="691" y="92"/>
                  <a:pt x="744" y="144"/>
                  <a:pt x="781" y="208"/>
                </a:cubicBezTo>
                <a:cubicBezTo>
                  <a:pt x="818" y="272"/>
                  <a:pt x="837" y="344"/>
                  <a:pt x="837" y="417"/>
                </a:cubicBezTo>
                <a:close/>
              </a:path>
            </a:pathLst>
          </a:custGeom>
          <a:noFill/>
          <a:ln w="16560">
            <a:solidFill>
              <a:srgbClr val="555555"/>
            </a:solidFill>
            <a:miter/>
          </a:ln>
        </p:spPr>
        <p:txBody>
          <a:bodyPr lIns="98280" rIns="98280" tIns="53280" bIns="532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"/>
          <p:cNvSpPr txBox="1"/>
          <p:nvPr/>
        </p:nvSpPr>
        <p:spPr>
          <a:xfrm>
            <a:off x="1588680" y="3483000"/>
            <a:ext cx="92880" cy="204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45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6</a:t>
            </a:r>
            <a:endParaRPr b="1" lang="en-US" sz="145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18" name=""/>
          <p:cNvSpPr txBox="1"/>
          <p:nvPr/>
        </p:nvSpPr>
        <p:spPr>
          <a:xfrm>
            <a:off x="2266920" y="3533400"/>
            <a:ext cx="86688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979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CLAIM</a:t>
            </a:r>
            <a:endParaRPr b="1" lang="en-US" sz="1979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19" name=""/>
          <p:cNvSpPr txBox="1"/>
          <p:nvPr/>
        </p:nvSpPr>
        <p:spPr>
          <a:xfrm>
            <a:off x="2367360" y="3826080"/>
            <a:ext cx="669600" cy="268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91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GATE</a:t>
            </a:r>
            <a:endParaRPr b="1" lang="en-US" sz="191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20" name=""/>
          <p:cNvSpPr/>
          <p:nvPr/>
        </p:nvSpPr>
        <p:spPr>
          <a:xfrm>
            <a:off x="1409040" y="4683600"/>
            <a:ext cx="2594520" cy="961920"/>
          </a:xfrm>
          <a:custGeom>
            <a:avLst/>
            <a:gdLst/>
            <a:ahLst/>
            <a:rect l="0" t="0" r="r" b="b"/>
            <a:pathLst>
              <a:path w="7207" h="2672">
                <a:moveTo>
                  <a:pt x="3603" y="2672"/>
                </a:moveTo>
                <a:lnTo>
                  <a:pt x="6882" y="2672"/>
                </a:lnTo>
                <a:cubicBezTo>
                  <a:pt x="7061" y="2672"/>
                  <a:pt x="7207" y="2527"/>
                  <a:pt x="7207" y="2347"/>
                </a:cubicBezTo>
                <a:lnTo>
                  <a:pt x="7207" y="325"/>
                </a:lnTo>
                <a:cubicBezTo>
                  <a:pt x="7207" y="146"/>
                  <a:pt x="7061" y="0"/>
                  <a:pt x="6882" y="0"/>
                </a:cubicBezTo>
                <a:lnTo>
                  <a:pt x="325" y="0"/>
                </a:lnTo>
                <a:cubicBezTo>
                  <a:pt x="145" y="0"/>
                  <a:pt x="0" y="146"/>
                  <a:pt x="0" y="325"/>
                </a:cubicBezTo>
                <a:lnTo>
                  <a:pt x="0" y="2347"/>
                </a:lnTo>
                <a:cubicBezTo>
                  <a:pt x="0" y="2527"/>
                  <a:pt x="145" y="2672"/>
                  <a:pt x="325" y="2672"/>
                </a:cubicBezTo>
                <a:lnTo>
                  <a:pt x="3603" y="2672"/>
                </a:lnTo>
                <a:close/>
              </a:path>
            </a:pathLst>
          </a:custGeom>
          <a:solidFill>
            <a:srgbClr val="eeeee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"/>
          <p:cNvSpPr/>
          <p:nvPr/>
        </p:nvSpPr>
        <p:spPr>
          <a:xfrm>
            <a:off x="1409040" y="4683600"/>
            <a:ext cx="2594520" cy="961920"/>
          </a:xfrm>
          <a:custGeom>
            <a:avLst/>
            <a:gdLst/>
            <a:ahLst/>
            <a:rect l="0" t="0" r="r" b="b"/>
            <a:pathLst>
              <a:path w="7207" h="2672">
                <a:moveTo>
                  <a:pt x="3603" y="2672"/>
                </a:moveTo>
                <a:lnTo>
                  <a:pt x="6882" y="2672"/>
                </a:lnTo>
                <a:cubicBezTo>
                  <a:pt x="7061" y="2672"/>
                  <a:pt x="7207" y="2527"/>
                  <a:pt x="7207" y="2347"/>
                </a:cubicBezTo>
                <a:lnTo>
                  <a:pt x="7207" y="325"/>
                </a:lnTo>
                <a:cubicBezTo>
                  <a:pt x="7207" y="146"/>
                  <a:pt x="7061" y="0"/>
                  <a:pt x="6882" y="0"/>
                </a:cubicBezTo>
                <a:lnTo>
                  <a:pt x="325" y="0"/>
                </a:lnTo>
                <a:cubicBezTo>
                  <a:pt x="145" y="0"/>
                  <a:pt x="0" y="146"/>
                  <a:pt x="0" y="325"/>
                </a:cubicBezTo>
                <a:lnTo>
                  <a:pt x="0" y="2347"/>
                </a:lnTo>
                <a:cubicBezTo>
                  <a:pt x="0" y="2527"/>
                  <a:pt x="145" y="2672"/>
                  <a:pt x="325" y="2672"/>
                </a:cubicBezTo>
                <a:lnTo>
                  <a:pt x="3603" y="2672"/>
                </a:lnTo>
                <a:close/>
              </a:path>
            </a:pathLst>
          </a:custGeom>
          <a:noFill/>
          <a:ln w="25200">
            <a:solidFill>
              <a:srgbClr val="333333"/>
            </a:solidFill>
            <a:miter/>
          </a:ln>
        </p:spPr>
        <p:txBody>
          <a:bodyPr lIns="102600" rIns="102600" tIns="57600" bIns="576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"/>
          <p:cNvSpPr/>
          <p:nvPr/>
        </p:nvSpPr>
        <p:spPr>
          <a:xfrm>
            <a:off x="1484280" y="4758840"/>
            <a:ext cx="301320" cy="301320"/>
          </a:xfrm>
          <a:custGeom>
            <a:avLst/>
            <a:gdLst/>
            <a:ahLst/>
            <a:rect l="0" t="0" r="r" b="b"/>
            <a:pathLst>
              <a:path w="837" h="837">
                <a:moveTo>
                  <a:pt x="837" y="418"/>
                </a:moveTo>
                <a:cubicBezTo>
                  <a:pt x="837" y="492"/>
                  <a:pt x="818" y="565"/>
                  <a:pt x="781" y="628"/>
                </a:cubicBezTo>
                <a:cubicBezTo>
                  <a:pt x="744" y="692"/>
                  <a:pt x="691" y="745"/>
                  <a:pt x="628" y="781"/>
                </a:cubicBezTo>
                <a:cubicBezTo>
                  <a:pt x="564" y="818"/>
                  <a:pt x="491" y="837"/>
                  <a:pt x="418" y="837"/>
                </a:cubicBezTo>
                <a:cubicBezTo>
                  <a:pt x="344" y="837"/>
                  <a:pt x="273" y="818"/>
                  <a:pt x="209" y="781"/>
                </a:cubicBezTo>
                <a:cubicBezTo>
                  <a:pt x="145" y="745"/>
                  <a:pt x="93" y="692"/>
                  <a:pt x="56" y="628"/>
                </a:cubicBezTo>
                <a:cubicBezTo>
                  <a:pt x="19" y="565"/>
                  <a:pt x="0" y="492"/>
                  <a:pt x="0" y="418"/>
                </a:cubicBezTo>
                <a:cubicBezTo>
                  <a:pt x="0" y="345"/>
                  <a:pt x="19" y="273"/>
                  <a:pt x="56" y="209"/>
                </a:cubicBezTo>
                <a:cubicBezTo>
                  <a:pt x="93" y="146"/>
                  <a:pt x="145" y="93"/>
                  <a:pt x="209" y="56"/>
                </a:cubicBezTo>
                <a:cubicBezTo>
                  <a:pt x="273" y="19"/>
                  <a:pt x="345" y="0"/>
                  <a:pt x="418" y="0"/>
                </a:cubicBezTo>
                <a:cubicBezTo>
                  <a:pt x="492" y="0"/>
                  <a:pt x="564" y="19"/>
                  <a:pt x="628" y="56"/>
                </a:cubicBezTo>
                <a:cubicBezTo>
                  <a:pt x="691" y="93"/>
                  <a:pt x="744" y="146"/>
                  <a:pt x="781" y="209"/>
                </a:cubicBezTo>
                <a:cubicBezTo>
                  <a:pt x="818" y="273"/>
                  <a:pt x="837" y="345"/>
                  <a:pt x="837" y="41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"/>
          <p:cNvSpPr/>
          <p:nvPr/>
        </p:nvSpPr>
        <p:spPr>
          <a:xfrm>
            <a:off x="1484280" y="4758840"/>
            <a:ext cx="301320" cy="301320"/>
          </a:xfrm>
          <a:custGeom>
            <a:avLst/>
            <a:gdLst/>
            <a:ahLst/>
            <a:rect l="0" t="0" r="r" b="b"/>
            <a:pathLst>
              <a:path w="837" h="837">
                <a:moveTo>
                  <a:pt x="837" y="418"/>
                </a:moveTo>
                <a:cubicBezTo>
                  <a:pt x="837" y="492"/>
                  <a:pt x="818" y="565"/>
                  <a:pt x="781" y="628"/>
                </a:cubicBezTo>
                <a:cubicBezTo>
                  <a:pt x="744" y="692"/>
                  <a:pt x="691" y="745"/>
                  <a:pt x="628" y="781"/>
                </a:cubicBezTo>
                <a:cubicBezTo>
                  <a:pt x="564" y="818"/>
                  <a:pt x="491" y="837"/>
                  <a:pt x="418" y="837"/>
                </a:cubicBezTo>
                <a:cubicBezTo>
                  <a:pt x="344" y="837"/>
                  <a:pt x="273" y="818"/>
                  <a:pt x="209" y="781"/>
                </a:cubicBezTo>
                <a:cubicBezTo>
                  <a:pt x="145" y="745"/>
                  <a:pt x="93" y="692"/>
                  <a:pt x="56" y="628"/>
                </a:cubicBezTo>
                <a:cubicBezTo>
                  <a:pt x="19" y="565"/>
                  <a:pt x="0" y="492"/>
                  <a:pt x="0" y="418"/>
                </a:cubicBezTo>
                <a:cubicBezTo>
                  <a:pt x="0" y="345"/>
                  <a:pt x="19" y="273"/>
                  <a:pt x="56" y="209"/>
                </a:cubicBezTo>
                <a:cubicBezTo>
                  <a:pt x="93" y="146"/>
                  <a:pt x="145" y="93"/>
                  <a:pt x="209" y="56"/>
                </a:cubicBezTo>
                <a:cubicBezTo>
                  <a:pt x="273" y="19"/>
                  <a:pt x="344" y="0"/>
                  <a:pt x="418" y="0"/>
                </a:cubicBezTo>
                <a:cubicBezTo>
                  <a:pt x="491" y="0"/>
                  <a:pt x="564" y="19"/>
                  <a:pt x="628" y="56"/>
                </a:cubicBezTo>
                <a:cubicBezTo>
                  <a:pt x="691" y="93"/>
                  <a:pt x="744" y="146"/>
                  <a:pt x="781" y="209"/>
                </a:cubicBezTo>
                <a:cubicBezTo>
                  <a:pt x="818" y="273"/>
                  <a:pt x="837" y="345"/>
                  <a:pt x="837" y="418"/>
                </a:cubicBezTo>
                <a:close/>
              </a:path>
            </a:pathLst>
          </a:custGeom>
          <a:noFill/>
          <a:ln w="16560">
            <a:solidFill>
              <a:srgbClr val="555555"/>
            </a:solidFill>
            <a:miter/>
          </a:ln>
        </p:spPr>
        <p:txBody>
          <a:bodyPr lIns="98280" rIns="98280" tIns="53280" bIns="532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"/>
          <p:cNvSpPr txBox="1"/>
          <p:nvPr/>
        </p:nvSpPr>
        <p:spPr>
          <a:xfrm>
            <a:off x="1588680" y="4821480"/>
            <a:ext cx="92880" cy="204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45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7</a:t>
            </a:r>
            <a:endParaRPr b="1" lang="en-US" sz="145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25" name=""/>
          <p:cNvSpPr txBox="1"/>
          <p:nvPr/>
        </p:nvSpPr>
        <p:spPr>
          <a:xfrm>
            <a:off x="1956960" y="4871880"/>
            <a:ext cx="149544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979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ARGUMENT</a:t>
            </a:r>
            <a:endParaRPr b="1" lang="en-US" sz="1979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26" name=""/>
          <p:cNvSpPr txBox="1"/>
          <p:nvPr/>
        </p:nvSpPr>
        <p:spPr>
          <a:xfrm>
            <a:off x="2367360" y="5164560"/>
            <a:ext cx="669600" cy="268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91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GATE</a:t>
            </a:r>
            <a:endParaRPr b="1" lang="en-US" sz="191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27" name=""/>
          <p:cNvSpPr/>
          <p:nvPr/>
        </p:nvSpPr>
        <p:spPr>
          <a:xfrm>
            <a:off x="4798800" y="4683600"/>
            <a:ext cx="2594160" cy="961920"/>
          </a:xfrm>
          <a:custGeom>
            <a:avLst/>
            <a:gdLst/>
            <a:ahLst/>
            <a:rect l="0" t="0" r="r" b="b"/>
            <a:pathLst>
              <a:path w="7206" h="2672">
                <a:moveTo>
                  <a:pt x="3604" y="2672"/>
                </a:moveTo>
                <a:lnTo>
                  <a:pt x="6881" y="2672"/>
                </a:lnTo>
                <a:cubicBezTo>
                  <a:pt x="7060" y="2672"/>
                  <a:pt x="7206" y="2527"/>
                  <a:pt x="7206" y="2347"/>
                </a:cubicBezTo>
                <a:lnTo>
                  <a:pt x="7206" y="325"/>
                </a:lnTo>
                <a:cubicBezTo>
                  <a:pt x="7206" y="146"/>
                  <a:pt x="7060" y="0"/>
                  <a:pt x="6881" y="0"/>
                </a:cubicBezTo>
                <a:lnTo>
                  <a:pt x="325" y="0"/>
                </a:lnTo>
                <a:cubicBezTo>
                  <a:pt x="146" y="0"/>
                  <a:pt x="0" y="146"/>
                  <a:pt x="0" y="325"/>
                </a:cubicBezTo>
                <a:lnTo>
                  <a:pt x="0" y="2347"/>
                </a:lnTo>
                <a:cubicBezTo>
                  <a:pt x="0" y="2527"/>
                  <a:pt x="146" y="2672"/>
                  <a:pt x="325" y="2672"/>
                </a:cubicBezTo>
                <a:lnTo>
                  <a:pt x="3604" y="2672"/>
                </a:lnTo>
                <a:close/>
              </a:path>
            </a:pathLst>
          </a:custGeom>
          <a:solidFill>
            <a:srgbClr val="eeeee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"/>
          <p:cNvSpPr/>
          <p:nvPr/>
        </p:nvSpPr>
        <p:spPr>
          <a:xfrm>
            <a:off x="4798800" y="4683600"/>
            <a:ext cx="2594160" cy="961920"/>
          </a:xfrm>
          <a:custGeom>
            <a:avLst/>
            <a:gdLst/>
            <a:ahLst/>
            <a:rect l="0" t="0" r="r" b="b"/>
            <a:pathLst>
              <a:path w="7206" h="2672">
                <a:moveTo>
                  <a:pt x="3604" y="2672"/>
                </a:moveTo>
                <a:lnTo>
                  <a:pt x="6881" y="2672"/>
                </a:lnTo>
                <a:cubicBezTo>
                  <a:pt x="7060" y="2672"/>
                  <a:pt x="7206" y="2527"/>
                  <a:pt x="7206" y="2347"/>
                </a:cubicBezTo>
                <a:lnTo>
                  <a:pt x="7206" y="325"/>
                </a:lnTo>
                <a:cubicBezTo>
                  <a:pt x="7206" y="146"/>
                  <a:pt x="7060" y="0"/>
                  <a:pt x="6881" y="0"/>
                </a:cubicBezTo>
                <a:lnTo>
                  <a:pt x="325" y="0"/>
                </a:lnTo>
                <a:cubicBezTo>
                  <a:pt x="146" y="0"/>
                  <a:pt x="0" y="146"/>
                  <a:pt x="0" y="325"/>
                </a:cubicBezTo>
                <a:lnTo>
                  <a:pt x="0" y="2347"/>
                </a:lnTo>
                <a:cubicBezTo>
                  <a:pt x="0" y="2527"/>
                  <a:pt x="146" y="2672"/>
                  <a:pt x="325" y="2672"/>
                </a:cubicBezTo>
                <a:lnTo>
                  <a:pt x="3604" y="2672"/>
                </a:lnTo>
                <a:close/>
              </a:path>
            </a:pathLst>
          </a:custGeom>
          <a:noFill/>
          <a:ln w="25200">
            <a:solidFill>
              <a:srgbClr val="333333"/>
            </a:solidFill>
            <a:miter/>
          </a:ln>
        </p:spPr>
        <p:txBody>
          <a:bodyPr lIns="102600" rIns="102600" tIns="57600" bIns="576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"/>
          <p:cNvSpPr/>
          <p:nvPr/>
        </p:nvSpPr>
        <p:spPr>
          <a:xfrm>
            <a:off x="4874040" y="4758840"/>
            <a:ext cx="301320" cy="301320"/>
          </a:xfrm>
          <a:custGeom>
            <a:avLst/>
            <a:gdLst/>
            <a:ahLst/>
            <a:rect l="0" t="0" r="r" b="b"/>
            <a:pathLst>
              <a:path w="837" h="837">
                <a:moveTo>
                  <a:pt x="837" y="418"/>
                </a:moveTo>
                <a:cubicBezTo>
                  <a:pt x="837" y="492"/>
                  <a:pt x="818" y="565"/>
                  <a:pt x="781" y="628"/>
                </a:cubicBezTo>
                <a:cubicBezTo>
                  <a:pt x="744" y="692"/>
                  <a:pt x="691" y="745"/>
                  <a:pt x="628" y="781"/>
                </a:cubicBezTo>
                <a:cubicBezTo>
                  <a:pt x="564" y="818"/>
                  <a:pt x="492" y="837"/>
                  <a:pt x="419" y="837"/>
                </a:cubicBezTo>
                <a:cubicBezTo>
                  <a:pt x="345" y="837"/>
                  <a:pt x="272" y="818"/>
                  <a:pt x="209" y="781"/>
                </a:cubicBezTo>
                <a:cubicBezTo>
                  <a:pt x="145" y="745"/>
                  <a:pt x="93" y="692"/>
                  <a:pt x="56" y="628"/>
                </a:cubicBezTo>
                <a:cubicBezTo>
                  <a:pt x="19" y="565"/>
                  <a:pt x="0" y="492"/>
                  <a:pt x="0" y="418"/>
                </a:cubicBezTo>
                <a:cubicBezTo>
                  <a:pt x="0" y="345"/>
                  <a:pt x="19" y="273"/>
                  <a:pt x="56" y="209"/>
                </a:cubicBezTo>
                <a:cubicBezTo>
                  <a:pt x="93" y="146"/>
                  <a:pt x="145" y="93"/>
                  <a:pt x="209" y="56"/>
                </a:cubicBezTo>
                <a:cubicBezTo>
                  <a:pt x="272" y="19"/>
                  <a:pt x="345" y="0"/>
                  <a:pt x="419" y="0"/>
                </a:cubicBezTo>
                <a:cubicBezTo>
                  <a:pt x="492" y="0"/>
                  <a:pt x="564" y="19"/>
                  <a:pt x="628" y="56"/>
                </a:cubicBezTo>
                <a:cubicBezTo>
                  <a:pt x="691" y="93"/>
                  <a:pt x="744" y="146"/>
                  <a:pt x="781" y="209"/>
                </a:cubicBezTo>
                <a:cubicBezTo>
                  <a:pt x="818" y="273"/>
                  <a:pt x="837" y="345"/>
                  <a:pt x="837" y="41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"/>
          <p:cNvSpPr/>
          <p:nvPr/>
        </p:nvSpPr>
        <p:spPr>
          <a:xfrm>
            <a:off x="4874040" y="4758840"/>
            <a:ext cx="301320" cy="301320"/>
          </a:xfrm>
          <a:custGeom>
            <a:avLst/>
            <a:gdLst/>
            <a:ahLst/>
            <a:rect l="0" t="0" r="r" b="b"/>
            <a:pathLst>
              <a:path w="837" h="837">
                <a:moveTo>
                  <a:pt x="837" y="418"/>
                </a:moveTo>
                <a:cubicBezTo>
                  <a:pt x="837" y="492"/>
                  <a:pt x="818" y="565"/>
                  <a:pt x="781" y="628"/>
                </a:cubicBezTo>
                <a:cubicBezTo>
                  <a:pt x="744" y="692"/>
                  <a:pt x="691" y="745"/>
                  <a:pt x="628" y="781"/>
                </a:cubicBezTo>
                <a:cubicBezTo>
                  <a:pt x="564" y="818"/>
                  <a:pt x="492" y="837"/>
                  <a:pt x="419" y="837"/>
                </a:cubicBezTo>
                <a:cubicBezTo>
                  <a:pt x="345" y="837"/>
                  <a:pt x="272" y="818"/>
                  <a:pt x="209" y="781"/>
                </a:cubicBezTo>
                <a:cubicBezTo>
                  <a:pt x="145" y="745"/>
                  <a:pt x="93" y="692"/>
                  <a:pt x="56" y="628"/>
                </a:cubicBezTo>
                <a:cubicBezTo>
                  <a:pt x="19" y="565"/>
                  <a:pt x="0" y="492"/>
                  <a:pt x="0" y="418"/>
                </a:cubicBezTo>
                <a:cubicBezTo>
                  <a:pt x="0" y="345"/>
                  <a:pt x="19" y="273"/>
                  <a:pt x="56" y="209"/>
                </a:cubicBezTo>
                <a:cubicBezTo>
                  <a:pt x="93" y="146"/>
                  <a:pt x="145" y="93"/>
                  <a:pt x="209" y="56"/>
                </a:cubicBezTo>
                <a:cubicBezTo>
                  <a:pt x="272" y="19"/>
                  <a:pt x="345" y="0"/>
                  <a:pt x="419" y="0"/>
                </a:cubicBezTo>
                <a:cubicBezTo>
                  <a:pt x="492" y="0"/>
                  <a:pt x="564" y="19"/>
                  <a:pt x="628" y="56"/>
                </a:cubicBezTo>
                <a:cubicBezTo>
                  <a:pt x="691" y="93"/>
                  <a:pt x="744" y="146"/>
                  <a:pt x="781" y="209"/>
                </a:cubicBezTo>
                <a:cubicBezTo>
                  <a:pt x="818" y="273"/>
                  <a:pt x="837" y="345"/>
                  <a:pt x="837" y="418"/>
                </a:cubicBezTo>
                <a:close/>
              </a:path>
            </a:pathLst>
          </a:custGeom>
          <a:noFill/>
          <a:ln w="16560">
            <a:solidFill>
              <a:srgbClr val="555555"/>
            </a:solidFill>
            <a:miter/>
          </a:ln>
        </p:spPr>
        <p:txBody>
          <a:bodyPr lIns="98280" rIns="98280" tIns="53280" bIns="532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"/>
          <p:cNvSpPr txBox="1"/>
          <p:nvPr/>
        </p:nvSpPr>
        <p:spPr>
          <a:xfrm>
            <a:off x="4978800" y="4821480"/>
            <a:ext cx="92880" cy="204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45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8</a:t>
            </a:r>
            <a:endParaRPr b="1" lang="en-US" sz="145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32" name=""/>
          <p:cNvSpPr txBox="1"/>
          <p:nvPr/>
        </p:nvSpPr>
        <p:spPr>
          <a:xfrm>
            <a:off x="5371920" y="4871880"/>
            <a:ext cx="1435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979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EDITORIAL</a:t>
            </a:r>
            <a:endParaRPr b="1" lang="en-US" sz="1979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33" name=""/>
          <p:cNvSpPr txBox="1"/>
          <p:nvPr/>
        </p:nvSpPr>
        <p:spPr>
          <a:xfrm>
            <a:off x="5757120" y="5164560"/>
            <a:ext cx="669600" cy="268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91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GATE</a:t>
            </a:r>
            <a:endParaRPr b="1" lang="en-US" sz="191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34" name=""/>
          <p:cNvSpPr/>
          <p:nvPr/>
        </p:nvSpPr>
        <p:spPr>
          <a:xfrm>
            <a:off x="8188200" y="4683600"/>
            <a:ext cx="2594520" cy="961920"/>
          </a:xfrm>
          <a:custGeom>
            <a:avLst/>
            <a:gdLst/>
            <a:ahLst/>
            <a:rect l="0" t="0" r="r" b="b"/>
            <a:pathLst>
              <a:path w="7207" h="2672">
                <a:moveTo>
                  <a:pt x="3604" y="2672"/>
                </a:moveTo>
                <a:lnTo>
                  <a:pt x="6882" y="2672"/>
                </a:lnTo>
                <a:cubicBezTo>
                  <a:pt x="7062" y="2672"/>
                  <a:pt x="7207" y="2527"/>
                  <a:pt x="7207" y="2347"/>
                </a:cubicBezTo>
                <a:lnTo>
                  <a:pt x="7207" y="325"/>
                </a:lnTo>
                <a:cubicBezTo>
                  <a:pt x="7207" y="146"/>
                  <a:pt x="7062" y="0"/>
                  <a:pt x="6882" y="0"/>
                </a:cubicBezTo>
                <a:lnTo>
                  <a:pt x="325" y="0"/>
                </a:lnTo>
                <a:cubicBezTo>
                  <a:pt x="146" y="0"/>
                  <a:pt x="0" y="146"/>
                  <a:pt x="0" y="325"/>
                </a:cubicBezTo>
                <a:lnTo>
                  <a:pt x="0" y="2347"/>
                </a:lnTo>
                <a:cubicBezTo>
                  <a:pt x="0" y="2527"/>
                  <a:pt x="146" y="2672"/>
                  <a:pt x="325" y="2672"/>
                </a:cubicBezTo>
                <a:lnTo>
                  <a:pt x="3604" y="2672"/>
                </a:lnTo>
                <a:close/>
              </a:path>
            </a:pathLst>
          </a:custGeom>
          <a:solidFill>
            <a:srgbClr val="eeeee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"/>
          <p:cNvSpPr/>
          <p:nvPr/>
        </p:nvSpPr>
        <p:spPr>
          <a:xfrm>
            <a:off x="8188200" y="4683600"/>
            <a:ext cx="2594520" cy="961920"/>
          </a:xfrm>
          <a:custGeom>
            <a:avLst/>
            <a:gdLst/>
            <a:ahLst/>
            <a:rect l="0" t="0" r="r" b="b"/>
            <a:pathLst>
              <a:path w="7207" h="2672">
                <a:moveTo>
                  <a:pt x="3604" y="2672"/>
                </a:moveTo>
                <a:lnTo>
                  <a:pt x="6882" y="2672"/>
                </a:lnTo>
                <a:cubicBezTo>
                  <a:pt x="7062" y="2672"/>
                  <a:pt x="7207" y="2527"/>
                  <a:pt x="7207" y="2347"/>
                </a:cubicBezTo>
                <a:lnTo>
                  <a:pt x="7207" y="325"/>
                </a:lnTo>
                <a:cubicBezTo>
                  <a:pt x="7207" y="146"/>
                  <a:pt x="7062" y="0"/>
                  <a:pt x="6882" y="0"/>
                </a:cubicBezTo>
                <a:lnTo>
                  <a:pt x="325" y="0"/>
                </a:lnTo>
                <a:cubicBezTo>
                  <a:pt x="146" y="0"/>
                  <a:pt x="0" y="146"/>
                  <a:pt x="0" y="325"/>
                </a:cubicBezTo>
                <a:lnTo>
                  <a:pt x="0" y="2347"/>
                </a:lnTo>
                <a:cubicBezTo>
                  <a:pt x="0" y="2527"/>
                  <a:pt x="146" y="2672"/>
                  <a:pt x="325" y="2672"/>
                </a:cubicBezTo>
                <a:lnTo>
                  <a:pt x="3604" y="2672"/>
                </a:lnTo>
                <a:close/>
              </a:path>
            </a:pathLst>
          </a:custGeom>
          <a:noFill/>
          <a:ln w="25200">
            <a:solidFill>
              <a:srgbClr val="333333"/>
            </a:solidFill>
            <a:miter/>
          </a:ln>
        </p:spPr>
        <p:txBody>
          <a:bodyPr lIns="102600" rIns="102600" tIns="57600" bIns="576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"/>
          <p:cNvSpPr/>
          <p:nvPr/>
        </p:nvSpPr>
        <p:spPr>
          <a:xfrm>
            <a:off x="8263440" y="4758840"/>
            <a:ext cx="301320" cy="301320"/>
          </a:xfrm>
          <a:custGeom>
            <a:avLst/>
            <a:gdLst/>
            <a:ahLst/>
            <a:rect l="0" t="0" r="r" b="b"/>
            <a:pathLst>
              <a:path w="837" h="837">
                <a:moveTo>
                  <a:pt x="837" y="418"/>
                </a:moveTo>
                <a:cubicBezTo>
                  <a:pt x="837" y="492"/>
                  <a:pt x="818" y="565"/>
                  <a:pt x="781" y="628"/>
                </a:cubicBezTo>
                <a:cubicBezTo>
                  <a:pt x="744" y="692"/>
                  <a:pt x="692" y="745"/>
                  <a:pt x="628" y="781"/>
                </a:cubicBezTo>
                <a:cubicBezTo>
                  <a:pt x="564" y="818"/>
                  <a:pt x="493" y="837"/>
                  <a:pt x="419" y="837"/>
                </a:cubicBezTo>
                <a:cubicBezTo>
                  <a:pt x="346" y="837"/>
                  <a:pt x="273" y="818"/>
                  <a:pt x="209" y="781"/>
                </a:cubicBezTo>
                <a:cubicBezTo>
                  <a:pt x="146" y="745"/>
                  <a:pt x="93" y="692"/>
                  <a:pt x="56" y="628"/>
                </a:cubicBezTo>
                <a:cubicBezTo>
                  <a:pt x="20" y="565"/>
                  <a:pt x="0" y="492"/>
                  <a:pt x="0" y="418"/>
                </a:cubicBezTo>
                <a:cubicBezTo>
                  <a:pt x="0" y="345"/>
                  <a:pt x="20" y="273"/>
                  <a:pt x="56" y="209"/>
                </a:cubicBezTo>
                <a:cubicBezTo>
                  <a:pt x="93" y="146"/>
                  <a:pt x="146" y="93"/>
                  <a:pt x="209" y="56"/>
                </a:cubicBezTo>
                <a:cubicBezTo>
                  <a:pt x="273" y="19"/>
                  <a:pt x="345" y="0"/>
                  <a:pt x="419" y="0"/>
                </a:cubicBezTo>
                <a:cubicBezTo>
                  <a:pt x="492" y="0"/>
                  <a:pt x="564" y="19"/>
                  <a:pt x="628" y="56"/>
                </a:cubicBezTo>
                <a:cubicBezTo>
                  <a:pt x="692" y="93"/>
                  <a:pt x="744" y="146"/>
                  <a:pt x="781" y="209"/>
                </a:cubicBezTo>
                <a:cubicBezTo>
                  <a:pt x="818" y="273"/>
                  <a:pt x="837" y="345"/>
                  <a:pt x="837" y="41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"/>
          <p:cNvSpPr/>
          <p:nvPr/>
        </p:nvSpPr>
        <p:spPr>
          <a:xfrm>
            <a:off x="8263440" y="4758840"/>
            <a:ext cx="301320" cy="301320"/>
          </a:xfrm>
          <a:custGeom>
            <a:avLst/>
            <a:gdLst/>
            <a:ahLst/>
            <a:rect l="0" t="0" r="r" b="b"/>
            <a:pathLst>
              <a:path w="837" h="837">
                <a:moveTo>
                  <a:pt x="837" y="418"/>
                </a:moveTo>
                <a:cubicBezTo>
                  <a:pt x="837" y="492"/>
                  <a:pt x="818" y="565"/>
                  <a:pt x="781" y="628"/>
                </a:cubicBezTo>
                <a:cubicBezTo>
                  <a:pt x="744" y="692"/>
                  <a:pt x="692" y="745"/>
                  <a:pt x="628" y="781"/>
                </a:cubicBezTo>
                <a:cubicBezTo>
                  <a:pt x="564" y="818"/>
                  <a:pt x="493" y="837"/>
                  <a:pt x="419" y="837"/>
                </a:cubicBezTo>
                <a:cubicBezTo>
                  <a:pt x="346" y="837"/>
                  <a:pt x="273" y="818"/>
                  <a:pt x="209" y="781"/>
                </a:cubicBezTo>
                <a:cubicBezTo>
                  <a:pt x="146" y="745"/>
                  <a:pt x="93" y="692"/>
                  <a:pt x="56" y="628"/>
                </a:cubicBezTo>
                <a:cubicBezTo>
                  <a:pt x="20" y="565"/>
                  <a:pt x="0" y="492"/>
                  <a:pt x="0" y="418"/>
                </a:cubicBezTo>
                <a:cubicBezTo>
                  <a:pt x="0" y="345"/>
                  <a:pt x="20" y="273"/>
                  <a:pt x="56" y="209"/>
                </a:cubicBezTo>
                <a:cubicBezTo>
                  <a:pt x="93" y="146"/>
                  <a:pt x="146" y="93"/>
                  <a:pt x="209" y="56"/>
                </a:cubicBezTo>
                <a:cubicBezTo>
                  <a:pt x="273" y="19"/>
                  <a:pt x="346" y="0"/>
                  <a:pt x="419" y="0"/>
                </a:cubicBezTo>
                <a:cubicBezTo>
                  <a:pt x="493" y="0"/>
                  <a:pt x="564" y="19"/>
                  <a:pt x="628" y="56"/>
                </a:cubicBezTo>
                <a:cubicBezTo>
                  <a:pt x="692" y="93"/>
                  <a:pt x="744" y="146"/>
                  <a:pt x="781" y="209"/>
                </a:cubicBezTo>
                <a:cubicBezTo>
                  <a:pt x="818" y="273"/>
                  <a:pt x="837" y="345"/>
                  <a:pt x="837" y="418"/>
                </a:cubicBezTo>
                <a:close/>
              </a:path>
            </a:pathLst>
          </a:custGeom>
          <a:noFill/>
          <a:ln w="16560">
            <a:solidFill>
              <a:srgbClr val="555555"/>
            </a:solidFill>
            <a:miter/>
          </a:ln>
        </p:spPr>
        <p:txBody>
          <a:bodyPr lIns="98280" rIns="98280" tIns="53280" bIns="532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"/>
          <p:cNvSpPr txBox="1"/>
          <p:nvPr/>
        </p:nvSpPr>
        <p:spPr>
          <a:xfrm>
            <a:off x="8368200" y="4821480"/>
            <a:ext cx="92880" cy="204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45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9</a:t>
            </a:r>
            <a:endParaRPr b="1" lang="en-US" sz="145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39" name=""/>
          <p:cNvSpPr txBox="1"/>
          <p:nvPr/>
        </p:nvSpPr>
        <p:spPr>
          <a:xfrm>
            <a:off x="8878680" y="4871880"/>
            <a:ext cx="120240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979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DEFENCE</a:t>
            </a:r>
            <a:endParaRPr b="1" lang="en-US" sz="1979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40" name=""/>
          <p:cNvSpPr txBox="1"/>
          <p:nvPr/>
        </p:nvSpPr>
        <p:spPr>
          <a:xfrm>
            <a:off x="8795160" y="5164560"/>
            <a:ext cx="1387800" cy="268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91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READINESS</a:t>
            </a:r>
            <a:endParaRPr b="1" lang="en-US" sz="191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41" name=""/>
          <p:cNvSpPr/>
          <p:nvPr/>
        </p:nvSpPr>
        <p:spPr>
          <a:xfrm>
            <a:off x="1409040" y="5871600"/>
            <a:ext cx="9373680" cy="485280"/>
          </a:xfrm>
          <a:custGeom>
            <a:avLst/>
            <a:gdLst/>
            <a:ahLst/>
            <a:rect l="0" t="0" r="r" b="b"/>
            <a:pathLst>
              <a:path w="26038" h="1348">
                <a:moveTo>
                  <a:pt x="13020" y="1348"/>
                </a:moveTo>
                <a:lnTo>
                  <a:pt x="25759" y="1348"/>
                </a:lnTo>
                <a:cubicBezTo>
                  <a:pt x="25913" y="1348"/>
                  <a:pt x="26038" y="1223"/>
                  <a:pt x="26038" y="1069"/>
                </a:cubicBezTo>
                <a:lnTo>
                  <a:pt x="26038" y="279"/>
                </a:lnTo>
                <a:cubicBezTo>
                  <a:pt x="26038" y="125"/>
                  <a:pt x="25913" y="0"/>
                  <a:pt x="25759" y="0"/>
                </a:cubicBezTo>
                <a:lnTo>
                  <a:pt x="279" y="0"/>
                </a:lnTo>
                <a:cubicBezTo>
                  <a:pt x="125" y="0"/>
                  <a:pt x="0" y="125"/>
                  <a:pt x="0" y="279"/>
                </a:cubicBezTo>
                <a:lnTo>
                  <a:pt x="0" y="1069"/>
                </a:lnTo>
                <a:cubicBezTo>
                  <a:pt x="0" y="1223"/>
                  <a:pt x="125" y="1348"/>
                  <a:pt x="279" y="1348"/>
                </a:cubicBezTo>
                <a:lnTo>
                  <a:pt x="13020" y="1348"/>
                </a:lnTo>
                <a:close/>
              </a:path>
            </a:pathLst>
          </a:custGeom>
          <a:solidFill>
            <a:srgbClr val="e8e8e8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"/>
          <p:cNvSpPr/>
          <p:nvPr/>
        </p:nvSpPr>
        <p:spPr>
          <a:xfrm>
            <a:off x="1409040" y="5871600"/>
            <a:ext cx="9373680" cy="485280"/>
          </a:xfrm>
          <a:custGeom>
            <a:avLst/>
            <a:gdLst/>
            <a:ahLst/>
            <a:rect l="0" t="0" r="r" b="b"/>
            <a:pathLst>
              <a:path w="26038" h="1348">
                <a:moveTo>
                  <a:pt x="13020" y="1348"/>
                </a:moveTo>
                <a:lnTo>
                  <a:pt x="25759" y="1348"/>
                </a:lnTo>
                <a:cubicBezTo>
                  <a:pt x="25913" y="1348"/>
                  <a:pt x="26038" y="1223"/>
                  <a:pt x="26038" y="1069"/>
                </a:cubicBezTo>
                <a:lnTo>
                  <a:pt x="26038" y="279"/>
                </a:lnTo>
                <a:cubicBezTo>
                  <a:pt x="26038" y="125"/>
                  <a:pt x="25913" y="0"/>
                  <a:pt x="25759" y="0"/>
                </a:cubicBezTo>
                <a:lnTo>
                  <a:pt x="279" y="0"/>
                </a:lnTo>
                <a:cubicBezTo>
                  <a:pt x="125" y="0"/>
                  <a:pt x="0" y="125"/>
                  <a:pt x="0" y="279"/>
                </a:cubicBezTo>
                <a:lnTo>
                  <a:pt x="0" y="1069"/>
                </a:lnTo>
                <a:cubicBezTo>
                  <a:pt x="0" y="1223"/>
                  <a:pt x="125" y="1348"/>
                  <a:pt x="279" y="1348"/>
                </a:cubicBezTo>
                <a:lnTo>
                  <a:pt x="13020" y="1348"/>
                </a:lnTo>
                <a:close/>
              </a:path>
            </a:pathLst>
          </a:custGeom>
          <a:noFill/>
          <a:ln w="25200">
            <a:solidFill>
              <a:srgbClr val="555555"/>
            </a:solidFill>
            <a:miter/>
          </a:ln>
        </p:spPr>
        <p:txBody>
          <a:bodyPr lIns="102600" rIns="102600" tIns="57600" bIns="576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"/>
          <p:cNvSpPr txBox="1"/>
          <p:nvPr/>
        </p:nvSpPr>
        <p:spPr>
          <a:xfrm>
            <a:off x="3396600" y="5984280"/>
            <a:ext cx="539784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779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TRACE — transversal control for consequential AI use</a:t>
            </a:r>
            <a:endParaRPr b="1" lang="en-US" sz="1779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"/>
          <p:cNvSpPr/>
          <p:nvPr/>
        </p:nvSpPr>
        <p:spPr>
          <a:xfrm>
            <a:off x="165240" y="201600"/>
            <a:ext cx="11861280" cy="6454800"/>
          </a:xfrm>
          <a:custGeom>
            <a:avLst/>
            <a:gdLst/>
            <a:ahLst/>
            <a:rect l="0" t="0" r="r" b="b"/>
            <a:pathLst>
              <a:path w="32948" h="17930">
                <a:moveTo>
                  <a:pt x="0" y="0"/>
                </a:moveTo>
                <a:lnTo>
                  <a:pt x="32948" y="0"/>
                </a:lnTo>
                <a:lnTo>
                  <a:pt x="32948" y="17930"/>
                </a:lnTo>
                <a:lnTo>
                  <a:pt x="0" y="1793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"/>
          <p:cNvSpPr/>
          <p:nvPr/>
        </p:nvSpPr>
        <p:spPr>
          <a:xfrm>
            <a:off x="3921480" y="2309400"/>
            <a:ext cx="4348800" cy="2173320"/>
          </a:xfrm>
          <a:custGeom>
            <a:avLst/>
            <a:gdLst/>
            <a:ahLst/>
            <a:rect l="0" t="0" r="r" b="b"/>
            <a:pathLst>
              <a:path w="12080" h="6037">
                <a:moveTo>
                  <a:pt x="6041" y="6037"/>
                </a:moveTo>
                <a:lnTo>
                  <a:pt x="11641" y="6037"/>
                </a:lnTo>
                <a:cubicBezTo>
                  <a:pt x="11883" y="6037"/>
                  <a:pt x="12080" y="5840"/>
                  <a:pt x="12080" y="5598"/>
                </a:cubicBezTo>
                <a:lnTo>
                  <a:pt x="12080" y="439"/>
                </a:lnTo>
                <a:cubicBezTo>
                  <a:pt x="12080" y="197"/>
                  <a:pt x="11883" y="0"/>
                  <a:pt x="11641" y="0"/>
                </a:cubicBezTo>
                <a:lnTo>
                  <a:pt x="439" y="0"/>
                </a:lnTo>
                <a:cubicBezTo>
                  <a:pt x="197" y="0"/>
                  <a:pt x="0" y="197"/>
                  <a:pt x="0" y="439"/>
                </a:cubicBezTo>
                <a:lnTo>
                  <a:pt x="0" y="5598"/>
                </a:lnTo>
                <a:cubicBezTo>
                  <a:pt x="0" y="5840"/>
                  <a:pt x="197" y="6037"/>
                  <a:pt x="439" y="6037"/>
                </a:cubicBezTo>
                <a:lnTo>
                  <a:pt x="6041" y="6037"/>
                </a:lnTo>
                <a:close/>
              </a:path>
            </a:pathLst>
          </a:custGeom>
          <a:solidFill>
            <a:srgbClr val="e2e2e2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"/>
          <p:cNvSpPr/>
          <p:nvPr/>
        </p:nvSpPr>
        <p:spPr>
          <a:xfrm>
            <a:off x="3921480" y="2309400"/>
            <a:ext cx="4348800" cy="2173320"/>
          </a:xfrm>
          <a:custGeom>
            <a:avLst/>
            <a:gdLst/>
            <a:ahLst/>
            <a:rect l="0" t="0" r="r" b="b"/>
            <a:pathLst>
              <a:path w="12080" h="6037">
                <a:moveTo>
                  <a:pt x="6041" y="6037"/>
                </a:moveTo>
                <a:lnTo>
                  <a:pt x="11641" y="6037"/>
                </a:lnTo>
                <a:cubicBezTo>
                  <a:pt x="11883" y="6037"/>
                  <a:pt x="12080" y="5840"/>
                  <a:pt x="12080" y="5598"/>
                </a:cubicBezTo>
                <a:lnTo>
                  <a:pt x="12080" y="439"/>
                </a:lnTo>
                <a:cubicBezTo>
                  <a:pt x="12080" y="197"/>
                  <a:pt x="11883" y="0"/>
                  <a:pt x="11641" y="0"/>
                </a:cubicBezTo>
                <a:lnTo>
                  <a:pt x="439" y="0"/>
                </a:lnTo>
                <a:cubicBezTo>
                  <a:pt x="197" y="0"/>
                  <a:pt x="0" y="197"/>
                  <a:pt x="0" y="439"/>
                </a:cubicBezTo>
                <a:lnTo>
                  <a:pt x="0" y="5598"/>
                </a:lnTo>
                <a:cubicBezTo>
                  <a:pt x="0" y="5840"/>
                  <a:pt x="197" y="6037"/>
                  <a:pt x="439" y="6037"/>
                </a:cubicBezTo>
                <a:lnTo>
                  <a:pt x="6041" y="6037"/>
                </a:lnTo>
                <a:close/>
              </a:path>
            </a:pathLst>
          </a:custGeom>
          <a:noFill/>
          <a:ln w="26280">
            <a:solidFill>
              <a:srgbClr val="333333"/>
            </a:solidFill>
            <a:miter/>
          </a:ln>
        </p:spPr>
        <p:txBody>
          <a:bodyPr lIns="102960" rIns="102960" tIns="57960" bIns="5796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"/>
          <p:cNvSpPr/>
          <p:nvPr/>
        </p:nvSpPr>
        <p:spPr>
          <a:xfrm>
            <a:off x="3921480" y="465120"/>
            <a:ext cx="4348800" cy="1251360"/>
          </a:xfrm>
          <a:custGeom>
            <a:avLst/>
            <a:gdLst/>
            <a:ahLst/>
            <a:rect l="0" t="0" r="r" b="b"/>
            <a:pathLst>
              <a:path w="12080" h="3476">
                <a:moveTo>
                  <a:pt x="6041" y="3476"/>
                </a:moveTo>
                <a:lnTo>
                  <a:pt x="11641" y="3476"/>
                </a:lnTo>
                <a:cubicBezTo>
                  <a:pt x="11883" y="3476"/>
                  <a:pt x="12080" y="3280"/>
                  <a:pt x="12080" y="3037"/>
                </a:cubicBezTo>
                <a:lnTo>
                  <a:pt x="12080" y="439"/>
                </a:lnTo>
                <a:cubicBezTo>
                  <a:pt x="12080" y="197"/>
                  <a:pt x="11883" y="0"/>
                  <a:pt x="11641" y="0"/>
                </a:cubicBezTo>
                <a:lnTo>
                  <a:pt x="439" y="0"/>
                </a:lnTo>
                <a:cubicBezTo>
                  <a:pt x="197" y="0"/>
                  <a:pt x="0" y="197"/>
                  <a:pt x="0" y="439"/>
                </a:cubicBezTo>
                <a:lnTo>
                  <a:pt x="0" y="3037"/>
                </a:lnTo>
                <a:cubicBezTo>
                  <a:pt x="0" y="3280"/>
                  <a:pt x="197" y="3476"/>
                  <a:pt x="439" y="3476"/>
                </a:cubicBezTo>
                <a:lnTo>
                  <a:pt x="6041" y="3476"/>
                </a:lnTo>
                <a:close/>
              </a:path>
            </a:pathLst>
          </a:custGeom>
          <a:solidFill>
            <a:srgbClr val="f2f2f2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"/>
          <p:cNvSpPr/>
          <p:nvPr/>
        </p:nvSpPr>
        <p:spPr>
          <a:xfrm>
            <a:off x="3921480" y="465120"/>
            <a:ext cx="4348800" cy="1251360"/>
          </a:xfrm>
          <a:custGeom>
            <a:avLst/>
            <a:gdLst/>
            <a:ahLst/>
            <a:rect l="0" t="0" r="r" b="b"/>
            <a:pathLst>
              <a:path w="12080" h="3476">
                <a:moveTo>
                  <a:pt x="6041" y="3476"/>
                </a:moveTo>
                <a:lnTo>
                  <a:pt x="11641" y="3476"/>
                </a:lnTo>
                <a:cubicBezTo>
                  <a:pt x="11883" y="3476"/>
                  <a:pt x="12080" y="3280"/>
                  <a:pt x="12080" y="3037"/>
                </a:cubicBezTo>
                <a:lnTo>
                  <a:pt x="12080" y="439"/>
                </a:lnTo>
                <a:cubicBezTo>
                  <a:pt x="12080" y="197"/>
                  <a:pt x="11883" y="0"/>
                  <a:pt x="11641" y="0"/>
                </a:cubicBezTo>
                <a:lnTo>
                  <a:pt x="439" y="0"/>
                </a:lnTo>
                <a:cubicBezTo>
                  <a:pt x="197" y="0"/>
                  <a:pt x="0" y="197"/>
                  <a:pt x="0" y="439"/>
                </a:cubicBezTo>
                <a:lnTo>
                  <a:pt x="0" y="3037"/>
                </a:lnTo>
                <a:cubicBezTo>
                  <a:pt x="0" y="3280"/>
                  <a:pt x="197" y="3476"/>
                  <a:pt x="439" y="3476"/>
                </a:cubicBezTo>
                <a:lnTo>
                  <a:pt x="6041" y="3476"/>
                </a:lnTo>
                <a:close/>
              </a:path>
            </a:pathLst>
          </a:custGeom>
          <a:noFill/>
          <a:ln w="26280">
            <a:solidFill>
              <a:srgbClr val="333333"/>
            </a:solidFill>
            <a:miter/>
          </a:ln>
        </p:spPr>
        <p:txBody>
          <a:bodyPr lIns="102960" rIns="102960" tIns="57960" bIns="5796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"/>
          <p:cNvSpPr/>
          <p:nvPr/>
        </p:nvSpPr>
        <p:spPr>
          <a:xfrm>
            <a:off x="330120" y="2473920"/>
            <a:ext cx="2899440" cy="1844280"/>
          </a:xfrm>
          <a:custGeom>
            <a:avLst/>
            <a:gdLst/>
            <a:ahLst/>
            <a:rect l="0" t="0" r="r" b="b"/>
            <a:pathLst>
              <a:path w="8054" h="5123">
                <a:moveTo>
                  <a:pt x="4027" y="5123"/>
                </a:moveTo>
                <a:lnTo>
                  <a:pt x="7615" y="5123"/>
                </a:lnTo>
                <a:cubicBezTo>
                  <a:pt x="7857" y="5123"/>
                  <a:pt x="8054" y="4926"/>
                  <a:pt x="8054" y="4683"/>
                </a:cubicBezTo>
                <a:lnTo>
                  <a:pt x="8054" y="440"/>
                </a:lnTo>
                <a:cubicBezTo>
                  <a:pt x="8054" y="197"/>
                  <a:pt x="7857" y="0"/>
                  <a:pt x="7615" y="0"/>
                </a:cubicBezTo>
                <a:lnTo>
                  <a:pt x="439" y="0"/>
                </a:lnTo>
                <a:cubicBezTo>
                  <a:pt x="196" y="0"/>
                  <a:pt x="0" y="197"/>
                  <a:pt x="0" y="440"/>
                </a:cubicBezTo>
                <a:lnTo>
                  <a:pt x="0" y="4683"/>
                </a:lnTo>
                <a:cubicBezTo>
                  <a:pt x="0" y="4926"/>
                  <a:pt x="196" y="5123"/>
                  <a:pt x="439" y="5123"/>
                </a:cubicBezTo>
                <a:lnTo>
                  <a:pt x="4027" y="5123"/>
                </a:lnTo>
                <a:close/>
              </a:path>
            </a:pathLst>
          </a:custGeom>
          <a:solidFill>
            <a:srgbClr val="f2f2f2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"/>
          <p:cNvSpPr/>
          <p:nvPr/>
        </p:nvSpPr>
        <p:spPr>
          <a:xfrm>
            <a:off x="330120" y="2473920"/>
            <a:ext cx="2899440" cy="1844280"/>
          </a:xfrm>
          <a:custGeom>
            <a:avLst/>
            <a:gdLst/>
            <a:ahLst/>
            <a:rect l="0" t="0" r="r" b="b"/>
            <a:pathLst>
              <a:path w="8054" h="5123">
                <a:moveTo>
                  <a:pt x="4027" y="5123"/>
                </a:moveTo>
                <a:lnTo>
                  <a:pt x="7615" y="5123"/>
                </a:lnTo>
                <a:cubicBezTo>
                  <a:pt x="7857" y="5123"/>
                  <a:pt x="8054" y="4926"/>
                  <a:pt x="8054" y="4683"/>
                </a:cubicBezTo>
                <a:lnTo>
                  <a:pt x="8054" y="440"/>
                </a:lnTo>
                <a:cubicBezTo>
                  <a:pt x="8054" y="197"/>
                  <a:pt x="7857" y="0"/>
                  <a:pt x="7615" y="0"/>
                </a:cubicBezTo>
                <a:lnTo>
                  <a:pt x="439" y="0"/>
                </a:lnTo>
                <a:cubicBezTo>
                  <a:pt x="196" y="0"/>
                  <a:pt x="0" y="197"/>
                  <a:pt x="0" y="440"/>
                </a:cubicBezTo>
                <a:lnTo>
                  <a:pt x="0" y="4683"/>
                </a:lnTo>
                <a:cubicBezTo>
                  <a:pt x="0" y="4926"/>
                  <a:pt x="196" y="5123"/>
                  <a:pt x="439" y="5123"/>
                </a:cubicBezTo>
                <a:lnTo>
                  <a:pt x="4027" y="5123"/>
                </a:lnTo>
                <a:close/>
              </a:path>
            </a:pathLst>
          </a:custGeom>
          <a:noFill/>
          <a:ln w="26280">
            <a:solidFill>
              <a:srgbClr val="333333"/>
            </a:solidFill>
            <a:miter/>
          </a:ln>
        </p:spPr>
        <p:txBody>
          <a:bodyPr lIns="102960" rIns="102960" tIns="57960" bIns="5796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"/>
          <p:cNvSpPr/>
          <p:nvPr/>
        </p:nvSpPr>
        <p:spPr>
          <a:xfrm>
            <a:off x="8962200" y="2473920"/>
            <a:ext cx="2899440" cy="1844280"/>
          </a:xfrm>
          <a:custGeom>
            <a:avLst/>
            <a:gdLst/>
            <a:ahLst/>
            <a:rect l="0" t="0" r="r" b="b"/>
            <a:pathLst>
              <a:path w="8054" h="5123">
                <a:moveTo>
                  <a:pt x="4027" y="5123"/>
                </a:moveTo>
                <a:lnTo>
                  <a:pt x="7615" y="5123"/>
                </a:lnTo>
                <a:cubicBezTo>
                  <a:pt x="7858" y="5123"/>
                  <a:pt x="8054" y="4926"/>
                  <a:pt x="8054" y="4683"/>
                </a:cubicBezTo>
                <a:lnTo>
                  <a:pt x="8054" y="440"/>
                </a:lnTo>
                <a:cubicBezTo>
                  <a:pt x="8054" y="197"/>
                  <a:pt x="7858" y="0"/>
                  <a:pt x="7615" y="0"/>
                </a:cubicBezTo>
                <a:lnTo>
                  <a:pt x="439" y="0"/>
                </a:lnTo>
                <a:cubicBezTo>
                  <a:pt x="197" y="0"/>
                  <a:pt x="0" y="197"/>
                  <a:pt x="0" y="440"/>
                </a:cubicBezTo>
                <a:lnTo>
                  <a:pt x="0" y="4683"/>
                </a:lnTo>
                <a:cubicBezTo>
                  <a:pt x="0" y="4926"/>
                  <a:pt x="197" y="5123"/>
                  <a:pt x="439" y="5123"/>
                </a:cubicBezTo>
                <a:lnTo>
                  <a:pt x="4027" y="5123"/>
                </a:lnTo>
                <a:close/>
              </a:path>
            </a:pathLst>
          </a:custGeom>
          <a:solidFill>
            <a:srgbClr val="f2f2f2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"/>
          <p:cNvSpPr/>
          <p:nvPr/>
        </p:nvSpPr>
        <p:spPr>
          <a:xfrm>
            <a:off x="8962200" y="2473920"/>
            <a:ext cx="2899440" cy="1844280"/>
          </a:xfrm>
          <a:custGeom>
            <a:avLst/>
            <a:gdLst/>
            <a:ahLst/>
            <a:rect l="0" t="0" r="r" b="b"/>
            <a:pathLst>
              <a:path w="8054" h="5123">
                <a:moveTo>
                  <a:pt x="4027" y="5123"/>
                </a:moveTo>
                <a:lnTo>
                  <a:pt x="7615" y="5123"/>
                </a:lnTo>
                <a:cubicBezTo>
                  <a:pt x="7858" y="5123"/>
                  <a:pt x="8054" y="4926"/>
                  <a:pt x="8054" y="4683"/>
                </a:cubicBezTo>
                <a:lnTo>
                  <a:pt x="8054" y="440"/>
                </a:lnTo>
                <a:cubicBezTo>
                  <a:pt x="8054" y="197"/>
                  <a:pt x="7858" y="0"/>
                  <a:pt x="7615" y="0"/>
                </a:cubicBezTo>
                <a:lnTo>
                  <a:pt x="439" y="0"/>
                </a:lnTo>
                <a:cubicBezTo>
                  <a:pt x="197" y="0"/>
                  <a:pt x="0" y="197"/>
                  <a:pt x="0" y="440"/>
                </a:cubicBezTo>
                <a:lnTo>
                  <a:pt x="0" y="4683"/>
                </a:lnTo>
                <a:cubicBezTo>
                  <a:pt x="0" y="4926"/>
                  <a:pt x="197" y="5123"/>
                  <a:pt x="439" y="5123"/>
                </a:cubicBezTo>
                <a:lnTo>
                  <a:pt x="4027" y="5123"/>
                </a:lnTo>
                <a:close/>
              </a:path>
            </a:pathLst>
          </a:custGeom>
          <a:noFill/>
          <a:ln w="26280">
            <a:solidFill>
              <a:srgbClr val="333333"/>
            </a:solidFill>
            <a:miter/>
          </a:ln>
        </p:spPr>
        <p:txBody>
          <a:bodyPr lIns="102960" rIns="102960" tIns="57960" bIns="5796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"/>
          <p:cNvSpPr/>
          <p:nvPr/>
        </p:nvSpPr>
        <p:spPr>
          <a:xfrm>
            <a:off x="3921480" y="5108400"/>
            <a:ext cx="4348800" cy="1251720"/>
          </a:xfrm>
          <a:custGeom>
            <a:avLst/>
            <a:gdLst/>
            <a:ahLst/>
            <a:rect l="0" t="0" r="r" b="b"/>
            <a:pathLst>
              <a:path w="12080" h="3477">
                <a:moveTo>
                  <a:pt x="6041" y="3477"/>
                </a:moveTo>
                <a:lnTo>
                  <a:pt x="11641" y="3477"/>
                </a:lnTo>
                <a:cubicBezTo>
                  <a:pt x="11883" y="3477"/>
                  <a:pt x="12080" y="3280"/>
                  <a:pt x="12080" y="3037"/>
                </a:cubicBezTo>
                <a:lnTo>
                  <a:pt x="12080" y="439"/>
                </a:lnTo>
                <a:cubicBezTo>
                  <a:pt x="12080" y="197"/>
                  <a:pt x="11883" y="0"/>
                  <a:pt x="11641" y="0"/>
                </a:cubicBezTo>
                <a:lnTo>
                  <a:pt x="439" y="0"/>
                </a:lnTo>
                <a:cubicBezTo>
                  <a:pt x="197" y="0"/>
                  <a:pt x="0" y="197"/>
                  <a:pt x="0" y="439"/>
                </a:cubicBezTo>
                <a:lnTo>
                  <a:pt x="0" y="3037"/>
                </a:lnTo>
                <a:cubicBezTo>
                  <a:pt x="0" y="3280"/>
                  <a:pt x="197" y="3477"/>
                  <a:pt x="439" y="3477"/>
                </a:cubicBezTo>
                <a:lnTo>
                  <a:pt x="6041" y="3477"/>
                </a:lnTo>
                <a:close/>
              </a:path>
            </a:pathLst>
          </a:custGeom>
          <a:solidFill>
            <a:srgbClr val="f2f2f2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"/>
          <p:cNvSpPr/>
          <p:nvPr/>
        </p:nvSpPr>
        <p:spPr>
          <a:xfrm>
            <a:off x="3921480" y="5108400"/>
            <a:ext cx="4348800" cy="1251720"/>
          </a:xfrm>
          <a:custGeom>
            <a:avLst/>
            <a:gdLst/>
            <a:ahLst/>
            <a:rect l="0" t="0" r="r" b="b"/>
            <a:pathLst>
              <a:path w="12080" h="3477">
                <a:moveTo>
                  <a:pt x="6041" y="3477"/>
                </a:moveTo>
                <a:lnTo>
                  <a:pt x="11641" y="3477"/>
                </a:lnTo>
                <a:cubicBezTo>
                  <a:pt x="11883" y="3477"/>
                  <a:pt x="12080" y="3280"/>
                  <a:pt x="12080" y="3037"/>
                </a:cubicBezTo>
                <a:lnTo>
                  <a:pt x="12080" y="439"/>
                </a:lnTo>
                <a:cubicBezTo>
                  <a:pt x="12080" y="197"/>
                  <a:pt x="11883" y="0"/>
                  <a:pt x="11641" y="0"/>
                </a:cubicBezTo>
                <a:lnTo>
                  <a:pt x="439" y="0"/>
                </a:lnTo>
                <a:cubicBezTo>
                  <a:pt x="197" y="0"/>
                  <a:pt x="0" y="197"/>
                  <a:pt x="0" y="439"/>
                </a:cubicBezTo>
                <a:lnTo>
                  <a:pt x="0" y="3037"/>
                </a:lnTo>
                <a:cubicBezTo>
                  <a:pt x="0" y="3280"/>
                  <a:pt x="197" y="3477"/>
                  <a:pt x="439" y="3477"/>
                </a:cubicBezTo>
                <a:lnTo>
                  <a:pt x="6041" y="3477"/>
                </a:lnTo>
                <a:close/>
              </a:path>
            </a:pathLst>
          </a:custGeom>
          <a:noFill/>
          <a:ln w="26280">
            <a:solidFill>
              <a:srgbClr val="333333"/>
            </a:solidFill>
            <a:miter/>
          </a:ln>
        </p:spPr>
        <p:txBody>
          <a:bodyPr lIns="102960" rIns="102960" tIns="57960" bIns="5796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"/>
          <p:cNvSpPr/>
          <p:nvPr/>
        </p:nvSpPr>
        <p:spPr>
          <a:xfrm>
            <a:off x="6096240" y="1749600"/>
            <a:ext cx="0" cy="428040"/>
          </a:xfrm>
          <a:prstGeom prst="line">
            <a:avLst/>
          </a:prstGeom>
          <a:ln w="39600">
            <a:solidFill>
              <a:srgbClr val="44444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9800" rIns="109800" tIns="64800" bIns="648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"/>
          <p:cNvSpPr/>
          <p:nvPr/>
        </p:nvSpPr>
        <p:spPr>
          <a:xfrm>
            <a:off x="5859000" y="1782360"/>
            <a:ext cx="473760" cy="474480"/>
          </a:xfrm>
          <a:custGeom>
            <a:avLst/>
            <a:gdLst/>
            <a:ahLst/>
            <a:rect l="0" t="0" r="r" b="b"/>
            <a:pathLst>
              <a:path w="1316" h="1318">
                <a:moveTo>
                  <a:pt x="1316" y="0"/>
                </a:moveTo>
                <a:lnTo>
                  <a:pt x="659" y="1318"/>
                </a:lnTo>
                <a:lnTo>
                  <a:pt x="0" y="0"/>
                </a:lnTo>
                <a:lnTo>
                  <a:pt x="1316" y="0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"/>
          <p:cNvSpPr/>
          <p:nvPr/>
        </p:nvSpPr>
        <p:spPr>
          <a:xfrm>
            <a:off x="3262320" y="3396240"/>
            <a:ext cx="494280" cy="0"/>
          </a:xfrm>
          <a:prstGeom prst="line">
            <a:avLst/>
          </a:prstGeom>
          <a:ln w="39600">
            <a:solidFill>
              <a:srgbClr val="44444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9800" rIns="109800" tIns="-64800" bIns="-648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"/>
          <p:cNvSpPr/>
          <p:nvPr/>
        </p:nvSpPr>
        <p:spPr>
          <a:xfrm>
            <a:off x="3361320" y="3159000"/>
            <a:ext cx="474480" cy="474120"/>
          </a:xfrm>
          <a:custGeom>
            <a:avLst/>
            <a:gdLst/>
            <a:ahLst/>
            <a:rect l="0" t="0" r="r" b="b"/>
            <a:pathLst>
              <a:path w="1318" h="1317">
                <a:moveTo>
                  <a:pt x="0" y="0"/>
                </a:moveTo>
                <a:lnTo>
                  <a:pt x="1318" y="659"/>
                </a:lnTo>
                <a:lnTo>
                  <a:pt x="0" y="1317"/>
                </a:lnTo>
                <a:lnTo>
                  <a:pt x="0" y="0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" name=""/>
          <p:cNvSpPr/>
          <p:nvPr/>
        </p:nvSpPr>
        <p:spPr>
          <a:xfrm>
            <a:off x="3361320" y="3159000"/>
            <a:ext cx="474480" cy="474120"/>
          </a:xfrm>
          <a:custGeom>
            <a:avLst/>
            <a:gdLst/>
            <a:ahLst/>
            <a:rect l="0" t="0" r="r" b="b"/>
            <a:pathLst>
              <a:path w="1318" h="1317">
                <a:moveTo>
                  <a:pt x="0" y="0"/>
                </a:moveTo>
                <a:lnTo>
                  <a:pt x="1318" y="659"/>
                </a:lnTo>
                <a:lnTo>
                  <a:pt x="0" y="1317"/>
                </a:lnTo>
                <a:lnTo>
                  <a:pt x="0" y="0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"/>
          <p:cNvSpPr/>
          <p:nvPr/>
        </p:nvSpPr>
        <p:spPr>
          <a:xfrm flipH="1">
            <a:off x="8435160" y="3396240"/>
            <a:ext cx="494280" cy="0"/>
          </a:xfrm>
          <a:prstGeom prst="line">
            <a:avLst/>
          </a:prstGeom>
          <a:ln w="39600">
            <a:solidFill>
              <a:srgbClr val="44444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9800" rIns="109800" tIns="-64800" bIns="-648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"/>
          <p:cNvSpPr/>
          <p:nvPr/>
        </p:nvSpPr>
        <p:spPr>
          <a:xfrm>
            <a:off x="8355960" y="3159000"/>
            <a:ext cx="474480" cy="474120"/>
          </a:xfrm>
          <a:custGeom>
            <a:avLst/>
            <a:gdLst/>
            <a:ahLst/>
            <a:rect l="0" t="0" r="r" b="b"/>
            <a:pathLst>
              <a:path w="1318" h="1317">
                <a:moveTo>
                  <a:pt x="1318" y="1317"/>
                </a:moveTo>
                <a:lnTo>
                  <a:pt x="0" y="659"/>
                </a:lnTo>
                <a:lnTo>
                  <a:pt x="1318" y="0"/>
                </a:lnTo>
                <a:lnTo>
                  <a:pt x="1318" y="1317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"/>
          <p:cNvSpPr/>
          <p:nvPr/>
        </p:nvSpPr>
        <p:spPr>
          <a:xfrm>
            <a:off x="8355960" y="3159000"/>
            <a:ext cx="474480" cy="474120"/>
          </a:xfrm>
          <a:custGeom>
            <a:avLst/>
            <a:gdLst/>
            <a:ahLst/>
            <a:rect l="0" t="0" r="r" b="b"/>
            <a:pathLst>
              <a:path w="1318" h="1317">
                <a:moveTo>
                  <a:pt x="1318" y="1317"/>
                </a:moveTo>
                <a:lnTo>
                  <a:pt x="0" y="659"/>
                </a:lnTo>
                <a:lnTo>
                  <a:pt x="1318" y="0"/>
                </a:lnTo>
                <a:lnTo>
                  <a:pt x="1318" y="1317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" name=""/>
          <p:cNvSpPr/>
          <p:nvPr/>
        </p:nvSpPr>
        <p:spPr>
          <a:xfrm>
            <a:off x="8355960" y="3159000"/>
            <a:ext cx="474480" cy="474120"/>
          </a:xfrm>
          <a:custGeom>
            <a:avLst/>
            <a:gdLst/>
            <a:ahLst/>
            <a:rect l="0" t="0" r="r" b="b"/>
            <a:pathLst>
              <a:path w="1318" h="1317">
                <a:moveTo>
                  <a:pt x="1318" y="1317"/>
                </a:moveTo>
                <a:lnTo>
                  <a:pt x="0" y="659"/>
                </a:lnTo>
                <a:lnTo>
                  <a:pt x="1318" y="0"/>
                </a:lnTo>
                <a:lnTo>
                  <a:pt x="1318" y="1317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"/>
          <p:cNvSpPr/>
          <p:nvPr/>
        </p:nvSpPr>
        <p:spPr>
          <a:xfrm flipV="1">
            <a:off x="6096240" y="4581360"/>
            <a:ext cx="0" cy="428400"/>
          </a:xfrm>
          <a:prstGeom prst="line">
            <a:avLst/>
          </a:prstGeom>
          <a:ln w="39600">
            <a:solidFill>
              <a:srgbClr val="44444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9800" rIns="109800" tIns="64800" bIns="648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"/>
          <p:cNvSpPr/>
          <p:nvPr/>
        </p:nvSpPr>
        <p:spPr>
          <a:xfrm>
            <a:off x="5859000" y="4502520"/>
            <a:ext cx="473760" cy="474120"/>
          </a:xfrm>
          <a:custGeom>
            <a:avLst/>
            <a:gdLst/>
            <a:ahLst/>
            <a:rect l="0" t="0" r="r" b="b"/>
            <a:pathLst>
              <a:path w="1316" h="1317">
                <a:moveTo>
                  <a:pt x="0" y="1317"/>
                </a:moveTo>
                <a:lnTo>
                  <a:pt x="659" y="0"/>
                </a:lnTo>
                <a:lnTo>
                  <a:pt x="1316" y="1317"/>
                </a:lnTo>
                <a:lnTo>
                  <a:pt x="0" y="1317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" name=""/>
          <p:cNvSpPr/>
          <p:nvPr/>
        </p:nvSpPr>
        <p:spPr>
          <a:xfrm>
            <a:off x="5859000" y="4502520"/>
            <a:ext cx="473760" cy="474120"/>
          </a:xfrm>
          <a:custGeom>
            <a:avLst/>
            <a:gdLst/>
            <a:ahLst/>
            <a:rect l="0" t="0" r="r" b="b"/>
            <a:pathLst>
              <a:path w="1316" h="1317">
                <a:moveTo>
                  <a:pt x="0" y="1317"/>
                </a:moveTo>
                <a:lnTo>
                  <a:pt x="659" y="0"/>
                </a:lnTo>
                <a:lnTo>
                  <a:pt x="1316" y="1317"/>
                </a:lnTo>
                <a:lnTo>
                  <a:pt x="0" y="1317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" name=""/>
          <p:cNvSpPr/>
          <p:nvPr/>
        </p:nvSpPr>
        <p:spPr>
          <a:xfrm>
            <a:off x="5859000" y="4502520"/>
            <a:ext cx="473760" cy="474120"/>
          </a:xfrm>
          <a:custGeom>
            <a:avLst/>
            <a:gdLst/>
            <a:ahLst/>
            <a:rect l="0" t="0" r="r" b="b"/>
            <a:pathLst>
              <a:path w="1316" h="1317">
                <a:moveTo>
                  <a:pt x="0" y="1317"/>
                </a:moveTo>
                <a:lnTo>
                  <a:pt x="659" y="0"/>
                </a:lnTo>
                <a:lnTo>
                  <a:pt x="1316" y="1317"/>
                </a:lnTo>
                <a:lnTo>
                  <a:pt x="0" y="1317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"/>
          <p:cNvSpPr/>
          <p:nvPr/>
        </p:nvSpPr>
        <p:spPr>
          <a:xfrm>
            <a:off x="5859000" y="4502520"/>
            <a:ext cx="473760" cy="474120"/>
          </a:xfrm>
          <a:custGeom>
            <a:avLst/>
            <a:gdLst/>
            <a:ahLst/>
            <a:rect l="0" t="0" r="r" b="b"/>
            <a:pathLst>
              <a:path w="1316" h="1317">
                <a:moveTo>
                  <a:pt x="0" y="1317"/>
                </a:moveTo>
                <a:lnTo>
                  <a:pt x="659" y="0"/>
                </a:lnTo>
                <a:lnTo>
                  <a:pt x="1316" y="1317"/>
                </a:lnTo>
                <a:lnTo>
                  <a:pt x="0" y="1317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"/>
          <p:cNvSpPr txBox="1"/>
          <p:nvPr/>
        </p:nvSpPr>
        <p:spPr>
          <a:xfrm>
            <a:off x="5446800" y="2490840"/>
            <a:ext cx="130392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18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STUDENT</a:t>
            </a:r>
            <a:endParaRPr b="1" lang="en-US" sz="218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70" name=""/>
          <p:cNvSpPr txBox="1"/>
          <p:nvPr/>
        </p:nvSpPr>
        <p:spPr>
          <a:xfrm>
            <a:off x="4471560" y="2964600"/>
            <a:ext cx="319104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51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owns authorship and the submitted record</a:t>
            </a:r>
            <a:endParaRPr b="0" lang="en-US" sz="151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71" name=""/>
          <p:cNvSpPr txBox="1"/>
          <p:nvPr/>
        </p:nvSpPr>
        <p:spPr>
          <a:xfrm>
            <a:off x="4550760" y="3326760"/>
            <a:ext cx="304776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51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executes, verifies and explains the work</a:t>
            </a:r>
            <a:endParaRPr b="0" lang="en-US" sz="151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72" name=""/>
          <p:cNvSpPr txBox="1"/>
          <p:nvPr/>
        </p:nvSpPr>
        <p:spPr>
          <a:xfrm>
            <a:off x="4366080" y="3688920"/>
            <a:ext cx="339696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51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records consequential decisions and changes</a:t>
            </a:r>
            <a:endParaRPr b="0" lang="en-US" sz="151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73" name=""/>
          <p:cNvSpPr txBox="1"/>
          <p:nvPr/>
        </p:nvSpPr>
        <p:spPr>
          <a:xfrm>
            <a:off x="4761720" y="4051080"/>
            <a:ext cx="262980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51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defends the evidence and its limits</a:t>
            </a:r>
            <a:endParaRPr b="0" lang="en-US" sz="151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74" name=""/>
          <p:cNvSpPr txBox="1"/>
          <p:nvPr/>
        </p:nvSpPr>
        <p:spPr>
          <a:xfrm>
            <a:off x="5249160" y="659160"/>
            <a:ext cx="1706040" cy="295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07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SUPERVISOR</a:t>
            </a:r>
            <a:endParaRPr b="1" lang="en-US" sz="207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75" name=""/>
          <p:cNvSpPr txBox="1"/>
          <p:nvPr/>
        </p:nvSpPr>
        <p:spPr>
          <a:xfrm>
            <a:off x="4596840" y="1061280"/>
            <a:ext cx="3026520" cy="204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5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advice, challenge and academic approval</a:t>
            </a:r>
            <a:endParaRPr b="0" lang="en-US" sz="145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76" name=""/>
          <p:cNvSpPr txBox="1"/>
          <p:nvPr/>
        </p:nvSpPr>
        <p:spPr>
          <a:xfrm>
            <a:off x="4564080" y="1344600"/>
            <a:ext cx="3088440" cy="204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5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within programme rules and agreed scope</a:t>
            </a:r>
            <a:endParaRPr b="0" lang="en-US" sz="145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77" name=""/>
          <p:cNvSpPr txBox="1"/>
          <p:nvPr/>
        </p:nvSpPr>
        <p:spPr>
          <a:xfrm>
            <a:off x="788040" y="2688120"/>
            <a:ext cx="1995840" cy="275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92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INSTITUTIONAL</a:t>
            </a:r>
            <a:endParaRPr b="1" lang="en-US" sz="192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78" name=""/>
          <p:cNvSpPr txBox="1"/>
          <p:nvPr/>
        </p:nvSpPr>
        <p:spPr>
          <a:xfrm>
            <a:off x="1018800" y="2984400"/>
            <a:ext cx="1528200" cy="275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92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AUTHORITY</a:t>
            </a:r>
            <a:endParaRPr b="1" lang="en-US" sz="192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79" name=""/>
          <p:cNvSpPr txBox="1"/>
          <p:nvPr/>
        </p:nvSpPr>
        <p:spPr>
          <a:xfrm>
            <a:off x="656280" y="3465360"/>
            <a:ext cx="221328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rules, integrity and assessment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80" name=""/>
          <p:cNvSpPr txBox="1"/>
          <p:nvPr/>
        </p:nvSpPr>
        <p:spPr>
          <a:xfrm>
            <a:off x="577080" y="3761640"/>
            <a:ext cx="236484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submission and formal decisions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81" name=""/>
          <p:cNvSpPr txBox="1"/>
          <p:nvPr/>
        </p:nvSpPr>
        <p:spPr>
          <a:xfrm>
            <a:off x="9723240" y="2688120"/>
            <a:ext cx="1376640" cy="275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92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EXTERNAL</a:t>
            </a:r>
            <a:endParaRPr b="1" lang="en-US" sz="192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82" name=""/>
          <p:cNvSpPr txBox="1"/>
          <p:nvPr/>
        </p:nvSpPr>
        <p:spPr>
          <a:xfrm>
            <a:off x="9446760" y="2984400"/>
            <a:ext cx="1949760" cy="275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92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ORGANISATION</a:t>
            </a:r>
            <a:endParaRPr b="1" lang="en-US" sz="192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83" name=""/>
          <p:cNvSpPr txBox="1"/>
          <p:nvPr/>
        </p:nvSpPr>
        <p:spPr>
          <a:xfrm>
            <a:off x="9842040" y="3366360"/>
            <a:ext cx="1132560" cy="166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19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context and access</a:t>
            </a:r>
            <a:endParaRPr b="0" lang="en-US" sz="119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84" name=""/>
          <p:cNvSpPr txBox="1"/>
          <p:nvPr/>
        </p:nvSpPr>
        <p:spPr>
          <a:xfrm>
            <a:off x="9802440" y="3596760"/>
            <a:ext cx="1225080" cy="166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19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practical constraints</a:t>
            </a:r>
            <a:endParaRPr b="0" lang="en-US" sz="119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85" name=""/>
          <p:cNvSpPr txBox="1"/>
          <p:nvPr/>
        </p:nvSpPr>
        <p:spPr>
          <a:xfrm>
            <a:off x="9730080" y="3827160"/>
            <a:ext cx="1350000" cy="166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19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no academic authority</a:t>
            </a:r>
            <a:endParaRPr b="0" lang="en-US" sz="119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86" name=""/>
          <p:cNvSpPr txBox="1"/>
          <p:nvPr/>
        </p:nvSpPr>
        <p:spPr>
          <a:xfrm>
            <a:off x="9973800" y="4057920"/>
            <a:ext cx="869040" cy="166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19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over the claim</a:t>
            </a:r>
            <a:endParaRPr b="0" lang="en-US" sz="119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87" name=""/>
          <p:cNvSpPr txBox="1"/>
          <p:nvPr/>
        </p:nvSpPr>
        <p:spPr>
          <a:xfrm>
            <a:off x="5539320" y="5302800"/>
            <a:ext cx="1126080" cy="295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07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AI TOOL</a:t>
            </a:r>
            <a:endParaRPr b="1" lang="en-US" sz="207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88" name=""/>
          <p:cNvSpPr txBox="1"/>
          <p:nvPr/>
        </p:nvSpPr>
        <p:spPr>
          <a:xfrm>
            <a:off x="4530960" y="5737680"/>
            <a:ext cx="308340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candidate assistance subject to verification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89" name=""/>
          <p:cNvSpPr txBox="1"/>
          <p:nvPr/>
        </p:nvSpPr>
        <p:spPr>
          <a:xfrm>
            <a:off x="4596840" y="6021000"/>
            <a:ext cx="293832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no approval, authorship or responsibility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"/>
          <p:cNvSpPr/>
          <p:nvPr/>
        </p:nvSpPr>
        <p:spPr>
          <a:xfrm>
            <a:off x="165240" y="1388160"/>
            <a:ext cx="11861280" cy="4080960"/>
          </a:xfrm>
          <a:custGeom>
            <a:avLst/>
            <a:gdLst/>
            <a:ahLst/>
            <a:rect l="0" t="0" r="r" b="b"/>
            <a:pathLst>
              <a:path w="32948" h="11336">
                <a:moveTo>
                  <a:pt x="0" y="0"/>
                </a:moveTo>
                <a:lnTo>
                  <a:pt x="32948" y="0"/>
                </a:lnTo>
                <a:lnTo>
                  <a:pt x="32948" y="11336"/>
                </a:lnTo>
                <a:lnTo>
                  <a:pt x="0" y="1133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"/>
          <p:cNvSpPr txBox="1"/>
          <p:nvPr/>
        </p:nvSpPr>
        <p:spPr>
          <a:xfrm>
            <a:off x="4906440" y="1464120"/>
            <a:ext cx="2377440" cy="236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166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evidence-tested commitment</a:t>
            </a:r>
            <a:endParaRPr b="0" i="1" lang="en-US" sz="166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92" name=""/>
          <p:cNvSpPr/>
          <p:nvPr/>
        </p:nvSpPr>
        <p:spPr>
          <a:xfrm>
            <a:off x="330120" y="1848960"/>
            <a:ext cx="1647360" cy="1086120"/>
          </a:xfrm>
          <a:custGeom>
            <a:avLst/>
            <a:gdLst/>
            <a:ahLst/>
            <a:rect l="0" t="0" r="r" b="b"/>
            <a:pathLst>
              <a:path w="4576" h="3017">
                <a:moveTo>
                  <a:pt x="2288" y="3017"/>
                </a:moveTo>
                <a:lnTo>
                  <a:pt x="4283" y="3017"/>
                </a:lnTo>
                <a:cubicBezTo>
                  <a:pt x="4445" y="3017"/>
                  <a:pt x="4576" y="2886"/>
                  <a:pt x="4576" y="2725"/>
                </a:cubicBezTo>
                <a:lnTo>
                  <a:pt x="4576" y="293"/>
                </a:lnTo>
                <a:cubicBezTo>
                  <a:pt x="4576" y="131"/>
                  <a:pt x="4445" y="0"/>
                  <a:pt x="4283" y="0"/>
                </a:cubicBezTo>
                <a:lnTo>
                  <a:pt x="293" y="0"/>
                </a:lnTo>
                <a:cubicBezTo>
                  <a:pt x="131" y="0"/>
                  <a:pt x="0" y="131"/>
                  <a:pt x="0" y="293"/>
                </a:cubicBezTo>
                <a:lnTo>
                  <a:pt x="0" y="2725"/>
                </a:lnTo>
                <a:cubicBezTo>
                  <a:pt x="0" y="2886"/>
                  <a:pt x="131" y="3017"/>
                  <a:pt x="293" y="3017"/>
                </a:cubicBezTo>
                <a:lnTo>
                  <a:pt x="2288" y="3017"/>
                </a:lnTo>
                <a:close/>
              </a:path>
            </a:pathLst>
          </a:custGeom>
          <a:solidFill>
            <a:srgbClr val="f4f4f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"/>
          <p:cNvSpPr/>
          <p:nvPr/>
        </p:nvSpPr>
        <p:spPr>
          <a:xfrm>
            <a:off x="330120" y="1848960"/>
            <a:ext cx="1647360" cy="1086120"/>
          </a:xfrm>
          <a:custGeom>
            <a:avLst/>
            <a:gdLst/>
            <a:ahLst/>
            <a:rect l="0" t="0" r="r" b="b"/>
            <a:pathLst>
              <a:path w="4576" h="3017">
                <a:moveTo>
                  <a:pt x="2288" y="3017"/>
                </a:moveTo>
                <a:lnTo>
                  <a:pt x="4283" y="3017"/>
                </a:lnTo>
                <a:cubicBezTo>
                  <a:pt x="4445" y="3017"/>
                  <a:pt x="4576" y="2886"/>
                  <a:pt x="4576" y="2725"/>
                </a:cubicBezTo>
                <a:lnTo>
                  <a:pt x="4576" y="293"/>
                </a:lnTo>
                <a:cubicBezTo>
                  <a:pt x="4576" y="131"/>
                  <a:pt x="4445" y="0"/>
                  <a:pt x="4283" y="0"/>
                </a:cubicBezTo>
                <a:lnTo>
                  <a:pt x="293" y="0"/>
                </a:lnTo>
                <a:cubicBezTo>
                  <a:pt x="131" y="0"/>
                  <a:pt x="0" y="131"/>
                  <a:pt x="0" y="293"/>
                </a:cubicBezTo>
                <a:lnTo>
                  <a:pt x="0" y="2725"/>
                </a:lnTo>
                <a:cubicBezTo>
                  <a:pt x="0" y="2886"/>
                  <a:pt x="131" y="3017"/>
                  <a:pt x="293" y="3017"/>
                </a:cubicBezTo>
                <a:lnTo>
                  <a:pt x="2288" y="3017"/>
                </a:lnTo>
                <a:close/>
              </a:path>
            </a:pathLst>
          </a:custGeom>
          <a:noFill/>
          <a:ln w="26280">
            <a:solidFill>
              <a:srgbClr val="333333"/>
            </a:solidFill>
            <a:miter/>
          </a:ln>
        </p:spPr>
        <p:txBody>
          <a:bodyPr lIns="102960" rIns="102960" tIns="57960" bIns="5796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"/>
          <p:cNvSpPr txBox="1"/>
          <p:nvPr/>
        </p:nvSpPr>
        <p:spPr>
          <a:xfrm>
            <a:off x="544320" y="2115360"/>
            <a:ext cx="1222200" cy="229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61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CANDIDATE</a:t>
            </a:r>
            <a:endParaRPr b="1" lang="en-US" sz="161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95" name=""/>
          <p:cNvSpPr txBox="1"/>
          <p:nvPr/>
        </p:nvSpPr>
        <p:spPr>
          <a:xfrm>
            <a:off x="840600" y="2457720"/>
            <a:ext cx="624960" cy="229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61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IDEAS</a:t>
            </a:r>
            <a:endParaRPr b="1" lang="en-US" sz="161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96" name=""/>
          <p:cNvSpPr/>
          <p:nvPr/>
        </p:nvSpPr>
        <p:spPr>
          <a:xfrm>
            <a:off x="2030040" y="2392200"/>
            <a:ext cx="151560" cy="0"/>
          </a:xfrm>
          <a:prstGeom prst="line">
            <a:avLst/>
          </a:prstGeom>
          <a:ln w="33120">
            <a:solidFill>
              <a:srgbClr val="44444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6560" rIns="106560" tIns="-61560" bIns="-6156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"/>
          <p:cNvSpPr/>
          <p:nvPr/>
        </p:nvSpPr>
        <p:spPr>
          <a:xfrm>
            <a:off x="1852200" y="2194560"/>
            <a:ext cx="395280" cy="394920"/>
          </a:xfrm>
          <a:custGeom>
            <a:avLst/>
            <a:gdLst/>
            <a:ahLst/>
            <a:rect l="0" t="0" r="r" b="b"/>
            <a:pathLst>
              <a:path w="1098" h="1097">
                <a:moveTo>
                  <a:pt x="0" y="0"/>
                </a:moveTo>
                <a:lnTo>
                  <a:pt x="1098" y="549"/>
                </a:lnTo>
                <a:lnTo>
                  <a:pt x="0" y="1097"/>
                </a:lnTo>
                <a:lnTo>
                  <a:pt x="0" y="0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" name=""/>
          <p:cNvSpPr/>
          <p:nvPr/>
        </p:nvSpPr>
        <p:spPr>
          <a:xfrm>
            <a:off x="2267280" y="1848960"/>
            <a:ext cx="1647720" cy="1086120"/>
          </a:xfrm>
          <a:custGeom>
            <a:avLst/>
            <a:gdLst/>
            <a:ahLst/>
            <a:rect l="0" t="0" r="r" b="b"/>
            <a:pathLst>
              <a:path w="4577" h="3017">
                <a:moveTo>
                  <a:pt x="2288" y="3017"/>
                </a:moveTo>
                <a:lnTo>
                  <a:pt x="4284" y="3017"/>
                </a:lnTo>
                <a:cubicBezTo>
                  <a:pt x="4445" y="3017"/>
                  <a:pt x="4577" y="2886"/>
                  <a:pt x="4577" y="2725"/>
                </a:cubicBezTo>
                <a:lnTo>
                  <a:pt x="4577" y="293"/>
                </a:lnTo>
                <a:cubicBezTo>
                  <a:pt x="4577" y="131"/>
                  <a:pt x="4445" y="0"/>
                  <a:pt x="4284" y="0"/>
                </a:cubicBezTo>
                <a:lnTo>
                  <a:pt x="293" y="0"/>
                </a:lnTo>
                <a:cubicBezTo>
                  <a:pt x="132" y="0"/>
                  <a:pt x="0" y="131"/>
                  <a:pt x="0" y="293"/>
                </a:cubicBezTo>
                <a:lnTo>
                  <a:pt x="0" y="2725"/>
                </a:lnTo>
                <a:cubicBezTo>
                  <a:pt x="0" y="2886"/>
                  <a:pt x="132" y="3017"/>
                  <a:pt x="293" y="3017"/>
                </a:cubicBezTo>
                <a:lnTo>
                  <a:pt x="2288" y="3017"/>
                </a:lnTo>
                <a:close/>
              </a:path>
            </a:pathLst>
          </a:custGeom>
          <a:solidFill>
            <a:srgbClr val="eeeee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"/>
          <p:cNvSpPr/>
          <p:nvPr/>
        </p:nvSpPr>
        <p:spPr>
          <a:xfrm>
            <a:off x="2267280" y="1848960"/>
            <a:ext cx="1647720" cy="1086120"/>
          </a:xfrm>
          <a:custGeom>
            <a:avLst/>
            <a:gdLst/>
            <a:ahLst/>
            <a:rect l="0" t="0" r="r" b="b"/>
            <a:pathLst>
              <a:path w="4577" h="3017">
                <a:moveTo>
                  <a:pt x="2288" y="3017"/>
                </a:moveTo>
                <a:lnTo>
                  <a:pt x="4284" y="3017"/>
                </a:lnTo>
                <a:cubicBezTo>
                  <a:pt x="4445" y="3017"/>
                  <a:pt x="4577" y="2886"/>
                  <a:pt x="4577" y="2725"/>
                </a:cubicBezTo>
                <a:lnTo>
                  <a:pt x="4577" y="293"/>
                </a:lnTo>
                <a:cubicBezTo>
                  <a:pt x="4577" y="131"/>
                  <a:pt x="4445" y="0"/>
                  <a:pt x="4284" y="0"/>
                </a:cubicBezTo>
                <a:lnTo>
                  <a:pt x="293" y="0"/>
                </a:lnTo>
                <a:cubicBezTo>
                  <a:pt x="132" y="0"/>
                  <a:pt x="0" y="131"/>
                  <a:pt x="0" y="293"/>
                </a:cubicBezTo>
                <a:lnTo>
                  <a:pt x="0" y="2725"/>
                </a:lnTo>
                <a:cubicBezTo>
                  <a:pt x="0" y="2886"/>
                  <a:pt x="132" y="3017"/>
                  <a:pt x="293" y="3017"/>
                </a:cubicBezTo>
                <a:lnTo>
                  <a:pt x="2288" y="3017"/>
                </a:lnTo>
                <a:close/>
              </a:path>
            </a:pathLst>
          </a:custGeom>
          <a:noFill/>
          <a:ln w="26280">
            <a:solidFill>
              <a:srgbClr val="333333"/>
            </a:solidFill>
            <a:miter/>
          </a:ln>
        </p:spPr>
        <p:txBody>
          <a:bodyPr lIns="102960" rIns="102960" tIns="57960" bIns="5796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"/>
          <p:cNvSpPr txBox="1"/>
          <p:nvPr/>
        </p:nvSpPr>
        <p:spPr>
          <a:xfrm>
            <a:off x="2771640" y="2115360"/>
            <a:ext cx="643680" cy="229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61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TOPIC</a:t>
            </a:r>
            <a:endParaRPr b="1" lang="en-US" sz="161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201" name=""/>
          <p:cNvSpPr txBox="1"/>
          <p:nvPr/>
        </p:nvSpPr>
        <p:spPr>
          <a:xfrm>
            <a:off x="2679120" y="2457720"/>
            <a:ext cx="829080" cy="229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61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SCREEN</a:t>
            </a:r>
            <a:endParaRPr b="1" lang="en-US" sz="161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202" name=""/>
          <p:cNvSpPr/>
          <p:nvPr/>
        </p:nvSpPr>
        <p:spPr>
          <a:xfrm>
            <a:off x="3967560" y="2392200"/>
            <a:ext cx="151560" cy="0"/>
          </a:xfrm>
          <a:prstGeom prst="line">
            <a:avLst/>
          </a:prstGeom>
          <a:ln w="33120">
            <a:solidFill>
              <a:srgbClr val="44444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6560" rIns="106560" tIns="-61560" bIns="-6156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"/>
          <p:cNvSpPr/>
          <p:nvPr/>
        </p:nvSpPr>
        <p:spPr>
          <a:xfrm>
            <a:off x="3789720" y="2194560"/>
            <a:ext cx="395280" cy="394920"/>
          </a:xfrm>
          <a:custGeom>
            <a:avLst/>
            <a:gdLst/>
            <a:ahLst/>
            <a:rect l="0" t="0" r="r" b="b"/>
            <a:pathLst>
              <a:path w="1098" h="1097">
                <a:moveTo>
                  <a:pt x="0" y="0"/>
                </a:moveTo>
                <a:lnTo>
                  <a:pt x="1098" y="549"/>
                </a:lnTo>
                <a:lnTo>
                  <a:pt x="0" y="1097"/>
                </a:lnTo>
                <a:lnTo>
                  <a:pt x="0" y="0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" name=""/>
          <p:cNvSpPr/>
          <p:nvPr/>
        </p:nvSpPr>
        <p:spPr>
          <a:xfrm>
            <a:off x="3789720" y="2194560"/>
            <a:ext cx="395280" cy="394920"/>
          </a:xfrm>
          <a:custGeom>
            <a:avLst/>
            <a:gdLst/>
            <a:ahLst/>
            <a:rect l="0" t="0" r="r" b="b"/>
            <a:pathLst>
              <a:path w="1098" h="1097">
                <a:moveTo>
                  <a:pt x="0" y="0"/>
                </a:moveTo>
                <a:lnTo>
                  <a:pt x="1098" y="549"/>
                </a:lnTo>
                <a:lnTo>
                  <a:pt x="0" y="1097"/>
                </a:lnTo>
                <a:lnTo>
                  <a:pt x="0" y="0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" name=""/>
          <p:cNvSpPr/>
          <p:nvPr/>
        </p:nvSpPr>
        <p:spPr>
          <a:xfrm>
            <a:off x="4204800" y="1848960"/>
            <a:ext cx="1647360" cy="1086120"/>
          </a:xfrm>
          <a:custGeom>
            <a:avLst/>
            <a:gdLst/>
            <a:ahLst/>
            <a:rect l="0" t="0" r="r" b="b"/>
            <a:pathLst>
              <a:path w="4576" h="3017">
                <a:moveTo>
                  <a:pt x="2288" y="3017"/>
                </a:moveTo>
                <a:lnTo>
                  <a:pt x="4283" y="3017"/>
                </a:lnTo>
                <a:cubicBezTo>
                  <a:pt x="4445" y="3017"/>
                  <a:pt x="4576" y="2886"/>
                  <a:pt x="4576" y="2725"/>
                </a:cubicBezTo>
                <a:lnTo>
                  <a:pt x="4576" y="293"/>
                </a:lnTo>
                <a:cubicBezTo>
                  <a:pt x="4576" y="131"/>
                  <a:pt x="4445" y="0"/>
                  <a:pt x="4283" y="0"/>
                </a:cubicBezTo>
                <a:lnTo>
                  <a:pt x="293" y="0"/>
                </a:lnTo>
                <a:cubicBezTo>
                  <a:pt x="131" y="0"/>
                  <a:pt x="0" y="131"/>
                  <a:pt x="0" y="293"/>
                </a:cubicBezTo>
                <a:lnTo>
                  <a:pt x="0" y="2725"/>
                </a:lnTo>
                <a:cubicBezTo>
                  <a:pt x="0" y="2886"/>
                  <a:pt x="131" y="3017"/>
                  <a:pt x="293" y="3017"/>
                </a:cubicBezTo>
                <a:lnTo>
                  <a:pt x="2288" y="3017"/>
                </a:lnTo>
                <a:close/>
              </a:path>
            </a:pathLst>
          </a:custGeom>
          <a:solidFill>
            <a:srgbClr val="e8e8e8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"/>
          <p:cNvSpPr/>
          <p:nvPr/>
        </p:nvSpPr>
        <p:spPr>
          <a:xfrm>
            <a:off x="4204800" y="1848960"/>
            <a:ext cx="1647360" cy="1086120"/>
          </a:xfrm>
          <a:custGeom>
            <a:avLst/>
            <a:gdLst/>
            <a:ahLst/>
            <a:rect l="0" t="0" r="r" b="b"/>
            <a:pathLst>
              <a:path w="4576" h="3017">
                <a:moveTo>
                  <a:pt x="2288" y="3017"/>
                </a:moveTo>
                <a:lnTo>
                  <a:pt x="4283" y="3017"/>
                </a:lnTo>
                <a:cubicBezTo>
                  <a:pt x="4445" y="3017"/>
                  <a:pt x="4576" y="2886"/>
                  <a:pt x="4576" y="2725"/>
                </a:cubicBezTo>
                <a:lnTo>
                  <a:pt x="4576" y="293"/>
                </a:lnTo>
                <a:cubicBezTo>
                  <a:pt x="4576" y="131"/>
                  <a:pt x="4445" y="0"/>
                  <a:pt x="4283" y="0"/>
                </a:cubicBezTo>
                <a:lnTo>
                  <a:pt x="293" y="0"/>
                </a:lnTo>
                <a:cubicBezTo>
                  <a:pt x="131" y="0"/>
                  <a:pt x="0" y="131"/>
                  <a:pt x="0" y="293"/>
                </a:cubicBezTo>
                <a:lnTo>
                  <a:pt x="0" y="2725"/>
                </a:lnTo>
                <a:cubicBezTo>
                  <a:pt x="0" y="2886"/>
                  <a:pt x="131" y="3017"/>
                  <a:pt x="293" y="3017"/>
                </a:cubicBezTo>
                <a:lnTo>
                  <a:pt x="2288" y="3017"/>
                </a:lnTo>
                <a:close/>
              </a:path>
            </a:pathLst>
          </a:custGeom>
          <a:noFill/>
          <a:ln w="26280">
            <a:solidFill>
              <a:srgbClr val="333333"/>
            </a:solidFill>
            <a:miter/>
          </a:ln>
        </p:spPr>
        <p:txBody>
          <a:bodyPr lIns="102960" rIns="102960" tIns="57960" bIns="5796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"/>
          <p:cNvSpPr txBox="1"/>
          <p:nvPr/>
        </p:nvSpPr>
        <p:spPr>
          <a:xfrm>
            <a:off x="4689000" y="2115360"/>
            <a:ext cx="681480" cy="229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61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SCOPE</a:t>
            </a:r>
            <a:endParaRPr b="1" lang="en-US" sz="161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208" name=""/>
          <p:cNvSpPr txBox="1"/>
          <p:nvPr/>
        </p:nvSpPr>
        <p:spPr>
          <a:xfrm>
            <a:off x="4656240" y="2457720"/>
            <a:ext cx="749520" cy="229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61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FRAME</a:t>
            </a:r>
            <a:endParaRPr b="1" lang="en-US" sz="161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209" name=""/>
          <p:cNvSpPr/>
          <p:nvPr/>
        </p:nvSpPr>
        <p:spPr>
          <a:xfrm>
            <a:off x="5905080" y="2392200"/>
            <a:ext cx="151560" cy="0"/>
          </a:xfrm>
          <a:prstGeom prst="line">
            <a:avLst/>
          </a:prstGeom>
          <a:ln w="33120">
            <a:solidFill>
              <a:srgbClr val="44444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6560" rIns="106560" tIns="-61560" bIns="-6156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"/>
          <p:cNvSpPr/>
          <p:nvPr/>
        </p:nvSpPr>
        <p:spPr>
          <a:xfrm>
            <a:off x="5726880" y="2194560"/>
            <a:ext cx="395280" cy="394920"/>
          </a:xfrm>
          <a:custGeom>
            <a:avLst/>
            <a:gdLst/>
            <a:ahLst/>
            <a:rect l="0" t="0" r="r" b="b"/>
            <a:pathLst>
              <a:path w="1098" h="1097">
                <a:moveTo>
                  <a:pt x="0" y="0"/>
                </a:moveTo>
                <a:lnTo>
                  <a:pt x="1098" y="549"/>
                </a:lnTo>
                <a:lnTo>
                  <a:pt x="0" y="1097"/>
                </a:lnTo>
                <a:lnTo>
                  <a:pt x="0" y="0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1" name=""/>
          <p:cNvSpPr/>
          <p:nvPr/>
        </p:nvSpPr>
        <p:spPr>
          <a:xfrm>
            <a:off x="5726880" y="2194560"/>
            <a:ext cx="395280" cy="394920"/>
          </a:xfrm>
          <a:custGeom>
            <a:avLst/>
            <a:gdLst/>
            <a:ahLst/>
            <a:rect l="0" t="0" r="r" b="b"/>
            <a:pathLst>
              <a:path w="1098" h="1097">
                <a:moveTo>
                  <a:pt x="0" y="0"/>
                </a:moveTo>
                <a:lnTo>
                  <a:pt x="1098" y="549"/>
                </a:lnTo>
                <a:lnTo>
                  <a:pt x="0" y="1097"/>
                </a:lnTo>
                <a:lnTo>
                  <a:pt x="0" y="0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2" name=""/>
          <p:cNvSpPr/>
          <p:nvPr/>
        </p:nvSpPr>
        <p:spPr>
          <a:xfrm>
            <a:off x="5726880" y="2194560"/>
            <a:ext cx="395280" cy="394920"/>
          </a:xfrm>
          <a:custGeom>
            <a:avLst/>
            <a:gdLst/>
            <a:ahLst/>
            <a:rect l="0" t="0" r="r" b="b"/>
            <a:pathLst>
              <a:path w="1098" h="1097">
                <a:moveTo>
                  <a:pt x="0" y="0"/>
                </a:moveTo>
                <a:lnTo>
                  <a:pt x="1098" y="549"/>
                </a:lnTo>
                <a:lnTo>
                  <a:pt x="0" y="1097"/>
                </a:lnTo>
                <a:lnTo>
                  <a:pt x="0" y="0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3" name=""/>
          <p:cNvSpPr/>
          <p:nvPr/>
        </p:nvSpPr>
        <p:spPr>
          <a:xfrm>
            <a:off x="6141960" y="1848960"/>
            <a:ext cx="1647360" cy="1086120"/>
          </a:xfrm>
          <a:custGeom>
            <a:avLst/>
            <a:gdLst/>
            <a:ahLst/>
            <a:rect l="0" t="0" r="r" b="b"/>
            <a:pathLst>
              <a:path w="4576" h="3017">
                <a:moveTo>
                  <a:pt x="2288" y="3017"/>
                </a:moveTo>
                <a:lnTo>
                  <a:pt x="4283" y="3017"/>
                </a:lnTo>
                <a:cubicBezTo>
                  <a:pt x="4445" y="3017"/>
                  <a:pt x="4576" y="2886"/>
                  <a:pt x="4576" y="2725"/>
                </a:cubicBezTo>
                <a:lnTo>
                  <a:pt x="4576" y="293"/>
                </a:lnTo>
                <a:cubicBezTo>
                  <a:pt x="4576" y="131"/>
                  <a:pt x="4445" y="0"/>
                  <a:pt x="4283" y="0"/>
                </a:cubicBezTo>
                <a:lnTo>
                  <a:pt x="293" y="0"/>
                </a:lnTo>
                <a:cubicBezTo>
                  <a:pt x="131" y="0"/>
                  <a:pt x="0" y="131"/>
                  <a:pt x="0" y="293"/>
                </a:cubicBezTo>
                <a:lnTo>
                  <a:pt x="0" y="2725"/>
                </a:lnTo>
                <a:cubicBezTo>
                  <a:pt x="0" y="2886"/>
                  <a:pt x="131" y="3017"/>
                  <a:pt x="293" y="3017"/>
                </a:cubicBezTo>
                <a:lnTo>
                  <a:pt x="2288" y="3017"/>
                </a:lnTo>
                <a:close/>
              </a:path>
            </a:pathLst>
          </a:custGeom>
          <a:solidFill>
            <a:srgbClr val="e2e2e2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"/>
          <p:cNvSpPr/>
          <p:nvPr/>
        </p:nvSpPr>
        <p:spPr>
          <a:xfrm>
            <a:off x="6141960" y="1848960"/>
            <a:ext cx="1647360" cy="1086120"/>
          </a:xfrm>
          <a:custGeom>
            <a:avLst/>
            <a:gdLst/>
            <a:ahLst/>
            <a:rect l="0" t="0" r="r" b="b"/>
            <a:pathLst>
              <a:path w="4576" h="3017">
                <a:moveTo>
                  <a:pt x="2288" y="3017"/>
                </a:moveTo>
                <a:lnTo>
                  <a:pt x="4283" y="3017"/>
                </a:lnTo>
                <a:cubicBezTo>
                  <a:pt x="4445" y="3017"/>
                  <a:pt x="4576" y="2886"/>
                  <a:pt x="4576" y="2725"/>
                </a:cubicBezTo>
                <a:lnTo>
                  <a:pt x="4576" y="293"/>
                </a:lnTo>
                <a:cubicBezTo>
                  <a:pt x="4576" y="131"/>
                  <a:pt x="4445" y="0"/>
                  <a:pt x="4283" y="0"/>
                </a:cubicBezTo>
                <a:lnTo>
                  <a:pt x="293" y="0"/>
                </a:lnTo>
                <a:cubicBezTo>
                  <a:pt x="131" y="0"/>
                  <a:pt x="0" y="131"/>
                  <a:pt x="0" y="293"/>
                </a:cubicBezTo>
                <a:lnTo>
                  <a:pt x="0" y="2725"/>
                </a:lnTo>
                <a:cubicBezTo>
                  <a:pt x="0" y="2886"/>
                  <a:pt x="131" y="3017"/>
                  <a:pt x="293" y="3017"/>
                </a:cubicBezTo>
                <a:lnTo>
                  <a:pt x="2288" y="3017"/>
                </a:lnTo>
                <a:close/>
              </a:path>
            </a:pathLst>
          </a:custGeom>
          <a:noFill/>
          <a:ln w="26280">
            <a:solidFill>
              <a:srgbClr val="333333"/>
            </a:solidFill>
            <a:miter/>
          </a:ln>
        </p:spPr>
        <p:txBody>
          <a:bodyPr lIns="102960" rIns="102960" tIns="57960" bIns="5796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"/>
          <p:cNvSpPr txBox="1"/>
          <p:nvPr/>
        </p:nvSpPr>
        <p:spPr>
          <a:xfrm>
            <a:off x="6454800" y="2115360"/>
            <a:ext cx="1022040" cy="229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61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CRITICAL</a:t>
            </a:r>
            <a:endParaRPr b="1" lang="en-US" sz="161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216" name=""/>
          <p:cNvSpPr txBox="1"/>
          <p:nvPr/>
        </p:nvSpPr>
        <p:spPr>
          <a:xfrm>
            <a:off x="6698520" y="2457720"/>
            <a:ext cx="523080" cy="229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61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TEST</a:t>
            </a:r>
            <a:endParaRPr b="1" lang="en-US" sz="161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217" name=""/>
          <p:cNvSpPr/>
          <p:nvPr/>
        </p:nvSpPr>
        <p:spPr>
          <a:xfrm>
            <a:off x="7841880" y="2392200"/>
            <a:ext cx="151560" cy="0"/>
          </a:xfrm>
          <a:prstGeom prst="line">
            <a:avLst/>
          </a:prstGeom>
          <a:ln w="33120">
            <a:solidFill>
              <a:srgbClr val="44444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6560" rIns="106560" tIns="-61560" bIns="-6156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"/>
          <p:cNvSpPr/>
          <p:nvPr/>
        </p:nvSpPr>
        <p:spPr>
          <a:xfrm>
            <a:off x="7664040" y="2194560"/>
            <a:ext cx="395280" cy="394920"/>
          </a:xfrm>
          <a:custGeom>
            <a:avLst/>
            <a:gdLst/>
            <a:ahLst/>
            <a:rect l="0" t="0" r="r" b="b"/>
            <a:pathLst>
              <a:path w="1098" h="1097">
                <a:moveTo>
                  <a:pt x="0" y="0"/>
                </a:moveTo>
                <a:lnTo>
                  <a:pt x="1098" y="549"/>
                </a:lnTo>
                <a:lnTo>
                  <a:pt x="0" y="1097"/>
                </a:lnTo>
                <a:lnTo>
                  <a:pt x="0" y="0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9" name=""/>
          <p:cNvSpPr/>
          <p:nvPr/>
        </p:nvSpPr>
        <p:spPr>
          <a:xfrm>
            <a:off x="7664040" y="2194560"/>
            <a:ext cx="395280" cy="394920"/>
          </a:xfrm>
          <a:custGeom>
            <a:avLst/>
            <a:gdLst/>
            <a:ahLst/>
            <a:rect l="0" t="0" r="r" b="b"/>
            <a:pathLst>
              <a:path w="1098" h="1097">
                <a:moveTo>
                  <a:pt x="0" y="0"/>
                </a:moveTo>
                <a:lnTo>
                  <a:pt x="1098" y="549"/>
                </a:lnTo>
                <a:lnTo>
                  <a:pt x="0" y="1097"/>
                </a:lnTo>
                <a:lnTo>
                  <a:pt x="0" y="0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" name=""/>
          <p:cNvSpPr/>
          <p:nvPr/>
        </p:nvSpPr>
        <p:spPr>
          <a:xfrm>
            <a:off x="7664040" y="2194560"/>
            <a:ext cx="395280" cy="394920"/>
          </a:xfrm>
          <a:custGeom>
            <a:avLst/>
            <a:gdLst/>
            <a:ahLst/>
            <a:rect l="0" t="0" r="r" b="b"/>
            <a:pathLst>
              <a:path w="1098" h="1097">
                <a:moveTo>
                  <a:pt x="0" y="0"/>
                </a:moveTo>
                <a:lnTo>
                  <a:pt x="1098" y="549"/>
                </a:lnTo>
                <a:lnTo>
                  <a:pt x="0" y="1097"/>
                </a:lnTo>
                <a:lnTo>
                  <a:pt x="0" y="0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1" name=""/>
          <p:cNvSpPr/>
          <p:nvPr/>
        </p:nvSpPr>
        <p:spPr>
          <a:xfrm>
            <a:off x="7664040" y="2194560"/>
            <a:ext cx="395280" cy="394920"/>
          </a:xfrm>
          <a:custGeom>
            <a:avLst/>
            <a:gdLst/>
            <a:ahLst/>
            <a:rect l="0" t="0" r="r" b="b"/>
            <a:pathLst>
              <a:path w="1098" h="1097">
                <a:moveTo>
                  <a:pt x="0" y="0"/>
                </a:moveTo>
                <a:lnTo>
                  <a:pt x="1098" y="549"/>
                </a:lnTo>
                <a:lnTo>
                  <a:pt x="0" y="1097"/>
                </a:lnTo>
                <a:lnTo>
                  <a:pt x="0" y="0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2" name=""/>
          <p:cNvSpPr/>
          <p:nvPr/>
        </p:nvSpPr>
        <p:spPr>
          <a:xfrm>
            <a:off x="8079120" y="1848960"/>
            <a:ext cx="1647360" cy="1086120"/>
          </a:xfrm>
          <a:custGeom>
            <a:avLst/>
            <a:gdLst/>
            <a:ahLst/>
            <a:rect l="0" t="0" r="r" b="b"/>
            <a:pathLst>
              <a:path w="4576" h="3017">
                <a:moveTo>
                  <a:pt x="2288" y="3017"/>
                </a:moveTo>
                <a:lnTo>
                  <a:pt x="4284" y="3017"/>
                </a:lnTo>
                <a:cubicBezTo>
                  <a:pt x="4445" y="3017"/>
                  <a:pt x="4576" y="2886"/>
                  <a:pt x="4576" y="2725"/>
                </a:cubicBezTo>
                <a:lnTo>
                  <a:pt x="4576" y="293"/>
                </a:lnTo>
                <a:cubicBezTo>
                  <a:pt x="4576" y="131"/>
                  <a:pt x="4445" y="0"/>
                  <a:pt x="4284" y="0"/>
                </a:cubicBezTo>
                <a:lnTo>
                  <a:pt x="293" y="0"/>
                </a:lnTo>
                <a:cubicBezTo>
                  <a:pt x="131" y="0"/>
                  <a:pt x="0" y="131"/>
                  <a:pt x="0" y="293"/>
                </a:cubicBezTo>
                <a:lnTo>
                  <a:pt x="0" y="2725"/>
                </a:lnTo>
                <a:cubicBezTo>
                  <a:pt x="0" y="2886"/>
                  <a:pt x="131" y="3017"/>
                  <a:pt x="293" y="3017"/>
                </a:cubicBezTo>
                <a:lnTo>
                  <a:pt x="2288" y="3017"/>
                </a:lnTo>
                <a:close/>
              </a:path>
            </a:pathLst>
          </a:custGeom>
          <a:solidFill>
            <a:srgbClr val="dcdcdc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"/>
          <p:cNvSpPr/>
          <p:nvPr/>
        </p:nvSpPr>
        <p:spPr>
          <a:xfrm>
            <a:off x="8079120" y="1848960"/>
            <a:ext cx="1647360" cy="1086120"/>
          </a:xfrm>
          <a:custGeom>
            <a:avLst/>
            <a:gdLst/>
            <a:ahLst/>
            <a:rect l="0" t="0" r="r" b="b"/>
            <a:pathLst>
              <a:path w="4576" h="3017">
                <a:moveTo>
                  <a:pt x="2288" y="3017"/>
                </a:moveTo>
                <a:lnTo>
                  <a:pt x="4284" y="3017"/>
                </a:lnTo>
                <a:cubicBezTo>
                  <a:pt x="4445" y="3017"/>
                  <a:pt x="4576" y="2886"/>
                  <a:pt x="4576" y="2725"/>
                </a:cubicBezTo>
                <a:lnTo>
                  <a:pt x="4576" y="293"/>
                </a:lnTo>
                <a:cubicBezTo>
                  <a:pt x="4576" y="131"/>
                  <a:pt x="4445" y="0"/>
                  <a:pt x="4284" y="0"/>
                </a:cubicBezTo>
                <a:lnTo>
                  <a:pt x="293" y="0"/>
                </a:lnTo>
                <a:cubicBezTo>
                  <a:pt x="131" y="0"/>
                  <a:pt x="0" y="131"/>
                  <a:pt x="0" y="293"/>
                </a:cubicBezTo>
                <a:lnTo>
                  <a:pt x="0" y="2725"/>
                </a:lnTo>
                <a:cubicBezTo>
                  <a:pt x="0" y="2886"/>
                  <a:pt x="131" y="3017"/>
                  <a:pt x="293" y="3017"/>
                </a:cubicBezTo>
                <a:lnTo>
                  <a:pt x="2288" y="3017"/>
                </a:lnTo>
                <a:close/>
              </a:path>
            </a:pathLst>
          </a:custGeom>
          <a:noFill/>
          <a:ln w="26280">
            <a:solidFill>
              <a:srgbClr val="333333"/>
            </a:solidFill>
            <a:miter/>
          </a:ln>
        </p:spPr>
        <p:txBody>
          <a:bodyPr lIns="102960" rIns="102960" tIns="57960" bIns="5796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"/>
          <p:cNvSpPr txBox="1"/>
          <p:nvPr/>
        </p:nvSpPr>
        <p:spPr>
          <a:xfrm>
            <a:off x="8319600" y="2115360"/>
            <a:ext cx="1169280" cy="229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61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RECORDED</a:t>
            </a:r>
            <a:endParaRPr b="1" lang="en-US" sz="161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225" name=""/>
          <p:cNvSpPr txBox="1"/>
          <p:nvPr/>
        </p:nvSpPr>
        <p:spPr>
          <a:xfrm>
            <a:off x="8398800" y="2457720"/>
            <a:ext cx="1010880" cy="229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61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DECISION</a:t>
            </a:r>
            <a:endParaRPr b="1" lang="en-US" sz="161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226" name=""/>
          <p:cNvSpPr/>
          <p:nvPr/>
        </p:nvSpPr>
        <p:spPr>
          <a:xfrm>
            <a:off x="9779400" y="2392200"/>
            <a:ext cx="151560" cy="0"/>
          </a:xfrm>
          <a:prstGeom prst="line">
            <a:avLst/>
          </a:prstGeom>
          <a:ln w="33120">
            <a:solidFill>
              <a:srgbClr val="44444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6560" rIns="106560" tIns="-61560" bIns="-6156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"/>
          <p:cNvSpPr/>
          <p:nvPr/>
        </p:nvSpPr>
        <p:spPr>
          <a:xfrm>
            <a:off x="9601560" y="2194560"/>
            <a:ext cx="395280" cy="394920"/>
          </a:xfrm>
          <a:custGeom>
            <a:avLst/>
            <a:gdLst/>
            <a:ahLst/>
            <a:rect l="0" t="0" r="r" b="b"/>
            <a:pathLst>
              <a:path w="1098" h="1097">
                <a:moveTo>
                  <a:pt x="0" y="0"/>
                </a:moveTo>
                <a:lnTo>
                  <a:pt x="1098" y="549"/>
                </a:lnTo>
                <a:lnTo>
                  <a:pt x="0" y="1097"/>
                </a:lnTo>
                <a:lnTo>
                  <a:pt x="0" y="0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8" name=""/>
          <p:cNvSpPr/>
          <p:nvPr/>
        </p:nvSpPr>
        <p:spPr>
          <a:xfrm>
            <a:off x="9601560" y="2194560"/>
            <a:ext cx="395280" cy="394920"/>
          </a:xfrm>
          <a:custGeom>
            <a:avLst/>
            <a:gdLst/>
            <a:ahLst/>
            <a:rect l="0" t="0" r="r" b="b"/>
            <a:pathLst>
              <a:path w="1098" h="1097">
                <a:moveTo>
                  <a:pt x="0" y="0"/>
                </a:moveTo>
                <a:lnTo>
                  <a:pt x="1098" y="549"/>
                </a:lnTo>
                <a:lnTo>
                  <a:pt x="0" y="1097"/>
                </a:lnTo>
                <a:lnTo>
                  <a:pt x="0" y="0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9" name=""/>
          <p:cNvSpPr/>
          <p:nvPr/>
        </p:nvSpPr>
        <p:spPr>
          <a:xfrm>
            <a:off x="9601560" y="2194560"/>
            <a:ext cx="395280" cy="394920"/>
          </a:xfrm>
          <a:custGeom>
            <a:avLst/>
            <a:gdLst/>
            <a:ahLst/>
            <a:rect l="0" t="0" r="r" b="b"/>
            <a:pathLst>
              <a:path w="1098" h="1097">
                <a:moveTo>
                  <a:pt x="0" y="0"/>
                </a:moveTo>
                <a:lnTo>
                  <a:pt x="1098" y="549"/>
                </a:lnTo>
                <a:lnTo>
                  <a:pt x="0" y="1097"/>
                </a:lnTo>
                <a:lnTo>
                  <a:pt x="0" y="0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" name=""/>
          <p:cNvSpPr/>
          <p:nvPr/>
        </p:nvSpPr>
        <p:spPr>
          <a:xfrm>
            <a:off x="9601560" y="2194560"/>
            <a:ext cx="395280" cy="394920"/>
          </a:xfrm>
          <a:custGeom>
            <a:avLst/>
            <a:gdLst/>
            <a:ahLst/>
            <a:rect l="0" t="0" r="r" b="b"/>
            <a:pathLst>
              <a:path w="1098" h="1097">
                <a:moveTo>
                  <a:pt x="0" y="0"/>
                </a:moveTo>
                <a:lnTo>
                  <a:pt x="1098" y="549"/>
                </a:lnTo>
                <a:lnTo>
                  <a:pt x="0" y="1097"/>
                </a:lnTo>
                <a:lnTo>
                  <a:pt x="0" y="0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1" name=""/>
          <p:cNvSpPr/>
          <p:nvPr/>
        </p:nvSpPr>
        <p:spPr>
          <a:xfrm>
            <a:off x="9601560" y="2194560"/>
            <a:ext cx="395280" cy="394920"/>
          </a:xfrm>
          <a:custGeom>
            <a:avLst/>
            <a:gdLst/>
            <a:ahLst/>
            <a:rect l="0" t="0" r="r" b="b"/>
            <a:pathLst>
              <a:path w="1098" h="1097">
                <a:moveTo>
                  <a:pt x="0" y="0"/>
                </a:moveTo>
                <a:lnTo>
                  <a:pt x="1098" y="549"/>
                </a:lnTo>
                <a:lnTo>
                  <a:pt x="0" y="1097"/>
                </a:lnTo>
                <a:lnTo>
                  <a:pt x="0" y="0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2" name=""/>
          <p:cNvSpPr/>
          <p:nvPr/>
        </p:nvSpPr>
        <p:spPr>
          <a:xfrm>
            <a:off x="10016640" y="1848960"/>
            <a:ext cx="1647360" cy="1086120"/>
          </a:xfrm>
          <a:custGeom>
            <a:avLst/>
            <a:gdLst/>
            <a:ahLst/>
            <a:rect l="0" t="0" r="r" b="b"/>
            <a:pathLst>
              <a:path w="4576" h="3017">
                <a:moveTo>
                  <a:pt x="2288" y="3017"/>
                </a:moveTo>
                <a:lnTo>
                  <a:pt x="4283" y="3017"/>
                </a:lnTo>
                <a:cubicBezTo>
                  <a:pt x="4445" y="3017"/>
                  <a:pt x="4576" y="2886"/>
                  <a:pt x="4576" y="2725"/>
                </a:cubicBezTo>
                <a:lnTo>
                  <a:pt x="4576" y="293"/>
                </a:lnTo>
                <a:cubicBezTo>
                  <a:pt x="4576" y="131"/>
                  <a:pt x="4445" y="0"/>
                  <a:pt x="4283" y="0"/>
                </a:cubicBezTo>
                <a:lnTo>
                  <a:pt x="293" y="0"/>
                </a:lnTo>
                <a:cubicBezTo>
                  <a:pt x="131" y="0"/>
                  <a:pt x="0" y="131"/>
                  <a:pt x="0" y="293"/>
                </a:cubicBezTo>
                <a:lnTo>
                  <a:pt x="0" y="2725"/>
                </a:lnTo>
                <a:cubicBezTo>
                  <a:pt x="0" y="2886"/>
                  <a:pt x="131" y="3017"/>
                  <a:pt x="293" y="3017"/>
                </a:cubicBezTo>
                <a:lnTo>
                  <a:pt x="2288" y="3017"/>
                </a:lnTo>
                <a:close/>
              </a:path>
            </a:pathLst>
          </a:custGeom>
          <a:solidFill>
            <a:srgbClr val="d4d4d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"/>
          <p:cNvSpPr/>
          <p:nvPr/>
        </p:nvSpPr>
        <p:spPr>
          <a:xfrm>
            <a:off x="10016640" y="1848960"/>
            <a:ext cx="1647360" cy="1086120"/>
          </a:xfrm>
          <a:custGeom>
            <a:avLst/>
            <a:gdLst/>
            <a:ahLst/>
            <a:rect l="0" t="0" r="r" b="b"/>
            <a:pathLst>
              <a:path w="4576" h="3017">
                <a:moveTo>
                  <a:pt x="2288" y="3017"/>
                </a:moveTo>
                <a:lnTo>
                  <a:pt x="4283" y="3017"/>
                </a:lnTo>
                <a:cubicBezTo>
                  <a:pt x="4445" y="3017"/>
                  <a:pt x="4576" y="2886"/>
                  <a:pt x="4576" y="2725"/>
                </a:cubicBezTo>
                <a:lnTo>
                  <a:pt x="4576" y="293"/>
                </a:lnTo>
                <a:cubicBezTo>
                  <a:pt x="4576" y="131"/>
                  <a:pt x="4445" y="0"/>
                  <a:pt x="4283" y="0"/>
                </a:cubicBezTo>
                <a:lnTo>
                  <a:pt x="293" y="0"/>
                </a:lnTo>
                <a:cubicBezTo>
                  <a:pt x="131" y="0"/>
                  <a:pt x="0" y="131"/>
                  <a:pt x="0" y="293"/>
                </a:cubicBezTo>
                <a:lnTo>
                  <a:pt x="0" y="2725"/>
                </a:lnTo>
                <a:cubicBezTo>
                  <a:pt x="0" y="2886"/>
                  <a:pt x="131" y="3017"/>
                  <a:pt x="293" y="3017"/>
                </a:cubicBezTo>
                <a:lnTo>
                  <a:pt x="2288" y="3017"/>
                </a:lnTo>
                <a:close/>
              </a:path>
            </a:pathLst>
          </a:custGeom>
          <a:noFill/>
          <a:ln w="26280">
            <a:solidFill>
              <a:srgbClr val="333333"/>
            </a:solidFill>
            <a:miter/>
          </a:ln>
        </p:spPr>
        <p:txBody>
          <a:bodyPr lIns="102960" rIns="102960" tIns="57960" bIns="5796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"/>
          <p:cNvSpPr txBox="1"/>
          <p:nvPr/>
        </p:nvSpPr>
        <p:spPr>
          <a:xfrm>
            <a:off x="10323000" y="2115360"/>
            <a:ext cx="1033200" cy="229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61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PROBLEM</a:t>
            </a:r>
            <a:endParaRPr b="1" lang="en-US" sz="161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235" name=""/>
          <p:cNvSpPr txBox="1"/>
          <p:nvPr/>
        </p:nvSpPr>
        <p:spPr>
          <a:xfrm>
            <a:off x="10553760" y="2457720"/>
            <a:ext cx="564480" cy="229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61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GATE</a:t>
            </a:r>
            <a:endParaRPr b="1" lang="en-US" sz="161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236" name=""/>
          <p:cNvSpPr/>
          <p:nvPr/>
        </p:nvSpPr>
        <p:spPr>
          <a:xfrm>
            <a:off x="8902800" y="3007440"/>
            <a:ext cx="0" cy="302760"/>
          </a:xfrm>
          <a:prstGeom prst="line">
            <a:avLst/>
          </a:prstGeom>
          <a:ln w="33120">
            <a:solidFill>
              <a:srgbClr val="44444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6560" rIns="106560" tIns="61560" bIns="6156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"/>
          <p:cNvSpPr/>
          <p:nvPr/>
        </p:nvSpPr>
        <p:spPr>
          <a:xfrm>
            <a:off x="8705160" y="2981160"/>
            <a:ext cx="395640" cy="394920"/>
          </a:xfrm>
          <a:custGeom>
            <a:avLst/>
            <a:gdLst/>
            <a:ahLst/>
            <a:rect l="0" t="0" r="r" b="b"/>
            <a:pathLst>
              <a:path w="1099" h="1097">
                <a:moveTo>
                  <a:pt x="1099" y="0"/>
                </a:moveTo>
                <a:lnTo>
                  <a:pt x="549" y="1097"/>
                </a:lnTo>
                <a:lnTo>
                  <a:pt x="0" y="0"/>
                </a:lnTo>
                <a:lnTo>
                  <a:pt x="1099" y="0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8" name=""/>
          <p:cNvSpPr/>
          <p:nvPr/>
        </p:nvSpPr>
        <p:spPr>
          <a:xfrm>
            <a:off x="8705160" y="2981160"/>
            <a:ext cx="395640" cy="394920"/>
          </a:xfrm>
          <a:custGeom>
            <a:avLst/>
            <a:gdLst/>
            <a:ahLst/>
            <a:rect l="0" t="0" r="r" b="b"/>
            <a:pathLst>
              <a:path w="1099" h="1097">
                <a:moveTo>
                  <a:pt x="1099" y="0"/>
                </a:moveTo>
                <a:lnTo>
                  <a:pt x="549" y="1097"/>
                </a:lnTo>
                <a:lnTo>
                  <a:pt x="0" y="0"/>
                </a:lnTo>
                <a:lnTo>
                  <a:pt x="1099" y="0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9" name=""/>
          <p:cNvSpPr/>
          <p:nvPr/>
        </p:nvSpPr>
        <p:spPr>
          <a:xfrm>
            <a:off x="8705160" y="2981160"/>
            <a:ext cx="395640" cy="394920"/>
          </a:xfrm>
          <a:custGeom>
            <a:avLst/>
            <a:gdLst/>
            <a:ahLst/>
            <a:rect l="0" t="0" r="r" b="b"/>
            <a:pathLst>
              <a:path w="1099" h="1097">
                <a:moveTo>
                  <a:pt x="1099" y="0"/>
                </a:moveTo>
                <a:lnTo>
                  <a:pt x="549" y="1097"/>
                </a:lnTo>
                <a:lnTo>
                  <a:pt x="0" y="0"/>
                </a:lnTo>
                <a:lnTo>
                  <a:pt x="1099" y="0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0" name=""/>
          <p:cNvSpPr/>
          <p:nvPr/>
        </p:nvSpPr>
        <p:spPr>
          <a:xfrm>
            <a:off x="8705160" y="2981160"/>
            <a:ext cx="395640" cy="394920"/>
          </a:xfrm>
          <a:custGeom>
            <a:avLst/>
            <a:gdLst/>
            <a:ahLst/>
            <a:rect l="0" t="0" r="r" b="b"/>
            <a:pathLst>
              <a:path w="1099" h="1097">
                <a:moveTo>
                  <a:pt x="1099" y="0"/>
                </a:moveTo>
                <a:lnTo>
                  <a:pt x="549" y="1097"/>
                </a:lnTo>
                <a:lnTo>
                  <a:pt x="0" y="0"/>
                </a:lnTo>
                <a:lnTo>
                  <a:pt x="1099" y="0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1" name=""/>
          <p:cNvSpPr/>
          <p:nvPr/>
        </p:nvSpPr>
        <p:spPr>
          <a:xfrm>
            <a:off x="8705160" y="2981160"/>
            <a:ext cx="395640" cy="394920"/>
          </a:xfrm>
          <a:custGeom>
            <a:avLst/>
            <a:gdLst/>
            <a:ahLst/>
            <a:rect l="0" t="0" r="r" b="b"/>
            <a:pathLst>
              <a:path w="1099" h="1097">
                <a:moveTo>
                  <a:pt x="1099" y="0"/>
                </a:moveTo>
                <a:lnTo>
                  <a:pt x="549" y="1097"/>
                </a:lnTo>
                <a:lnTo>
                  <a:pt x="0" y="0"/>
                </a:lnTo>
                <a:lnTo>
                  <a:pt x="1099" y="0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2" name=""/>
          <p:cNvSpPr/>
          <p:nvPr/>
        </p:nvSpPr>
        <p:spPr>
          <a:xfrm>
            <a:off x="8705160" y="2981160"/>
            <a:ext cx="395640" cy="394920"/>
          </a:xfrm>
          <a:custGeom>
            <a:avLst/>
            <a:gdLst/>
            <a:ahLst/>
            <a:rect l="0" t="0" r="r" b="b"/>
            <a:pathLst>
              <a:path w="1099" h="1097">
                <a:moveTo>
                  <a:pt x="1099" y="0"/>
                </a:moveTo>
                <a:lnTo>
                  <a:pt x="549" y="1097"/>
                </a:lnTo>
                <a:lnTo>
                  <a:pt x="0" y="0"/>
                </a:lnTo>
                <a:lnTo>
                  <a:pt x="1099" y="0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3" name=""/>
          <p:cNvSpPr/>
          <p:nvPr/>
        </p:nvSpPr>
        <p:spPr>
          <a:xfrm>
            <a:off x="6886440" y="3429000"/>
            <a:ext cx="4382280" cy="657720"/>
          </a:xfrm>
          <a:custGeom>
            <a:avLst/>
            <a:gdLst/>
            <a:ahLst/>
            <a:rect l="0" t="0" r="r" b="b"/>
            <a:pathLst>
              <a:path w="12173" h="1827">
                <a:moveTo>
                  <a:pt x="6086" y="1827"/>
                </a:moveTo>
                <a:lnTo>
                  <a:pt x="11880" y="1827"/>
                </a:lnTo>
                <a:cubicBezTo>
                  <a:pt x="12042" y="1827"/>
                  <a:pt x="12173" y="1696"/>
                  <a:pt x="12173" y="1534"/>
                </a:cubicBezTo>
                <a:lnTo>
                  <a:pt x="12173" y="291"/>
                </a:lnTo>
                <a:cubicBezTo>
                  <a:pt x="12173" y="129"/>
                  <a:pt x="12042" y="0"/>
                  <a:pt x="11880" y="0"/>
                </a:cubicBezTo>
                <a:lnTo>
                  <a:pt x="293" y="0"/>
                </a:lnTo>
                <a:cubicBezTo>
                  <a:pt x="131" y="0"/>
                  <a:pt x="0" y="129"/>
                  <a:pt x="0" y="291"/>
                </a:cubicBezTo>
                <a:lnTo>
                  <a:pt x="0" y="1534"/>
                </a:lnTo>
                <a:cubicBezTo>
                  <a:pt x="0" y="1696"/>
                  <a:pt x="131" y="1827"/>
                  <a:pt x="293" y="1827"/>
                </a:cubicBezTo>
                <a:lnTo>
                  <a:pt x="6086" y="1827"/>
                </a:lnTo>
                <a:close/>
              </a:path>
            </a:pathLst>
          </a:custGeom>
          <a:solidFill>
            <a:srgbClr val="f6f6f6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"/>
          <p:cNvSpPr/>
          <p:nvPr/>
        </p:nvSpPr>
        <p:spPr>
          <a:xfrm>
            <a:off x="6886440" y="3429000"/>
            <a:ext cx="4382280" cy="657720"/>
          </a:xfrm>
          <a:custGeom>
            <a:avLst/>
            <a:gdLst/>
            <a:ahLst/>
            <a:rect l="0" t="0" r="r" b="b"/>
            <a:pathLst>
              <a:path w="12173" h="1827">
                <a:moveTo>
                  <a:pt x="6086" y="1827"/>
                </a:moveTo>
                <a:lnTo>
                  <a:pt x="11880" y="1827"/>
                </a:lnTo>
                <a:cubicBezTo>
                  <a:pt x="12042" y="1827"/>
                  <a:pt x="12173" y="1696"/>
                  <a:pt x="12173" y="1534"/>
                </a:cubicBezTo>
                <a:lnTo>
                  <a:pt x="12173" y="291"/>
                </a:lnTo>
                <a:cubicBezTo>
                  <a:pt x="12173" y="129"/>
                  <a:pt x="12042" y="0"/>
                  <a:pt x="11880" y="0"/>
                </a:cubicBezTo>
                <a:lnTo>
                  <a:pt x="293" y="0"/>
                </a:lnTo>
                <a:cubicBezTo>
                  <a:pt x="131" y="0"/>
                  <a:pt x="0" y="129"/>
                  <a:pt x="0" y="291"/>
                </a:cubicBezTo>
                <a:lnTo>
                  <a:pt x="0" y="1534"/>
                </a:lnTo>
                <a:cubicBezTo>
                  <a:pt x="0" y="1696"/>
                  <a:pt x="131" y="1827"/>
                  <a:pt x="293" y="1827"/>
                </a:cubicBezTo>
                <a:lnTo>
                  <a:pt x="6086" y="1827"/>
                </a:lnTo>
                <a:close/>
              </a:path>
            </a:pathLst>
          </a:custGeom>
          <a:noFill/>
          <a:ln w="19800">
            <a:solidFill>
              <a:srgbClr val="555555"/>
            </a:solidFill>
            <a:miter/>
          </a:ln>
        </p:spPr>
        <p:txBody>
          <a:bodyPr lIns="99720" rIns="99720" tIns="54720" bIns="547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"/>
          <p:cNvSpPr txBox="1"/>
          <p:nvPr/>
        </p:nvSpPr>
        <p:spPr>
          <a:xfrm>
            <a:off x="7364160" y="3530520"/>
            <a:ext cx="341460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5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CONTINUE | NARROW | PIVOT | STOP</a:t>
            </a:r>
            <a:endParaRPr b="1" lang="en-US" sz="150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246" name=""/>
          <p:cNvSpPr txBox="1"/>
          <p:nvPr/>
        </p:nvSpPr>
        <p:spPr>
          <a:xfrm>
            <a:off x="7832160" y="3807000"/>
            <a:ext cx="2509920" cy="177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4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trigger evidence and decision recorded</a:t>
            </a:r>
            <a:endParaRPr b="0" lang="en-US" sz="124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247" name=""/>
          <p:cNvSpPr/>
          <p:nvPr/>
        </p:nvSpPr>
        <p:spPr>
          <a:xfrm>
            <a:off x="5028480" y="3047040"/>
            <a:ext cx="2517120" cy="1632960"/>
          </a:xfrm>
          <a:custGeom>
            <a:avLst/>
            <a:gdLst/>
            <a:ahLst/>
            <a:rect l="0" t="0" r="r" b="b"/>
            <a:pathLst>
              <a:path fill="none" w="6992" h="4536">
                <a:moveTo>
                  <a:pt x="6992" y="3144"/>
                </a:moveTo>
                <a:cubicBezTo>
                  <a:pt x="4795" y="5356"/>
                  <a:pt x="952" y="5356"/>
                  <a:pt x="0" y="0"/>
                </a:cubicBezTo>
              </a:path>
            </a:pathLst>
          </a:custGeom>
          <a:ln w="26280">
            <a:solidFill>
              <a:srgbClr val="777777"/>
            </a:solidFill>
            <a:miter/>
          </a:ln>
        </p:spPr>
        <p:txBody>
          <a:bodyPr lIns="102960" rIns="102960" tIns="57960" bIns="5796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"/>
          <p:cNvSpPr/>
          <p:nvPr/>
        </p:nvSpPr>
        <p:spPr>
          <a:xfrm>
            <a:off x="4919040" y="2995200"/>
            <a:ext cx="311400" cy="338760"/>
          </a:xfrm>
          <a:custGeom>
            <a:avLst/>
            <a:gdLst/>
            <a:ahLst/>
            <a:rect l="0" t="0" r="r" b="b"/>
            <a:pathLst>
              <a:path w="865" h="941">
                <a:moveTo>
                  <a:pt x="0" y="941"/>
                </a:moveTo>
                <a:lnTo>
                  <a:pt x="279" y="0"/>
                </a:lnTo>
                <a:lnTo>
                  <a:pt x="865" y="787"/>
                </a:lnTo>
                <a:lnTo>
                  <a:pt x="0" y="941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9" name=""/>
          <p:cNvSpPr/>
          <p:nvPr/>
        </p:nvSpPr>
        <p:spPr>
          <a:xfrm>
            <a:off x="4919040" y="2995200"/>
            <a:ext cx="311400" cy="338760"/>
          </a:xfrm>
          <a:custGeom>
            <a:avLst/>
            <a:gdLst/>
            <a:ahLst/>
            <a:rect l="0" t="0" r="r" b="b"/>
            <a:pathLst>
              <a:path w="865" h="941">
                <a:moveTo>
                  <a:pt x="0" y="941"/>
                </a:moveTo>
                <a:lnTo>
                  <a:pt x="279" y="0"/>
                </a:lnTo>
                <a:lnTo>
                  <a:pt x="865" y="787"/>
                </a:lnTo>
                <a:lnTo>
                  <a:pt x="0" y="941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0" name=""/>
          <p:cNvSpPr/>
          <p:nvPr/>
        </p:nvSpPr>
        <p:spPr>
          <a:xfrm>
            <a:off x="4919040" y="2995200"/>
            <a:ext cx="311400" cy="338760"/>
          </a:xfrm>
          <a:custGeom>
            <a:avLst/>
            <a:gdLst/>
            <a:ahLst/>
            <a:rect l="0" t="0" r="r" b="b"/>
            <a:pathLst>
              <a:path w="865" h="941">
                <a:moveTo>
                  <a:pt x="0" y="941"/>
                </a:moveTo>
                <a:lnTo>
                  <a:pt x="279" y="0"/>
                </a:lnTo>
                <a:lnTo>
                  <a:pt x="865" y="787"/>
                </a:lnTo>
                <a:lnTo>
                  <a:pt x="0" y="941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1" name=""/>
          <p:cNvSpPr/>
          <p:nvPr/>
        </p:nvSpPr>
        <p:spPr>
          <a:xfrm>
            <a:off x="4919040" y="2995200"/>
            <a:ext cx="311400" cy="338760"/>
          </a:xfrm>
          <a:custGeom>
            <a:avLst/>
            <a:gdLst/>
            <a:ahLst/>
            <a:rect l="0" t="0" r="r" b="b"/>
            <a:pathLst>
              <a:path w="865" h="941">
                <a:moveTo>
                  <a:pt x="0" y="941"/>
                </a:moveTo>
                <a:lnTo>
                  <a:pt x="279" y="0"/>
                </a:lnTo>
                <a:lnTo>
                  <a:pt x="865" y="787"/>
                </a:lnTo>
                <a:lnTo>
                  <a:pt x="0" y="941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2" name=""/>
          <p:cNvSpPr/>
          <p:nvPr/>
        </p:nvSpPr>
        <p:spPr>
          <a:xfrm>
            <a:off x="4919040" y="2995200"/>
            <a:ext cx="311400" cy="338760"/>
          </a:xfrm>
          <a:custGeom>
            <a:avLst/>
            <a:gdLst/>
            <a:ahLst/>
            <a:rect l="0" t="0" r="r" b="b"/>
            <a:pathLst>
              <a:path w="865" h="941">
                <a:moveTo>
                  <a:pt x="0" y="941"/>
                </a:moveTo>
                <a:lnTo>
                  <a:pt x="279" y="0"/>
                </a:lnTo>
                <a:lnTo>
                  <a:pt x="865" y="787"/>
                </a:lnTo>
                <a:lnTo>
                  <a:pt x="0" y="941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3" name=""/>
          <p:cNvSpPr/>
          <p:nvPr/>
        </p:nvSpPr>
        <p:spPr>
          <a:xfrm>
            <a:off x="4919040" y="2995200"/>
            <a:ext cx="311400" cy="338760"/>
          </a:xfrm>
          <a:custGeom>
            <a:avLst/>
            <a:gdLst/>
            <a:ahLst/>
            <a:rect l="0" t="0" r="r" b="b"/>
            <a:pathLst>
              <a:path w="865" h="941">
                <a:moveTo>
                  <a:pt x="0" y="941"/>
                </a:moveTo>
                <a:lnTo>
                  <a:pt x="279" y="0"/>
                </a:lnTo>
                <a:lnTo>
                  <a:pt x="865" y="787"/>
                </a:lnTo>
                <a:lnTo>
                  <a:pt x="0" y="941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4" name=""/>
          <p:cNvSpPr/>
          <p:nvPr/>
        </p:nvSpPr>
        <p:spPr>
          <a:xfrm>
            <a:off x="4919040" y="2995200"/>
            <a:ext cx="311400" cy="338760"/>
          </a:xfrm>
          <a:custGeom>
            <a:avLst/>
            <a:gdLst/>
            <a:ahLst/>
            <a:rect l="0" t="0" r="r" b="b"/>
            <a:pathLst>
              <a:path w="865" h="941">
                <a:moveTo>
                  <a:pt x="0" y="941"/>
                </a:moveTo>
                <a:lnTo>
                  <a:pt x="279" y="0"/>
                </a:lnTo>
                <a:lnTo>
                  <a:pt x="865" y="787"/>
                </a:lnTo>
                <a:lnTo>
                  <a:pt x="0" y="941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5" name=""/>
          <p:cNvSpPr txBox="1"/>
          <p:nvPr/>
        </p:nvSpPr>
        <p:spPr>
          <a:xfrm>
            <a:off x="4682520" y="4919400"/>
            <a:ext cx="319644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15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narrow or pivot: revise SCOPE and retest</a:t>
            </a:r>
            <a:endParaRPr b="0" i="1" lang="en-US" sz="150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"/>
          <p:cNvSpPr/>
          <p:nvPr/>
        </p:nvSpPr>
        <p:spPr>
          <a:xfrm>
            <a:off x="165240" y="465120"/>
            <a:ext cx="11861280" cy="5927400"/>
          </a:xfrm>
          <a:custGeom>
            <a:avLst/>
            <a:gdLst/>
            <a:ahLst/>
            <a:rect l="0" t="0" r="r" b="b"/>
            <a:pathLst>
              <a:path w="32948" h="16465">
                <a:moveTo>
                  <a:pt x="0" y="0"/>
                </a:moveTo>
                <a:lnTo>
                  <a:pt x="32948" y="0"/>
                </a:lnTo>
                <a:lnTo>
                  <a:pt x="32948" y="16465"/>
                </a:lnTo>
                <a:lnTo>
                  <a:pt x="0" y="164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"/>
          <p:cNvSpPr/>
          <p:nvPr/>
        </p:nvSpPr>
        <p:spPr>
          <a:xfrm>
            <a:off x="3460320" y="596880"/>
            <a:ext cx="5271120" cy="1350360"/>
          </a:xfrm>
          <a:custGeom>
            <a:avLst/>
            <a:gdLst/>
            <a:ahLst/>
            <a:rect l="0" t="0" r="r" b="b"/>
            <a:pathLst>
              <a:path w="14642" h="3751">
                <a:moveTo>
                  <a:pt x="7322" y="3751"/>
                </a:moveTo>
                <a:lnTo>
                  <a:pt x="14240" y="3751"/>
                </a:lnTo>
                <a:cubicBezTo>
                  <a:pt x="14462" y="3751"/>
                  <a:pt x="14642" y="3570"/>
                  <a:pt x="14642" y="3348"/>
                </a:cubicBezTo>
                <a:lnTo>
                  <a:pt x="14642" y="403"/>
                </a:lnTo>
                <a:cubicBezTo>
                  <a:pt x="14642" y="180"/>
                  <a:pt x="14462" y="0"/>
                  <a:pt x="14240" y="0"/>
                </a:cubicBezTo>
                <a:lnTo>
                  <a:pt x="402" y="0"/>
                </a:lnTo>
                <a:cubicBezTo>
                  <a:pt x="180" y="0"/>
                  <a:pt x="0" y="180"/>
                  <a:pt x="0" y="403"/>
                </a:cubicBezTo>
                <a:lnTo>
                  <a:pt x="0" y="3348"/>
                </a:lnTo>
                <a:cubicBezTo>
                  <a:pt x="0" y="3570"/>
                  <a:pt x="180" y="3751"/>
                  <a:pt x="402" y="3751"/>
                </a:cubicBezTo>
                <a:lnTo>
                  <a:pt x="7322" y="3751"/>
                </a:lnTo>
                <a:close/>
              </a:path>
            </a:pathLst>
          </a:custGeom>
          <a:solidFill>
            <a:srgbClr val="f2f2f2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"/>
          <p:cNvSpPr/>
          <p:nvPr/>
        </p:nvSpPr>
        <p:spPr>
          <a:xfrm>
            <a:off x="3460320" y="596880"/>
            <a:ext cx="5271120" cy="1350360"/>
          </a:xfrm>
          <a:custGeom>
            <a:avLst/>
            <a:gdLst/>
            <a:ahLst/>
            <a:rect l="0" t="0" r="r" b="b"/>
            <a:pathLst>
              <a:path w="14642" h="3751">
                <a:moveTo>
                  <a:pt x="7322" y="3751"/>
                </a:moveTo>
                <a:lnTo>
                  <a:pt x="14240" y="3751"/>
                </a:lnTo>
                <a:cubicBezTo>
                  <a:pt x="14462" y="3751"/>
                  <a:pt x="14642" y="3570"/>
                  <a:pt x="14642" y="3348"/>
                </a:cubicBezTo>
                <a:lnTo>
                  <a:pt x="14642" y="403"/>
                </a:lnTo>
                <a:cubicBezTo>
                  <a:pt x="14642" y="180"/>
                  <a:pt x="14462" y="0"/>
                  <a:pt x="14240" y="0"/>
                </a:cubicBezTo>
                <a:lnTo>
                  <a:pt x="402" y="0"/>
                </a:lnTo>
                <a:cubicBezTo>
                  <a:pt x="180" y="0"/>
                  <a:pt x="0" y="180"/>
                  <a:pt x="0" y="403"/>
                </a:cubicBezTo>
                <a:lnTo>
                  <a:pt x="0" y="3348"/>
                </a:lnTo>
                <a:cubicBezTo>
                  <a:pt x="0" y="3570"/>
                  <a:pt x="180" y="3751"/>
                  <a:pt x="402" y="3751"/>
                </a:cubicBezTo>
                <a:lnTo>
                  <a:pt x="7322" y="3751"/>
                </a:lnTo>
                <a:close/>
              </a:path>
            </a:pathLst>
          </a:custGeom>
          <a:noFill/>
          <a:ln w="26280">
            <a:solidFill>
              <a:srgbClr val="333333"/>
            </a:solidFill>
            <a:miter/>
          </a:ln>
        </p:spPr>
        <p:txBody>
          <a:bodyPr lIns="102960" rIns="102960" tIns="57960" bIns="5796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"/>
          <p:cNvSpPr txBox="1"/>
          <p:nvPr/>
        </p:nvSpPr>
        <p:spPr>
          <a:xfrm>
            <a:off x="3292200" y="705600"/>
            <a:ext cx="5613840" cy="341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39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S — SITUATION AND STAKEHOLDERS</a:t>
            </a:r>
            <a:endParaRPr b="1" lang="en-US" sz="239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260" name=""/>
          <p:cNvSpPr txBox="1"/>
          <p:nvPr/>
        </p:nvSpPr>
        <p:spPr>
          <a:xfrm>
            <a:off x="4260960" y="1107360"/>
            <a:ext cx="3696120" cy="295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07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observed condition · affected roles</a:t>
            </a:r>
            <a:endParaRPr b="0" lang="en-US" sz="207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261" name=""/>
          <p:cNvSpPr txBox="1"/>
          <p:nvPr/>
        </p:nvSpPr>
        <p:spPr>
          <a:xfrm>
            <a:off x="4016880" y="1443240"/>
            <a:ext cx="409500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97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evidence source · unresolved uncertainty</a:t>
            </a:r>
            <a:endParaRPr b="0" lang="en-US" sz="197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262" name=""/>
          <p:cNvSpPr/>
          <p:nvPr/>
        </p:nvSpPr>
        <p:spPr>
          <a:xfrm>
            <a:off x="330120" y="2243520"/>
            <a:ext cx="3690000" cy="1613160"/>
          </a:xfrm>
          <a:custGeom>
            <a:avLst/>
            <a:gdLst/>
            <a:ahLst/>
            <a:rect l="0" t="0" r="r" b="b"/>
            <a:pathLst>
              <a:path w="10250" h="4481">
                <a:moveTo>
                  <a:pt x="5125" y="4481"/>
                </a:moveTo>
                <a:lnTo>
                  <a:pt x="9848" y="4481"/>
                </a:lnTo>
                <a:cubicBezTo>
                  <a:pt x="10070" y="4481"/>
                  <a:pt x="10250" y="4301"/>
                  <a:pt x="10250" y="4079"/>
                </a:cubicBezTo>
                <a:lnTo>
                  <a:pt x="10250" y="402"/>
                </a:lnTo>
                <a:cubicBezTo>
                  <a:pt x="10250" y="180"/>
                  <a:pt x="10070" y="0"/>
                  <a:pt x="9848" y="0"/>
                </a:cubicBezTo>
                <a:lnTo>
                  <a:pt x="402" y="0"/>
                </a:lnTo>
                <a:cubicBezTo>
                  <a:pt x="180" y="0"/>
                  <a:pt x="0" y="180"/>
                  <a:pt x="0" y="402"/>
                </a:cubicBezTo>
                <a:lnTo>
                  <a:pt x="0" y="4079"/>
                </a:lnTo>
                <a:cubicBezTo>
                  <a:pt x="0" y="4301"/>
                  <a:pt x="180" y="4481"/>
                  <a:pt x="402" y="4481"/>
                </a:cubicBezTo>
                <a:lnTo>
                  <a:pt x="5125" y="4481"/>
                </a:lnTo>
                <a:close/>
              </a:path>
            </a:pathLst>
          </a:custGeom>
          <a:solidFill>
            <a:srgbClr val="f2f2f2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"/>
          <p:cNvSpPr/>
          <p:nvPr/>
        </p:nvSpPr>
        <p:spPr>
          <a:xfrm>
            <a:off x="330120" y="2243520"/>
            <a:ext cx="3690000" cy="1613160"/>
          </a:xfrm>
          <a:custGeom>
            <a:avLst/>
            <a:gdLst/>
            <a:ahLst/>
            <a:rect l="0" t="0" r="r" b="b"/>
            <a:pathLst>
              <a:path w="10250" h="4481">
                <a:moveTo>
                  <a:pt x="5125" y="4481"/>
                </a:moveTo>
                <a:lnTo>
                  <a:pt x="9848" y="4481"/>
                </a:lnTo>
                <a:cubicBezTo>
                  <a:pt x="10070" y="4481"/>
                  <a:pt x="10250" y="4301"/>
                  <a:pt x="10250" y="4079"/>
                </a:cubicBezTo>
                <a:lnTo>
                  <a:pt x="10250" y="402"/>
                </a:lnTo>
                <a:cubicBezTo>
                  <a:pt x="10250" y="180"/>
                  <a:pt x="10070" y="0"/>
                  <a:pt x="9848" y="0"/>
                </a:cubicBezTo>
                <a:lnTo>
                  <a:pt x="402" y="0"/>
                </a:lnTo>
                <a:cubicBezTo>
                  <a:pt x="180" y="0"/>
                  <a:pt x="0" y="180"/>
                  <a:pt x="0" y="402"/>
                </a:cubicBezTo>
                <a:lnTo>
                  <a:pt x="0" y="4079"/>
                </a:lnTo>
                <a:cubicBezTo>
                  <a:pt x="0" y="4301"/>
                  <a:pt x="180" y="4481"/>
                  <a:pt x="402" y="4481"/>
                </a:cubicBezTo>
                <a:lnTo>
                  <a:pt x="5125" y="4481"/>
                </a:lnTo>
                <a:close/>
              </a:path>
            </a:pathLst>
          </a:custGeom>
          <a:noFill/>
          <a:ln w="26280">
            <a:solidFill>
              <a:srgbClr val="333333"/>
            </a:solidFill>
            <a:miter/>
          </a:ln>
        </p:spPr>
        <p:txBody>
          <a:bodyPr lIns="102960" rIns="102960" tIns="57960" bIns="5796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"/>
          <p:cNvSpPr txBox="1"/>
          <p:nvPr/>
        </p:nvSpPr>
        <p:spPr>
          <a:xfrm>
            <a:off x="596880" y="2431080"/>
            <a:ext cx="3182040" cy="315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23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C — CHANGE SOUGHT</a:t>
            </a:r>
            <a:endParaRPr b="1" lang="en-US" sz="223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265" name=""/>
          <p:cNvSpPr txBox="1"/>
          <p:nvPr/>
        </p:nvSpPr>
        <p:spPr>
          <a:xfrm>
            <a:off x="807840" y="2766960"/>
            <a:ext cx="2753640" cy="315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23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AND CONSTRAINTS</a:t>
            </a:r>
            <a:endParaRPr b="1" lang="en-US" sz="223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266" name=""/>
          <p:cNvSpPr txBox="1"/>
          <p:nvPr/>
        </p:nvSpPr>
        <p:spPr>
          <a:xfrm>
            <a:off x="1018800" y="3195000"/>
            <a:ext cx="2378160" cy="275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92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access · time · authority</a:t>
            </a:r>
            <a:endParaRPr b="0" lang="en-US" sz="192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267" name=""/>
          <p:cNvSpPr txBox="1"/>
          <p:nvPr/>
        </p:nvSpPr>
        <p:spPr>
          <a:xfrm>
            <a:off x="1209600" y="3477960"/>
            <a:ext cx="1956600" cy="275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92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limiting uncertainty</a:t>
            </a:r>
            <a:endParaRPr b="0" lang="en-US" sz="192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268" name=""/>
          <p:cNvSpPr/>
          <p:nvPr/>
        </p:nvSpPr>
        <p:spPr>
          <a:xfrm>
            <a:off x="4250880" y="2408040"/>
            <a:ext cx="3690000" cy="1613520"/>
          </a:xfrm>
          <a:custGeom>
            <a:avLst/>
            <a:gdLst/>
            <a:ahLst/>
            <a:rect l="0" t="0" r="r" b="b"/>
            <a:pathLst>
              <a:path w="10250" h="4482">
                <a:moveTo>
                  <a:pt x="5126" y="4482"/>
                </a:moveTo>
                <a:lnTo>
                  <a:pt x="9774" y="4482"/>
                </a:lnTo>
                <a:cubicBezTo>
                  <a:pt x="10037" y="4482"/>
                  <a:pt x="10250" y="4269"/>
                  <a:pt x="10250" y="4006"/>
                </a:cubicBezTo>
                <a:lnTo>
                  <a:pt x="10250" y="476"/>
                </a:lnTo>
                <a:cubicBezTo>
                  <a:pt x="10250" y="213"/>
                  <a:pt x="10037" y="0"/>
                  <a:pt x="9774" y="0"/>
                </a:cubicBezTo>
                <a:lnTo>
                  <a:pt x="476" y="0"/>
                </a:lnTo>
                <a:cubicBezTo>
                  <a:pt x="213" y="0"/>
                  <a:pt x="0" y="213"/>
                  <a:pt x="0" y="476"/>
                </a:cubicBezTo>
                <a:lnTo>
                  <a:pt x="0" y="4006"/>
                </a:lnTo>
                <a:cubicBezTo>
                  <a:pt x="0" y="4269"/>
                  <a:pt x="213" y="4482"/>
                  <a:pt x="476" y="4482"/>
                </a:cubicBezTo>
                <a:lnTo>
                  <a:pt x="5126" y="4482"/>
                </a:lnTo>
                <a:close/>
              </a:path>
            </a:pathLst>
          </a:custGeom>
          <a:solidFill>
            <a:srgbClr val="deded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"/>
          <p:cNvSpPr/>
          <p:nvPr/>
        </p:nvSpPr>
        <p:spPr>
          <a:xfrm>
            <a:off x="4250880" y="2408040"/>
            <a:ext cx="3690000" cy="1613520"/>
          </a:xfrm>
          <a:custGeom>
            <a:avLst/>
            <a:gdLst/>
            <a:ahLst/>
            <a:rect l="0" t="0" r="r" b="b"/>
            <a:pathLst>
              <a:path w="10250" h="4482">
                <a:moveTo>
                  <a:pt x="5126" y="4482"/>
                </a:moveTo>
                <a:lnTo>
                  <a:pt x="9774" y="4482"/>
                </a:lnTo>
                <a:cubicBezTo>
                  <a:pt x="10037" y="4482"/>
                  <a:pt x="10250" y="4269"/>
                  <a:pt x="10250" y="4006"/>
                </a:cubicBezTo>
                <a:lnTo>
                  <a:pt x="10250" y="476"/>
                </a:lnTo>
                <a:cubicBezTo>
                  <a:pt x="10250" y="213"/>
                  <a:pt x="10037" y="0"/>
                  <a:pt x="9774" y="0"/>
                </a:cubicBezTo>
                <a:lnTo>
                  <a:pt x="476" y="0"/>
                </a:lnTo>
                <a:cubicBezTo>
                  <a:pt x="213" y="0"/>
                  <a:pt x="0" y="213"/>
                  <a:pt x="0" y="476"/>
                </a:cubicBezTo>
                <a:lnTo>
                  <a:pt x="0" y="4006"/>
                </a:lnTo>
                <a:cubicBezTo>
                  <a:pt x="0" y="4269"/>
                  <a:pt x="213" y="4482"/>
                  <a:pt x="476" y="4482"/>
                </a:cubicBezTo>
                <a:lnTo>
                  <a:pt x="5126" y="4482"/>
                </a:lnTo>
                <a:close/>
              </a:path>
            </a:pathLst>
          </a:custGeom>
          <a:noFill/>
          <a:ln w="33120">
            <a:solidFill>
              <a:srgbClr val="222222"/>
            </a:solidFill>
            <a:miter/>
          </a:ln>
        </p:spPr>
        <p:txBody>
          <a:bodyPr lIns="106560" rIns="106560" tIns="61560" bIns="6156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"/>
          <p:cNvSpPr txBox="1"/>
          <p:nvPr/>
        </p:nvSpPr>
        <p:spPr>
          <a:xfrm>
            <a:off x="4339800" y="2563200"/>
            <a:ext cx="3491640" cy="34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49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TRACTABLE PROJECT</a:t>
            </a:r>
            <a:endParaRPr b="1" lang="en-US" sz="249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271" name=""/>
          <p:cNvSpPr txBox="1"/>
          <p:nvPr/>
        </p:nvSpPr>
        <p:spPr>
          <a:xfrm>
            <a:off x="5328360" y="2964960"/>
            <a:ext cx="1523880" cy="28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02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coherent fields</a:t>
            </a:r>
            <a:endParaRPr b="0" lang="en-US" sz="202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272" name=""/>
          <p:cNvSpPr txBox="1"/>
          <p:nvPr/>
        </p:nvSpPr>
        <p:spPr>
          <a:xfrm>
            <a:off x="5025240" y="3273840"/>
            <a:ext cx="2138760" cy="28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02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inspectable evidence</a:t>
            </a:r>
            <a:endParaRPr b="0" lang="en-US" sz="202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273" name=""/>
          <p:cNvSpPr txBox="1"/>
          <p:nvPr/>
        </p:nvSpPr>
        <p:spPr>
          <a:xfrm>
            <a:off x="4544280" y="3583440"/>
            <a:ext cx="3083400" cy="28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02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explicit uncertainty and limits</a:t>
            </a:r>
            <a:endParaRPr b="0" lang="en-US" sz="202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274" name=""/>
          <p:cNvSpPr/>
          <p:nvPr/>
        </p:nvSpPr>
        <p:spPr>
          <a:xfrm>
            <a:off x="8171640" y="2243520"/>
            <a:ext cx="3690000" cy="1613160"/>
          </a:xfrm>
          <a:custGeom>
            <a:avLst/>
            <a:gdLst/>
            <a:ahLst/>
            <a:rect l="0" t="0" r="r" b="b"/>
            <a:pathLst>
              <a:path w="10250" h="4481">
                <a:moveTo>
                  <a:pt x="5125" y="4481"/>
                </a:moveTo>
                <a:lnTo>
                  <a:pt x="9848" y="4481"/>
                </a:lnTo>
                <a:cubicBezTo>
                  <a:pt x="10070" y="4481"/>
                  <a:pt x="10250" y="4301"/>
                  <a:pt x="10250" y="4079"/>
                </a:cubicBezTo>
                <a:lnTo>
                  <a:pt x="10250" y="402"/>
                </a:lnTo>
                <a:cubicBezTo>
                  <a:pt x="10250" y="180"/>
                  <a:pt x="10070" y="0"/>
                  <a:pt x="9848" y="0"/>
                </a:cubicBezTo>
                <a:lnTo>
                  <a:pt x="402" y="0"/>
                </a:lnTo>
                <a:cubicBezTo>
                  <a:pt x="180" y="0"/>
                  <a:pt x="0" y="180"/>
                  <a:pt x="0" y="402"/>
                </a:cubicBezTo>
                <a:lnTo>
                  <a:pt x="0" y="4079"/>
                </a:lnTo>
                <a:cubicBezTo>
                  <a:pt x="0" y="4301"/>
                  <a:pt x="180" y="4481"/>
                  <a:pt x="402" y="4481"/>
                </a:cubicBezTo>
                <a:lnTo>
                  <a:pt x="5125" y="4481"/>
                </a:lnTo>
                <a:close/>
              </a:path>
            </a:pathLst>
          </a:custGeom>
          <a:solidFill>
            <a:srgbClr val="f2f2f2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"/>
          <p:cNvSpPr/>
          <p:nvPr/>
        </p:nvSpPr>
        <p:spPr>
          <a:xfrm>
            <a:off x="8171640" y="2243520"/>
            <a:ext cx="3690000" cy="1613160"/>
          </a:xfrm>
          <a:custGeom>
            <a:avLst/>
            <a:gdLst/>
            <a:ahLst/>
            <a:rect l="0" t="0" r="r" b="b"/>
            <a:pathLst>
              <a:path w="10250" h="4481">
                <a:moveTo>
                  <a:pt x="5125" y="4481"/>
                </a:moveTo>
                <a:lnTo>
                  <a:pt x="9848" y="4481"/>
                </a:lnTo>
                <a:cubicBezTo>
                  <a:pt x="10070" y="4481"/>
                  <a:pt x="10250" y="4301"/>
                  <a:pt x="10250" y="4079"/>
                </a:cubicBezTo>
                <a:lnTo>
                  <a:pt x="10250" y="402"/>
                </a:lnTo>
                <a:cubicBezTo>
                  <a:pt x="10250" y="180"/>
                  <a:pt x="10070" y="0"/>
                  <a:pt x="9848" y="0"/>
                </a:cubicBezTo>
                <a:lnTo>
                  <a:pt x="402" y="0"/>
                </a:lnTo>
                <a:cubicBezTo>
                  <a:pt x="180" y="0"/>
                  <a:pt x="0" y="180"/>
                  <a:pt x="0" y="402"/>
                </a:cubicBezTo>
                <a:lnTo>
                  <a:pt x="0" y="4079"/>
                </a:lnTo>
                <a:cubicBezTo>
                  <a:pt x="0" y="4301"/>
                  <a:pt x="180" y="4481"/>
                  <a:pt x="402" y="4481"/>
                </a:cubicBezTo>
                <a:lnTo>
                  <a:pt x="5125" y="4481"/>
                </a:lnTo>
                <a:close/>
              </a:path>
            </a:pathLst>
          </a:custGeom>
          <a:noFill/>
          <a:ln w="26280">
            <a:solidFill>
              <a:srgbClr val="333333"/>
            </a:solidFill>
            <a:miter/>
          </a:ln>
        </p:spPr>
        <p:txBody>
          <a:bodyPr lIns="102960" rIns="102960" tIns="57960" bIns="5796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"/>
          <p:cNvSpPr txBox="1"/>
          <p:nvPr/>
        </p:nvSpPr>
        <p:spPr>
          <a:xfrm>
            <a:off x="8866800" y="2431080"/>
            <a:ext cx="2318760" cy="315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23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O — OUTCOMES</a:t>
            </a:r>
            <a:endParaRPr b="1" lang="en-US" sz="223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277" name=""/>
          <p:cNvSpPr txBox="1"/>
          <p:nvPr/>
        </p:nvSpPr>
        <p:spPr>
          <a:xfrm>
            <a:off x="8767800" y="2766960"/>
            <a:ext cx="2503440" cy="315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23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AND OBJECTIVES</a:t>
            </a:r>
            <a:endParaRPr b="1" lang="en-US" sz="223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278" name=""/>
          <p:cNvSpPr txBox="1"/>
          <p:nvPr/>
        </p:nvSpPr>
        <p:spPr>
          <a:xfrm>
            <a:off x="8326440" y="3195000"/>
            <a:ext cx="3439080" cy="275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92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observable outputs · counter-result</a:t>
            </a:r>
            <a:endParaRPr b="0" lang="en-US" sz="192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279" name=""/>
          <p:cNvSpPr txBox="1"/>
          <p:nvPr/>
        </p:nvSpPr>
        <p:spPr>
          <a:xfrm>
            <a:off x="8945640" y="3477960"/>
            <a:ext cx="2180520" cy="275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92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remaining uncertainty</a:t>
            </a:r>
            <a:endParaRPr b="0" lang="en-US" sz="192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280" name=""/>
          <p:cNvSpPr/>
          <p:nvPr/>
        </p:nvSpPr>
        <p:spPr>
          <a:xfrm>
            <a:off x="692640" y="4647240"/>
            <a:ext cx="5007960" cy="1350000"/>
          </a:xfrm>
          <a:custGeom>
            <a:avLst/>
            <a:gdLst/>
            <a:ahLst/>
            <a:rect l="0" t="0" r="r" b="b"/>
            <a:pathLst>
              <a:path w="13911" h="3750">
                <a:moveTo>
                  <a:pt x="6955" y="3750"/>
                </a:moveTo>
                <a:lnTo>
                  <a:pt x="13509" y="3750"/>
                </a:lnTo>
                <a:cubicBezTo>
                  <a:pt x="13731" y="3750"/>
                  <a:pt x="13911" y="3570"/>
                  <a:pt x="13911" y="3348"/>
                </a:cubicBezTo>
                <a:lnTo>
                  <a:pt x="13911" y="402"/>
                </a:lnTo>
                <a:cubicBezTo>
                  <a:pt x="13911" y="180"/>
                  <a:pt x="13731" y="0"/>
                  <a:pt x="13509" y="0"/>
                </a:cubicBezTo>
                <a:lnTo>
                  <a:pt x="402" y="0"/>
                </a:lnTo>
                <a:cubicBezTo>
                  <a:pt x="180" y="0"/>
                  <a:pt x="0" y="180"/>
                  <a:pt x="0" y="402"/>
                </a:cubicBezTo>
                <a:lnTo>
                  <a:pt x="0" y="3348"/>
                </a:lnTo>
                <a:cubicBezTo>
                  <a:pt x="0" y="3570"/>
                  <a:pt x="180" y="3750"/>
                  <a:pt x="402" y="3750"/>
                </a:cubicBezTo>
                <a:lnTo>
                  <a:pt x="6955" y="3750"/>
                </a:lnTo>
                <a:close/>
              </a:path>
            </a:pathLst>
          </a:custGeom>
          <a:solidFill>
            <a:srgbClr val="f2f2f2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"/>
          <p:cNvSpPr/>
          <p:nvPr/>
        </p:nvSpPr>
        <p:spPr>
          <a:xfrm>
            <a:off x="692640" y="4647240"/>
            <a:ext cx="5007960" cy="1350000"/>
          </a:xfrm>
          <a:custGeom>
            <a:avLst/>
            <a:gdLst/>
            <a:ahLst/>
            <a:rect l="0" t="0" r="r" b="b"/>
            <a:pathLst>
              <a:path w="13911" h="3750">
                <a:moveTo>
                  <a:pt x="6955" y="3750"/>
                </a:moveTo>
                <a:lnTo>
                  <a:pt x="13509" y="3750"/>
                </a:lnTo>
                <a:cubicBezTo>
                  <a:pt x="13731" y="3750"/>
                  <a:pt x="13911" y="3570"/>
                  <a:pt x="13911" y="3348"/>
                </a:cubicBezTo>
                <a:lnTo>
                  <a:pt x="13911" y="402"/>
                </a:lnTo>
                <a:cubicBezTo>
                  <a:pt x="13911" y="180"/>
                  <a:pt x="13731" y="0"/>
                  <a:pt x="13509" y="0"/>
                </a:cubicBezTo>
                <a:lnTo>
                  <a:pt x="402" y="0"/>
                </a:lnTo>
                <a:cubicBezTo>
                  <a:pt x="180" y="0"/>
                  <a:pt x="0" y="180"/>
                  <a:pt x="0" y="402"/>
                </a:cubicBezTo>
                <a:lnTo>
                  <a:pt x="0" y="3348"/>
                </a:lnTo>
                <a:cubicBezTo>
                  <a:pt x="0" y="3570"/>
                  <a:pt x="180" y="3750"/>
                  <a:pt x="402" y="3750"/>
                </a:cubicBezTo>
                <a:lnTo>
                  <a:pt x="6955" y="3750"/>
                </a:lnTo>
                <a:close/>
              </a:path>
            </a:pathLst>
          </a:custGeom>
          <a:noFill/>
          <a:ln w="26280">
            <a:solidFill>
              <a:srgbClr val="333333"/>
            </a:solidFill>
            <a:miter/>
          </a:ln>
        </p:spPr>
        <p:txBody>
          <a:bodyPr lIns="102960" rIns="102960" tIns="57960" bIns="5796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"/>
          <p:cNvSpPr txBox="1"/>
          <p:nvPr/>
        </p:nvSpPr>
        <p:spPr>
          <a:xfrm>
            <a:off x="1427400" y="4847760"/>
            <a:ext cx="3544560" cy="315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23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P — PLANNED EVIDENCE</a:t>
            </a:r>
            <a:endParaRPr b="1" lang="en-US" sz="223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283" name=""/>
          <p:cNvSpPr txBox="1"/>
          <p:nvPr/>
        </p:nvSpPr>
        <p:spPr>
          <a:xfrm>
            <a:off x="985680" y="5190120"/>
            <a:ext cx="4447440" cy="315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23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AND PERFORMANCE CRITERIA</a:t>
            </a:r>
            <a:endParaRPr b="1" lang="en-US" sz="223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284" name=""/>
          <p:cNvSpPr txBox="1"/>
          <p:nvPr/>
        </p:nvSpPr>
        <p:spPr>
          <a:xfrm>
            <a:off x="1190160" y="5592240"/>
            <a:ext cx="4098240" cy="275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92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data · baseline · provenance · uncertainty</a:t>
            </a:r>
            <a:endParaRPr b="0" lang="en-US" sz="192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285" name=""/>
          <p:cNvSpPr/>
          <p:nvPr/>
        </p:nvSpPr>
        <p:spPr>
          <a:xfrm>
            <a:off x="6491160" y="4647240"/>
            <a:ext cx="5007960" cy="1350000"/>
          </a:xfrm>
          <a:custGeom>
            <a:avLst/>
            <a:gdLst/>
            <a:ahLst/>
            <a:rect l="0" t="0" r="r" b="b"/>
            <a:pathLst>
              <a:path w="13911" h="3750">
                <a:moveTo>
                  <a:pt x="6956" y="3750"/>
                </a:moveTo>
                <a:lnTo>
                  <a:pt x="13509" y="3750"/>
                </a:lnTo>
                <a:cubicBezTo>
                  <a:pt x="13731" y="3750"/>
                  <a:pt x="13911" y="3570"/>
                  <a:pt x="13911" y="3348"/>
                </a:cubicBezTo>
                <a:lnTo>
                  <a:pt x="13911" y="402"/>
                </a:lnTo>
                <a:cubicBezTo>
                  <a:pt x="13911" y="180"/>
                  <a:pt x="13731" y="0"/>
                  <a:pt x="13509" y="0"/>
                </a:cubicBezTo>
                <a:lnTo>
                  <a:pt x="402" y="0"/>
                </a:lnTo>
                <a:cubicBezTo>
                  <a:pt x="180" y="0"/>
                  <a:pt x="0" y="180"/>
                  <a:pt x="0" y="402"/>
                </a:cubicBezTo>
                <a:lnTo>
                  <a:pt x="0" y="3348"/>
                </a:lnTo>
                <a:cubicBezTo>
                  <a:pt x="0" y="3570"/>
                  <a:pt x="180" y="3750"/>
                  <a:pt x="402" y="3750"/>
                </a:cubicBezTo>
                <a:lnTo>
                  <a:pt x="6956" y="3750"/>
                </a:lnTo>
                <a:close/>
              </a:path>
            </a:pathLst>
          </a:custGeom>
          <a:solidFill>
            <a:srgbClr val="f2f2f2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"/>
          <p:cNvSpPr/>
          <p:nvPr/>
        </p:nvSpPr>
        <p:spPr>
          <a:xfrm>
            <a:off x="6491160" y="4647240"/>
            <a:ext cx="5007960" cy="1350000"/>
          </a:xfrm>
          <a:custGeom>
            <a:avLst/>
            <a:gdLst/>
            <a:ahLst/>
            <a:rect l="0" t="0" r="r" b="b"/>
            <a:pathLst>
              <a:path w="13911" h="3750">
                <a:moveTo>
                  <a:pt x="6956" y="3750"/>
                </a:moveTo>
                <a:lnTo>
                  <a:pt x="13509" y="3750"/>
                </a:lnTo>
                <a:cubicBezTo>
                  <a:pt x="13731" y="3750"/>
                  <a:pt x="13911" y="3570"/>
                  <a:pt x="13911" y="3348"/>
                </a:cubicBezTo>
                <a:lnTo>
                  <a:pt x="13911" y="402"/>
                </a:lnTo>
                <a:cubicBezTo>
                  <a:pt x="13911" y="180"/>
                  <a:pt x="13731" y="0"/>
                  <a:pt x="13509" y="0"/>
                </a:cubicBezTo>
                <a:lnTo>
                  <a:pt x="402" y="0"/>
                </a:lnTo>
                <a:cubicBezTo>
                  <a:pt x="180" y="0"/>
                  <a:pt x="0" y="180"/>
                  <a:pt x="0" y="402"/>
                </a:cubicBezTo>
                <a:lnTo>
                  <a:pt x="0" y="3348"/>
                </a:lnTo>
                <a:cubicBezTo>
                  <a:pt x="0" y="3570"/>
                  <a:pt x="180" y="3750"/>
                  <a:pt x="402" y="3750"/>
                </a:cubicBezTo>
                <a:lnTo>
                  <a:pt x="6956" y="3750"/>
                </a:lnTo>
                <a:close/>
              </a:path>
            </a:pathLst>
          </a:custGeom>
          <a:noFill/>
          <a:ln w="26280">
            <a:solidFill>
              <a:srgbClr val="333333"/>
            </a:solidFill>
            <a:miter/>
          </a:ln>
        </p:spPr>
        <p:txBody>
          <a:bodyPr lIns="102960" rIns="102960" tIns="57960" bIns="5796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"/>
          <p:cNvSpPr txBox="1"/>
          <p:nvPr/>
        </p:nvSpPr>
        <p:spPr>
          <a:xfrm>
            <a:off x="6672240" y="4847760"/>
            <a:ext cx="4664880" cy="315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23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E — EXCLUSIONS, ASSUMPTIONS</a:t>
            </a:r>
            <a:endParaRPr b="1" lang="en-US" sz="223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288" name=""/>
          <p:cNvSpPr txBox="1"/>
          <p:nvPr/>
        </p:nvSpPr>
        <p:spPr>
          <a:xfrm>
            <a:off x="7021440" y="5190120"/>
            <a:ext cx="3966480" cy="315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23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AND ETHICAL BOUNDARIES</a:t>
            </a:r>
            <a:endParaRPr b="1" lang="en-US" sz="223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289" name=""/>
          <p:cNvSpPr txBox="1"/>
          <p:nvPr/>
        </p:nvSpPr>
        <p:spPr>
          <a:xfrm>
            <a:off x="7199640" y="5592240"/>
            <a:ext cx="3663000" cy="275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92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outside scope · fallback · uncertainty</a:t>
            </a:r>
            <a:endParaRPr b="0" lang="en-US" sz="192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290" name=""/>
          <p:cNvSpPr/>
          <p:nvPr/>
        </p:nvSpPr>
        <p:spPr>
          <a:xfrm>
            <a:off x="6096240" y="2013120"/>
            <a:ext cx="0" cy="282960"/>
          </a:xfrm>
          <a:prstGeom prst="line">
            <a:avLst/>
          </a:prstGeom>
          <a:ln w="39600">
            <a:solidFill>
              <a:srgbClr val="55555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9800" rIns="109800" tIns="64800" bIns="648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"/>
          <p:cNvSpPr/>
          <p:nvPr/>
        </p:nvSpPr>
        <p:spPr>
          <a:xfrm>
            <a:off x="5859000" y="1901160"/>
            <a:ext cx="473760" cy="474120"/>
          </a:xfrm>
          <a:custGeom>
            <a:avLst/>
            <a:gdLst/>
            <a:ahLst/>
            <a:rect l="0" t="0" r="r" b="b"/>
            <a:pathLst>
              <a:path w="1316" h="1317">
                <a:moveTo>
                  <a:pt x="1316" y="0"/>
                </a:moveTo>
                <a:lnTo>
                  <a:pt x="659" y="1317"/>
                </a:lnTo>
                <a:lnTo>
                  <a:pt x="0" y="0"/>
                </a:lnTo>
                <a:lnTo>
                  <a:pt x="1316" y="0"/>
                </a:lnTo>
                <a:close/>
              </a:path>
            </a:pathLst>
          </a:custGeom>
          <a:solidFill>
            <a:srgbClr val="555555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2" name=""/>
          <p:cNvSpPr/>
          <p:nvPr/>
        </p:nvSpPr>
        <p:spPr>
          <a:xfrm>
            <a:off x="4086360" y="3047040"/>
            <a:ext cx="52560" cy="0"/>
          </a:xfrm>
          <a:prstGeom prst="line">
            <a:avLst/>
          </a:prstGeom>
          <a:ln w="39600">
            <a:solidFill>
              <a:srgbClr val="55555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9800" rIns="109800" tIns="-64800" bIns="-648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"/>
          <p:cNvSpPr/>
          <p:nvPr/>
        </p:nvSpPr>
        <p:spPr>
          <a:xfrm>
            <a:off x="3743640" y="2809800"/>
            <a:ext cx="474480" cy="474480"/>
          </a:xfrm>
          <a:custGeom>
            <a:avLst/>
            <a:gdLst/>
            <a:ahLst/>
            <a:rect l="0" t="0" r="r" b="b"/>
            <a:pathLst>
              <a:path w="1318" h="1318">
                <a:moveTo>
                  <a:pt x="0" y="0"/>
                </a:moveTo>
                <a:lnTo>
                  <a:pt x="1318" y="659"/>
                </a:lnTo>
                <a:lnTo>
                  <a:pt x="0" y="1318"/>
                </a:lnTo>
                <a:lnTo>
                  <a:pt x="0" y="0"/>
                </a:lnTo>
                <a:close/>
              </a:path>
            </a:pathLst>
          </a:custGeom>
          <a:solidFill>
            <a:srgbClr val="555555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4" name=""/>
          <p:cNvSpPr/>
          <p:nvPr/>
        </p:nvSpPr>
        <p:spPr>
          <a:xfrm>
            <a:off x="3743640" y="2809800"/>
            <a:ext cx="474480" cy="474480"/>
          </a:xfrm>
          <a:custGeom>
            <a:avLst/>
            <a:gdLst/>
            <a:ahLst/>
            <a:rect l="0" t="0" r="r" b="b"/>
            <a:pathLst>
              <a:path w="1318" h="1318">
                <a:moveTo>
                  <a:pt x="0" y="0"/>
                </a:moveTo>
                <a:lnTo>
                  <a:pt x="1318" y="659"/>
                </a:lnTo>
                <a:lnTo>
                  <a:pt x="0" y="1318"/>
                </a:lnTo>
                <a:lnTo>
                  <a:pt x="0" y="0"/>
                </a:lnTo>
                <a:close/>
              </a:path>
            </a:pathLst>
          </a:custGeom>
          <a:solidFill>
            <a:srgbClr val="555555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5" name=""/>
          <p:cNvSpPr/>
          <p:nvPr/>
        </p:nvSpPr>
        <p:spPr>
          <a:xfrm flipH="1">
            <a:off x="8052840" y="3047040"/>
            <a:ext cx="52560" cy="0"/>
          </a:xfrm>
          <a:prstGeom prst="line">
            <a:avLst/>
          </a:prstGeom>
          <a:ln w="39600">
            <a:solidFill>
              <a:srgbClr val="55555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9800" rIns="109800" tIns="-64800" bIns="-648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"/>
          <p:cNvSpPr/>
          <p:nvPr/>
        </p:nvSpPr>
        <p:spPr>
          <a:xfrm>
            <a:off x="7973640" y="2809800"/>
            <a:ext cx="474480" cy="474480"/>
          </a:xfrm>
          <a:custGeom>
            <a:avLst/>
            <a:gdLst/>
            <a:ahLst/>
            <a:rect l="0" t="0" r="r" b="b"/>
            <a:pathLst>
              <a:path w="1318" h="1318">
                <a:moveTo>
                  <a:pt x="1318" y="1318"/>
                </a:moveTo>
                <a:lnTo>
                  <a:pt x="0" y="659"/>
                </a:lnTo>
                <a:lnTo>
                  <a:pt x="1318" y="0"/>
                </a:lnTo>
                <a:lnTo>
                  <a:pt x="1318" y="1318"/>
                </a:lnTo>
                <a:close/>
              </a:path>
            </a:pathLst>
          </a:custGeom>
          <a:solidFill>
            <a:srgbClr val="555555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7" name=""/>
          <p:cNvSpPr/>
          <p:nvPr/>
        </p:nvSpPr>
        <p:spPr>
          <a:xfrm>
            <a:off x="7973640" y="2809800"/>
            <a:ext cx="474480" cy="474480"/>
          </a:xfrm>
          <a:custGeom>
            <a:avLst/>
            <a:gdLst/>
            <a:ahLst/>
            <a:rect l="0" t="0" r="r" b="b"/>
            <a:pathLst>
              <a:path w="1318" h="1318">
                <a:moveTo>
                  <a:pt x="1318" y="1318"/>
                </a:moveTo>
                <a:lnTo>
                  <a:pt x="0" y="659"/>
                </a:lnTo>
                <a:lnTo>
                  <a:pt x="1318" y="0"/>
                </a:lnTo>
                <a:lnTo>
                  <a:pt x="1318" y="1318"/>
                </a:lnTo>
                <a:close/>
              </a:path>
            </a:pathLst>
          </a:custGeom>
          <a:solidFill>
            <a:srgbClr val="555555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8" name=""/>
          <p:cNvSpPr/>
          <p:nvPr/>
        </p:nvSpPr>
        <p:spPr>
          <a:xfrm>
            <a:off x="7973640" y="2809800"/>
            <a:ext cx="474480" cy="474480"/>
          </a:xfrm>
          <a:custGeom>
            <a:avLst/>
            <a:gdLst/>
            <a:ahLst/>
            <a:rect l="0" t="0" r="r" b="b"/>
            <a:pathLst>
              <a:path w="1318" h="1318">
                <a:moveTo>
                  <a:pt x="1318" y="1318"/>
                </a:moveTo>
                <a:lnTo>
                  <a:pt x="0" y="659"/>
                </a:lnTo>
                <a:lnTo>
                  <a:pt x="1318" y="0"/>
                </a:lnTo>
                <a:lnTo>
                  <a:pt x="1318" y="1318"/>
                </a:lnTo>
                <a:close/>
              </a:path>
            </a:pathLst>
          </a:custGeom>
          <a:solidFill>
            <a:srgbClr val="555555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9" name=""/>
          <p:cNvSpPr/>
          <p:nvPr/>
        </p:nvSpPr>
        <p:spPr>
          <a:xfrm flipV="1">
            <a:off x="4218120" y="4120200"/>
            <a:ext cx="922320" cy="461160"/>
          </a:xfrm>
          <a:prstGeom prst="line">
            <a:avLst/>
          </a:prstGeom>
          <a:ln w="39600">
            <a:solidFill>
              <a:srgbClr val="55555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9800" rIns="109800" tIns="64800" bIns="648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"/>
          <p:cNvSpPr/>
          <p:nvPr/>
        </p:nvSpPr>
        <p:spPr>
          <a:xfrm>
            <a:off x="4680720" y="4084920"/>
            <a:ext cx="530640" cy="424080"/>
          </a:xfrm>
          <a:custGeom>
            <a:avLst/>
            <a:gdLst/>
            <a:ahLst/>
            <a:rect l="0" t="0" r="r" b="b"/>
            <a:pathLst>
              <a:path w="1474" h="1178">
                <a:moveTo>
                  <a:pt x="0" y="0"/>
                </a:moveTo>
                <a:lnTo>
                  <a:pt x="1474" y="0"/>
                </a:lnTo>
                <a:lnTo>
                  <a:pt x="590" y="1178"/>
                </a:lnTo>
                <a:lnTo>
                  <a:pt x="0" y="0"/>
                </a:lnTo>
                <a:close/>
              </a:path>
            </a:pathLst>
          </a:custGeom>
          <a:solidFill>
            <a:srgbClr val="555555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1" name=""/>
          <p:cNvSpPr/>
          <p:nvPr/>
        </p:nvSpPr>
        <p:spPr>
          <a:xfrm>
            <a:off x="4680720" y="4084920"/>
            <a:ext cx="530640" cy="424080"/>
          </a:xfrm>
          <a:custGeom>
            <a:avLst/>
            <a:gdLst/>
            <a:ahLst/>
            <a:rect l="0" t="0" r="r" b="b"/>
            <a:pathLst>
              <a:path w="1474" h="1178">
                <a:moveTo>
                  <a:pt x="0" y="0"/>
                </a:moveTo>
                <a:lnTo>
                  <a:pt x="1474" y="0"/>
                </a:lnTo>
                <a:lnTo>
                  <a:pt x="590" y="1178"/>
                </a:lnTo>
                <a:lnTo>
                  <a:pt x="0" y="0"/>
                </a:lnTo>
                <a:close/>
              </a:path>
            </a:pathLst>
          </a:custGeom>
          <a:solidFill>
            <a:srgbClr val="555555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2" name=""/>
          <p:cNvSpPr/>
          <p:nvPr/>
        </p:nvSpPr>
        <p:spPr>
          <a:xfrm>
            <a:off x="4680720" y="4084920"/>
            <a:ext cx="530640" cy="424080"/>
          </a:xfrm>
          <a:custGeom>
            <a:avLst/>
            <a:gdLst/>
            <a:ahLst/>
            <a:rect l="0" t="0" r="r" b="b"/>
            <a:pathLst>
              <a:path w="1474" h="1178">
                <a:moveTo>
                  <a:pt x="0" y="0"/>
                </a:moveTo>
                <a:lnTo>
                  <a:pt x="1474" y="0"/>
                </a:lnTo>
                <a:lnTo>
                  <a:pt x="590" y="1178"/>
                </a:lnTo>
                <a:lnTo>
                  <a:pt x="0" y="0"/>
                </a:lnTo>
                <a:close/>
              </a:path>
            </a:pathLst>
          </a:custGeom>
          <a:solidFill>
            <a:srgbClr val="555555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3" name=""/>
          <p:cNvSpPr/>
          <p:nvPr/>
        </p:nvSpPr>
        <p:spPr>
          <a:xfrm>
            <a:off x="4680720" y="4084920"/>
            <a:ext cx="530640" cy="424080"/>
          </a:xfrm>
          <a:custGeom>
            <a:avLst/>
            <a:gdLst/>
            <a:ahLst/>
            <a:rect l="0" t="0" r="r" b="b"/>
            <a:pathLst>
              <a:path w="1474" h="1178">
                <a:moveTo>
                  <a:pt x="0" y="0"/>
                </a:moveTo>
                <a:lnTo>
                  <a:pt x="1474" y="0"/>
                </a:lnTo>
                <a:lnTo>
                  <a:pt x="590" y="1178"/>
                </a:lnTo>
                <a:lnTo>
                  <a:pt x="0" y="0"/>
                </a:lnTo>
                <a:close/>
              </a:path>
            </a:pathLst>
          </a:custGeom>
          <a:solidFill>
            <a:srgbClr val="555555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4" name=""/>
          <p:cNvSpPr/>
          <p:nvPr/>
        </p:nvSpPr>
        <p:spPr>
          <a:xfrm flipH="1" flipV="1">
            <a:off x="7051320" y="4120200"/>
            <a:ext cx="922320" cy="461160"/>
          </a:xfrm>
          <a:prstGeom prst="line">
            <a:avLst/>
          </a:prstGeom>
          <a:ln w="39600">
            <a:solidFill>
              <a:srgbClr val="55555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9800" rIns="109800" tIns="64800" bIns="648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"/>
          <p:cNvSpPr/>
          <p:nvPr/>
        </p:nvSpPr>
        <p:spPr>
          <a:xfrm>
            <a:off x="6980400" y="4084920"/>
            <a:ext cx="530640" cy="424080"/>
          </a:xfrm>
          <a:custGeom>
            <a:avLst/>
            <a:gdLst/>
            <a:ahLst/>
            <a:rect l="0" t="0" r="r" b="b"/>
            <a:pathLst>
              <a:path w="1474" h="1178">
                <a:moveTo>
                  <a:pt x="884" y="1178"/>
                </a:moveTo>
                <a:lnTo>
                  <a:pt x="0" y="0"/>
                </a:lnTo>
                <a:lnTo>
                  <a:pt x="1474" y="0"/>
                </a:lnTo>
                <a:lnTo>
                  <a:pt x="884" y="1178"/>
                </a:lnTo>
                <a:close/>
              </a:path>
            </a:pathLst>
          </a:custGeom>
          <a:solidFill>
            <a:srgbClr val="555555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6" name=""/>
          <p:cNvSpPr/>
          <p:nvPr/>
        </p:nvSpPr>
        <p:spPr>
          <a:xfrm>
            <a:off x="6980400" y="4084920"/>
            <a:ext cx="530640" cy="424080"/>
          </a:xfrm>
          <a:custGeom>
            <a:avLst/>
            <a:gdLst/>
            <a:ahLst/>
            <a:rect l="0" t="0" r="r" b="b"/>
            <a:pathLst>
              <a:path w="1474" h="1178">
                <a:moveTo>
                  <a:pt x="884" y="1178"/>
                </a:moveTo>
                <a:lnTo>
                  <a:pt x="0" y="0"/>
                </a:lnTo>
                <a:lnTo>
                  <a:pt x="1474" y="0"/>
                </a:lnTo>
                <a:lnTo>
                  <a:pt x="884" y="1178"/>
                </a:lnTo>
                <a:close/>
              </a:path>
            </a:pathLst>
          </a:custGeom>
          <a:solidFill>
            <a:srgbClr val="555555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7" name=""/>
          <p:cNvSpPr/>
          <p:nvPr/>
        </p:nvSpPr>
        <p:spPr>
          <a:xfrm>
            <a:off x="6980400" y="4084920"/>
            <a:ext cx="530640" cy="424080"/>
          </a:xfrm>
          <a:custGeom>
            <a:avLst/>
            <a:gdLst/>
            <a:ahLst/>
            <a:rect l="0" t="0" r="r" b="b"/>
            <a:pathLst>
              <a:path w="1474" h="1178">
                <a:moveTo>
                  <a:pt x="884" y="1178"/>
                </a:moveTo>
                <a:lnTo>
                  <a:pt x="0" y="0"/>
                </a:lnTo>
                <a:lnTo>
                  <a:pt x="1474" y="0"/>
                </a:lnTo>
                <a:lnTo>
                  <a:pt x="884" y="1178"/>
                </a:lnTo>
                <a:close/>
              </a:path>
            </a:pathLst>
          </a:custGeom>
          <a:solidFill>
            <a:srgbClr val="555555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8" name=""/>
          <p:cNvSpPr/>
          <p:nvPr/>
        </p:nvSpPr>
        <p:spPr>
          <a:xfrm>
            <a:off x="6980400" y="4084920"/>
            <a:ext cx="530640" cy="424080"/>
          </a:xfrm>
          <a:custGeom>
            <a:avLst/>
            <a:gdLst/>
            <a:ahLst/>
            <a:rect l="0" t="0" r="r" b="b"/>
            <a:pathLst>
              <a:path w="1474" h="1178">
                <a:moveTo>
                  <a:pt x="884" y="1178"/>
                </a:moveTo>
                <a:lnTo>
                  <a:pt x="0" y="0"/>
                </a:lnTo>
                <a:lnTo>
                  <a:pt x="1474" y="0"/>
                </a:lnTo>
                <a:lnTo>
                  <a:pt x="884" y="1178"/>
                </a:lnTo>
                <a:close/>
              </a:path>
            </a:pathLst>
          </a:custGeom>
          <a:solidFill>
            <a:srgbClr val="555555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9" name=""/>
          <p:cNvSpPr/>
          <p:nvPr/>
        </p:nvSpPr>
        <p:spPr>
          <a:xfrm>
            <a:off x="6980400" y="4084920"/>
            <a:ext cx="530640" cy="424080"/>
          </a:xfrm>
          <a:custGeom>
            <a:avLst/>
            <a:gdLst/>
            <a:ahLst/>
            <a:rect l="0" t="0" r="r" b="b"/>
            <a:pathLst>
              <a:path w="1474" h="1178">
                <a:moveTo>
                  <a:pt x="884" y="1178"/>
                </a:moveTo>
                <a:lnTo>
                  <a:pt x="0" y="0"/>
                </a:lnTo>
                <a:lnTo>
                  <a:pt x="1474" y="0"/>
                </a:lnTo>
                <a:lnTo>
                  <a:pt x="884" y="1178"/>
                </a:lnTo>
                <a:close/>
              </a:path>
            </a:pathLst>
          </a:custGeom>
          <a:solidFill>
            <a:srgbClr val="555555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"/>
          <p:cNvSpPr/>
          <p:nvPr/>
        </p:nvSpPr>
        <p:spPr>
          <a:xfrm>
            <a:off x="165240" y="926640"/>
            <a:ext cx="11861280" cy="5004000"/>
          </a:xfrm>
          <a:custGeom>
            <a:avLst/>
            <a:gdLst/>
            <a:ahLst/>
            <a:rect l="0" t="0" r="r" b="b"/>
            <a:pathLst>
              <a:path w="32948" h="13900">
                <a:moveTo>
                  <a:pt x="0" y="0"/>
                </a:moveTo>
                <a:lnTo>
                  <a:pt x="32948" y="0"/>
                </a:lnTo>
                <a:lnTo>
                  <a:pt x="32948" y="13900"/>
                </a:lnTo>
                <a:lnTo>
                  <a:pt x="0" y="139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"/>
          <p:cNvSpPr/>
          <p:nvPr/>
        </p:nvSpPr>
        <p:spPr>
          <a:xfrm>
            <a:off x="362880" y="1420560"/>
            <a:ext cx="2570040" cy="1218240"/>
          </a:xfrm>
          <a:custGeom>
            <a:avLst/>
            <a:gdLst/>
            <a:ahLst/>
            <a:rect l="0" t="0" r="r" b="b"/>
            <a:pathLst>
              <a:path w="7139" h="3384">
                <a:moveTo>
                  <a:pt x="3570" y="3384"/>
                </a:moveTo>
                <a:lnTo>
                  <a:pt x="6810" y="3384"/>
                </a:lnTo>
                <a:cubicBezTo>
                  <a:pt x="6992" y="3384"/>
                  <a:pt x="7139" y="3236"/>
                  <a:pt x="7139" y="3054"/>
                </a:cubicBezTo>
                <a:lnTo>
                  <a:pt x="7139" y="329"/>
                </a:lnTo>
                <a:cubicBezTo>
                  <a:pt x="7139" y="147"/>
                  <a:pt x="6992" y="0"/>
                  <a:pt x="6810" y="0"/>
                </a:cubicBezTo>
                <a:lnTo>
                  <a:pt x="330" y="0"/>
                </a:lnTo>
                <a:cubicBezTo>
                  <a:pt x="148" y="0"/>
                  <a:pt x="0" y="147"/>
                  <a:pt x="0" y="329"/>
                </a:cubicBezTo>
                <a:lnTo>
                  <a:pt x="0" y="3054"/>
                </a:lnTo>
                <a:cubicBezTo>
                  <a:pt x="0" y="3236"/>
                  <a:pt x="148" y="3384"/>
                  <a:pt x="330" y="3384"/>
                </a:cubicBezTo>
                <a:lnTo>
                  <a:pt x="3570" y="3384"/>
                </a:lnTo>
                <a:close/>
              </a:path>
            </a:pathLst>
          </a:custGeom>
          <a:solidFill>
            <a:srgbClr val="f0f0f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"/>
          <p:cNvSpPr/>
          <p:nvPr/>
        </p:nvSpPr>
        <p:spPr>
          <a:xfrm>
            <a:off x="362880" y="1420560"/>
            <a:ext cx="2570040" cy="1218240"/>
          </a:xfrm>
          <a:custGeom>
            <a:avLst/>
            <a:gdLst/>
            <a:ahLst/>
            <a:rect l="0" t="0" r="r" b="b"/>
            <a:pathLst>
              <a:path w="7139" h="3384">
                <a:moveTo>
                  <a:pt x="3570" y="3384"/>
                </a:moveTo>
                <a:lnTo>
                  <a:pt x="6810" y="3384"/>
                </a:lnTo>
                <a:cubicBezTo>
                  <a:pt x="6992" y="3384"/>
                  <a:pt x="7139" y="3236"/>
                  <a:pt x="7139" y="3054"/>
                </a:cubicBezTo>
                <a:lnTo>
                  <a:pt x="7139" y="329"/>
                </a:lnTo>
                <a:cubicBezTo>
                  <a:pt x="7139" y="147"/>
                  <a:pt x="6992" y="0"/>
                  <a:pt x="6810" y="0"/>
                </a:cubicBezTo>
                <a:lnTo>
                  <a:pt x="330" y="0"/>
                </a:lnTo>
                <a:cubicBezTo>
                  <a:pt x="148" y="0"/>
                  <a:pt x="0" y="147"/>
                  <a:pt x="0" y="329"/>
                </a:cubicBezTo>
                <a:lnTo>
                  <a:pt x="0" y="3054"/>
                </a:lnTo>
                <a:cubicBezTo>
                  <a:pt x="0" y="3236"/>
                  <a:pt x="148" y="3384"/>
                  <a:pt x="330" y="3384"/>
                </a:cubicBezTo>
                <a:lnTo>
                  <a:pt x="3570" y="3384"/>
                </a:lnTo>
                <a:close/>
              </a:path>
            </a:pathLst>
          </a:custGeom>
          <a:noFill/>
          <a:ln w="26280">
            <a:solidFill>
              <a:srgbClr val="333333"/>
            </a:solidFill>
            <a:miter/>
          </a:ln>
        </p:spPr>
        <p:txBody>
          <a:bodyPr lIns="102960" rIns="102960" tIns="57960" bIns="5796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"/>
          <p:cNvSpPr txBox="1"/>
          <p:nvPr/>
        </p:nvSpPr>
        <p:spPr>
          <a:xfrm>
            <a:off x="814320" y="1621080"/>
            <a:ext cx="1672920" cy="249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76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DOCUMENTED</a:t>
            </a:r>
            <a:endParaRPr b="1" lang="en-US" sz="176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314" name=""/>
          <p:cNvSpPr txBox="1"/>
          <p:nvPr/>
        </p:nvSpPr>
        <p:spPr>
          <a:xfrm>
            <a:off x="741960" y="1917720"/>
            <a:ext cx="1824480" cy="249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76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SEARCH ROUTE</a:t>
            </a:r>
            <a:endParaRPr b="1" lang="en-US" sz="176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315" name=""/>
          <p:cNvSpPr txBox="1"/>
          <p:nvPr/>
        </p:nvSpPr>
        <p:spPr>
          <a:xfrm>
            <a:off x="1038600" y="2266920"/>
            <a:ext cx="1238040" cy="177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4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query, system, date</a:t>
            </a:r>
            <a:endParaRPr b="0" lang="en-US" sz="124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316" name=""/>
          <p:cNvSpPr/>
          <p:nvPr/>
        </p:nvSpPr>
        <p:spPr>
          <a:xfrm>
            <a:off x="3229560" y="1420560"/>
            <a:ext cx="2570040" cy="1218240"/>
          </a:xfrm>
          <a:custGeom>
            <a:avLst/>
            <a:gdLst/>
            <a:ahLst/>
            <a:rect l="0" t="0" r="r" b="b"/>
            <a:pathLst>
              <a:path w="7139" h="3384">
                <a:moveTo>
                  <a:pt x="3569" y="3384"/>
                </a:moveTo>
                <a:lnTo>
                  <a:pt x="6809" y="3384"/>
                </a:lnTo>
                <a:cubicBezTo>
                  <a:pt x="6991" y="3384"/>
                  <a:pt x="7139" y="3236"/>
                  <a:pt x="7139" y="3054"/>
                </a:cubicBezTo>
                <a:lnTo>
                  <a:pt x="7139" y="329"/>
                </a:lnTo>
                <a:cubicBezTo>
                  <a:pt x="7139" y="147"/>
                  <a:pt x="6991" y="0"/>
                  <a:pt x="6809" y="0"/>
                </a:cubicBezTo>
                <a:lnTo>
                  <a:pt x="329" y="0"/>
                </a:lnTo>
                <a:cubicBezTo>
                  <a:pt x="147" y="0"/>
                  <a:pt x="0" y="147"/>
                  <a:pt x="0" y="329"/>
                </a:cubicBezTo>
                <a:lnTo>
                  <a:pt x="0" y="3054"/>
                </a:lnTo>
                <a:cubicBezTo>
                  <a:pt x="0" y="3236"/>
                  <a:pt x="147" y="3384"/>
                  <a:pt x="329" y="3384"/>
                </a:cubicBezTo>
                <a:lnTo>
                  <a:pt x="3569" y="3384"/>
                </a:lnTo>
                <a:close/>
              </a:path>
            </a:pathLst>
          </a:custGeom>
          <a:solidFill>
            <a:srgbClr val="f0f0f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"/>
          <p:cNvSpPr/>
          <p:nvPr/>
        </p:nvSpPr>
        <p:spPr>
          <a:xfrm>
            <a:off x="3229560" y="1420560"/>
            <a:ext cx="2570040" cy="1218240"/>
          </a:xfrm>
          <a:custGeom>
            <a:avLst/>
            <a:gdLst/>
            <a:ahLst/>
            <a:rect l="0" t="0" r="r" b="b"/>
            <a:pathLst>
              <a:path w="7139" h="3384">
                <a:moveTo>
                  <a:pt x="3569" y="3384"/>
                </a:moveTo>
                <a:lnTo>
                  <a:pt x="6809" y="3384"/>
                </a:lnTo>
                <a:cubicBezTo>
                  <a:pt x="6991" y="3384"/>
                  <a:pt x="7139" y="3236"/>
                  <a:pt x="7139" y="3054"/>
                </a:cubicBezTo>
                <a:lnTo>
                  <a:pt x="7139" y="329"/>
                </a:lnTo>
                <a:cubicBezTo>
                  <a:pt x="7139" y="147"/>
                  <a:pt x="6991" y="0"/>
                  <a:pt x="6809" y="0"/>
                </a:cubicBezTo>
                <a:lnTo>
                  <a:pt x="329" y="0"/>
                </a:lnTo>
                <a:cubicBezTo>
                  <a:pt x="147" y="0"/>
                  <a:pt x="0" y="147"/>
                  <a:pt x="0" y="329"/>
                </a:cubicBezTo>
                <a:lnTo>
                  <a:pt x="0" y="3054"/>
                </a:lnTo>
                <a:cubicBezTo>
                  <a:pt x="0" y="3236"/>
                  <a:pt x="147" y="3384"/>
                  <a:pt x="329" y="3384"/>
                </a:cubicBezTo>
                <a:lnTo>
                  <a:pt x="3569" y="3384"/>
                </a:lnTo>
                <a:close/>
              </a:path>
            </a:pathLst>
          </a:custGeom>
          <a:noFill/>
          <a:ln w="26280">
            <a:solidFill>
              <a:srgbClr val="333333"/>
            </a:solidFill>
            <a:miter/>
          </a:ln>
        </p:spPr>
        <p:txBody>
          <a:bodyPr lIns="102960" rIns="102960" tIns="57960" bIns="5796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"/>
          <p:cNvSpPr txBox="1"/>
          <p:nvPr/>
        </p:nvSpPr>
        <p:spPr>
          <a:xfrm>
            <a:off x="3839040" y="1621080"/>
            <a:ext cx="1363320" cy="249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76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DISCOVERY</a:t>
            </a:r>
            <a:endParaRPr b="1" lang="en-US" sz="176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319" name=""/>
          <p:cNvSpPr txBox="1"/>
          <p:nvPr/>
        </p:nvSpPr>
        <p:spPr>
          <a:xfrm>
            <a:off x="4023720" y="1917720"/>
            <a:ext cx="987840" cy="249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76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RECORD</a:t>
            </a:r>
            <a:endParaRPr b="1" lang="en-US" sz="176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320" name=""/>
          <p:cNvSpPr txBox="1"/>
          <p:nvPr/>
        </p:nvSpPr>
        <p:spPr>
          <a:xfrm>
            <a:off x="4003920" y="2266920"/>
            <a:ext cx="1027440" cy="177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4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candidate status</a:t>
            </a:r>
            <a:endParaRPr b="0" lang="en-US" sz="124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321" name=""/>
          <p:cNvSpPr/>
          <p:nvPr/>
        </p:nvSpPr>
        <p:spPr>
          <a:xfrm>
            <a:off x="6096240" y="1420560"/>
            <a:ext cx="2569320" cy="1218240"/>
          </a:xfrm>
          <a:custGeom>
            <a:avLst/>
            <a:gdLst/>
            <a:ahLst/>
            <a:rect l="0" t="0" r="r" b="b"/>
            <a:pathLst>
              <a:path w="7137" h="3384">
                <a:moveTo>
                  <a:pt x="3568" y="3384"/>
                </a:moveTo>
                <a:lnTo>
                  <a:pt x="6808" y="3384"/>
                </a:lnTo>
                <a:cubicBezTo>
                  <a:pt x="6990" y="3384"/>
                  <a:pt x="7137" y="3236"/>
                  <a:pt x="7137" y="3054"/>
                </a:cubicBezTo>
                <a:lnTo>
                  <a:pt x="7137" y="329"/>
                </a:lnTo>
                <a:cubicBezTo>
                  <a:pt x="7137" y="147"/>
                  <a:pt x="6990" y="0"/>
                  <a:pt x="6808" y="0"/>
                </a:cubicBezTo>
                <a:lnTo>
                  <a:pt x="328" y="0"/>
                </a:lnTo>
                <a:cubicBezTo>
                  <a:pt x="146" y="0"/>
                  <a:pt x="0" y="147"/>
                  <a:pt x="0" y="329"/>
                </a:cubicBezTo>
                <a:lnTo>
                  <a:pt x="0" y="3054"/>
                </a:lnTo>
                <a:cubicBezTo>
                  <a:pt x="0" y="3236"/>
                  <a:pt x="146" y="3384"/>
                  <a:pt x="328" y="3384"/>
                </a:cubicBezTo>
                <a:lnTo>
                  <a:pt x="3568" y="3384"/>
                </a:lnTo>
                <a:close/>
              </a:path>
            </a:pathLst>
          </a:custGeom>
          <a:solidFill>
            <a:srgbClr val="f0f0f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"/>
          <p:cNvSpPr/>
          <p:nvPr/>
        </p:nvSpPr>
        <p:spPr>
          <a:xfrm>
            <a:off x="6096240" y="1420560"/>
            <a:ext cx="2569320" cy="1218240"/>
          </a:xfrm>
          <a:custGeom>
            <a:avLst/>
            <a:gdLst/>
            <a:ahLst/>
            <a:rect l="0" t="0" r="r" b="b"/>
            <a:pathLst>
              <a:path w="7137" h="3384">
                <a:moveTo>
                  <a:pt x="3568" y="3384"/>
                </a:moveTo>
                <a:lnTo>
                  <a:pt x="6808" y="3384"/>
                </a:lnTo>
                <a:cubicBezTo>
                  <a:pt x="6990" y="3384"/>
                  <a:pt x="7137" y="3236"/>
                  <a:pt x="7137" y="3054"/>
                </a:cubicBezTo>
                <a:lnTo>
                  <a:pt x="7137" y="329"/>
                </a:lnTo>
                <a:cubicBezTo>
                  <a:pt x="7137" y="147"/>
                  <a:pt x="6990" y="0"/>
                  <a:pt x="6808" y="0"/>
                </a:cubicBezTo>
                <a:lnTo>
                  <a:pt x="328" y="0"/>
                </a:lnTo>
                <a:cubicBezTo>
                  <a:pt x="146" y="0"/>
                  <a:pt x="0" y="147"/>
                  <a:pt x="0" y="329"/>
                </a:cubicBezTo>
                <a:lnTo>
                  <a:pt x="0" y="3054"/>
                </a:lnTo>
                <a:cubicBezTo>
                  <a:pt x="0" y="3236"/>
                  <a:pt x="146" y="3384"/>
                  <a:pt x="328" y="3384"/>
                </a:cubicBezTo>
                <a:lnTo>
                  <a:pt x="3568" y="3384"/>
                </a:lnTo>
                <a:close/>
              </a:path>
            </a:pathLst>
          </a:custGeom>
          <a:noFill/>
          <a:ln w="26280">
            <a:solidFill>
              <a:srgbClr val="333333"/>
            </a:solidFill>
            <a:miter/>
          </a:ln>
        </p:spPr>
        <p:txBody>
          <a:bodyPr lIns="102960" rIns="102960" tIns="57960" bIns="5796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"/>
          <p:cNvSpPr txBox="1"/>
          <p:nvPr/>
        </p:nvSpPr>
        <p:spPr>
          <a:xfrm>
            <a:off x="6823800" y="1621080"/>
            <a:ext cx="1119600" cy="249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76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VERIFIED</a:t>
            </a:r>
            <a:endParaRPr b="1" lang="en-US" sz="176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324" name=""/>
          <p:cNvSpPr txBox="1"/>
          <p:nvPr/>
        </p:nvSpPr>
        <p:spPr>
          <a:xfrm>
            <a:off x="6428520" y="1917720"/>
            <a:ext cx="1923480" cy="249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76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SOURCE OBJECT</a:t>
            </a:r>
            <a:endParaRPr b="1" lang="en-US" sz="176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325" name=""/>
          <p:cNvSpPr txBox="1"/>
          <p:nvPr/>
        </p:nvSpPr>
        <p:spPr>
          <a:xfrm>
            <a:off x="6672240" y="2266920"/>
            <a:ext cx="1429200" cy="177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4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identity, status, access</a:t>
            </a:r>
            <a:endParaRPr b="0" lang="en-US" sz="124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326" name=""/>
          <p:cNvSpPr/>
          <p:nvPr/>
        </p:nvSpPr>
        <p:spPr>
          <a:xfrm>
            <a:off x="8962200" y="1420560"/>
            <a:ext cx="2866680" cy="1218240"/>
          </a:xfrm>
          <a:custGeom>
            <a:avLst/>
            <a:gdLst/>
            <a:ahLst/>
            <a:rect l="0" t="0" r="r" b="b"/>
            <a:pathLst>
              <a:path w="7963" h="3384">
                <a:moveTo>
                  <a:pt x="3981" y="3384"/>
                </a:moveTo>
                <a:lnTo>
                  <a:pt x="7633" y="3384"/>
                </a:lnTo>
                <a:cubicBezTo>
                  <a:pt x="7815" y="3384"/>
                  <a:pt x="7963" y="3236"/>
                  <a:pt x="7963" y="3054"/>
                </a:cubicBezTo>
                <a:lnTo>
                  <a:pt x="7963" y="329"/>
                </a:lnTo>
                <a:cubicBezTo>
                  <a:pt x="7963" y="147"/>
                  <a:pt x="7815" y="0"/>
                  <a:pt x="7633" y="0"/>
                </a:cubicBezTo>
                <a:lnTo>
                  <a:pt x="330" y="0"/>
                </a:lnTo>
                <a:cubicBezTo>
                  <a:pt x="148" y="0"/>
                  <a:pt x="0" y="147"/>
                  <a:pt x="0" y="329"/>
                </a:cubicBezTo>
                <a:lnTo>
                  <a:pt x="0" y="3054"/>
                </a:lnTo>
                <a:cubicBezTo>
                  <a:pt x="0" y="3236"/>
                  <a:pt x="148" y="3384"/>
                  <a:pt x="330" y="3384"/>
                </a:cubicBezTo>
                <a:lnTo>
                  <a:pt x="3981" y="3384"/>
                </a:lnTo>
                <a:close/>
              </a:path>
            </a:pathLst>
          </a:custGeom>
          <a:solidFill>
            <a:srgbClr val="f0f0f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"/>
          <p:cNvSpPr/>
          <p:nvPr/>
        </p:nvSpPr>
        <p:spPr>
          <a:xfrm>
            <a:off x="8962200" y="1420560"/>
            <a:ext cx="2866680" cy="1218240"/>
          </a:xfrm>
          <a:custGeom>
            <a:avLst/>
            <a:gdLst/>
            <a:ahLst/>
            <a:rect l="0" t="0" r="r" b="b"/>
            <a:pathLst>
              <a:path w="7963" h="3384">
                <a:moveTo>
                  <a:pt x="3981" y="3384"/>
                </a:moveTo>
                <a:lnTo>
                  <a:pt x="7633" y="3384"/>
                </a:lnTo>
                <a:cubicBezTo>
                  <a:pt x="7815" y="3384"/>
                  <a:pt x="7963" y="3236"/>
                  <a:pt x="7963" y="3054"/>
                </a:cubicBezTo>
                <a:lnTo>
                  <a:pt x="7963" y="329"/>
                </a:lnTo>
                <a:cubicBezTo>
                  <a:pt x="7963" y="147"/>
                  <a:pt x="7815" y="0"/>
                  <a:pt x="7633" y="0"/>
                </a:cubicBezTo>
                <a:lnTo>
                  <a:pt x="330" y="0"/>
                </a:lnTo>
                <a:cubicBezTo>
                  <a:pt x="148" y="0"/>
                  <a:pt x="0" y="147"/>
                  <a:pt x="0" y="329"/>
                </a:cubicBezTo>
                <a:lnTo>
                  <a:pt x="0" y="3054"/>
                </a:lnTo>
                <a:cubicBezTo>
                  <a:pt x="0" y="3236"/>
                  <a:pt x="148" y="3384"/>
                  <a:pt x="330" y="3384"/>
                </a:cubicBezTo>
                <a:lnTo>
                  <a:pt x="3981" y="3384"/>
                </a:lnTo>
                <a:close/>
              </a:path>
            </a:pathLst>
          </a:custGeom>
          <a:noFill/>
          <a:ln w="26280">
            <a:solidFill>
              <a:srgbClr val="333333"/>
            </a:solidFill>
            <a:miter/>
          </a:ln>
        </p:spPr>
        <p:txBody>
          <a:bodyPr lIns="102960" rIns="102960" tIns="57960" bIns="5796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"/>
          <p:cNvSpPr txBox="1"/>
          <p:nvPr/>
        </p:nvSpPr>
        <p:spPr>
          <a:xfrm>
            <a:off x="9835200" y="1621080"/>
            <a:ext cx="1132560" cy="249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76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IDENTITY</a:t>
            </a:r>
            <a:endParaRPr b="1" lang="en-US" sz="176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329" name=""/>
          <p:cNvSpPr txBox="1"/>
          <p:nvPr/>
        </p:nvSpPr>
        <p:spPr>
          <a:xfrm>
            <a:off x="9644400" y="1917720"/>
            <a:ext cx="1521360" cy="249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76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RESOLUTION</a:t>
            </a:r>
            <a:endParaRPr b="1" lang="en-US" sz="176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330" name=""/>
          <p:cNvSpPr txBox="1"/>
          <p:nvPr/>
        </p:nvSpPr>
        <p:spPr>
          <a:xfrm>
            <a:off x="9723240" y="2240280"/>
            <a:ext cx="133560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14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publication(s) → study</a:t>
            </a:r>
            <a:endParaRPr b="0" lang="en-US" sz="114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331" name=""/>
          <p:cNvSpPr txBox="1"/>
          <p:nvPr/>
        </p:nvSpPr>
        <p:spPr>
          <a:xfrm>
            <a:off x="9426960" y="2417760"/>
            <a:ext cx="191844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14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version(s) → authoritative object</a:t>
            </a:r>
            <a:endParaRPr b="0" lang="en-US" sz="114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332" name=""/>
          <p:cNvSpPr/>
          <p:nvPr/>
        </p:nvSpPr>
        <p:spPr>
          <a:xfrm>
            <a:off x="2932920" y="2032920"/>
            <a:ext cx="210960" cy="0"/>
          </a:xfrm>
          <a:prstGeom prst="line">
            <a:avLst/>
          </a:prstGeom>
          <a:ln w="33120">
            <a:solidFill>
              <a:srgbClr val="44444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6560" rIns="106560" tIns="-61560" bIns="-6156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"/>
          <p:cNvSpPr/>
          <p:nvPr/>
        </p:nvSpPr>
        <p:spPr>
          <a:xfrm>
            <a:off x="2781360" y="1818720"/>
            <a:ext cx="428400" cy="428040"/>
          </a:xfrm>
          <a:custGeom>
            <a:avLst/>
            <a:gdLst/>
            <a:ahLst/>
            <a:rect l="0" t="0" r="r" b="b"/>
            <a:pathLst>
              <a:path w="1190" h="1189">
                <a:moveTo>
                  <a:pt x="0" y="0"/>
                </a:moveTo>
                <a:lnTo>
                  <a:pt x="1190" y="595"/>
                </a:lnTo>
                <a:lnTo>
                  <a:pt x="0" y="1189"/>
                </a:lnTo>
                <a:lnTo>
                  <a:pt x="0" y="0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4" name=""/>
          <p:cNvSpPr/>
          <p:nvPr/>
        </p:nvSpPr>
        <p:spPr>
          <a:xfrm>
            <a:off x="5799600" y="2032920"/>
            <a:ext cx="210960" cy="0"/>
          </a:xfrm>
          <a:prstGeom prst="line">
            <a:avLst/>
          </a:prstGeom>
          <a:ln w="33120">
            <a:solidFill>
              <a:srgbClr val="44444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6560" rIns="106560" tIns="-61560" bIns="-6156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"/>
          <p:cNvSpPr/>
          <p:nvPr/>
        </p:nvSpPr>
        <p:spPr>
          <a:xfrm>
            <a:off x="5648040" y="1818720"/>
            <a:ext cx="428400" cy="428040"/>
          </a:xfrm>
          <a:custGeom>
            <a:avLst/>
            <a:gdLst/>
            <a:ahLst/>
            <a:rect l="0" t="0" r="r" b="b"/>
            <a:pathLst>
              <a:path w="1190" h="1189">
                <a:moveTo>
                  <a:pt x="0" y="0"/>
                </a:moveTo>
                <a:lnTo>
                  <a:pt x="1190" y="595"/>
                </a:lnTo>
                <a:lnTo>
                  <a:pt x="0" y="1189"/>
                </a:lnTo>
                <a:lnTo>
                  <a:pt x="0" y="0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6" name=""/>
          <p:cNvSpPr/>
          <p:nvPr/>
        </p:nvSpPr>
        <p:spPr>
          <a:xfrm>
            <a:off x="5648040" y="1818720"/>
            <a:ext cx="428400" cy="428040"/>
          </a:xfrm>
          <a:custGeom>
            <a:avLst/>
            <a:gdLst/>
            <a:ahLst/>
            <a:rect l="0" t="0" r="r" b="b"/>
            <a:pathLst>
              <a:path w="1190" h="1189">
                <a:moveTo>
                  <a:pt x="0" y="0"/>
                </a:moveTo>
                <a:lnTo>
                  <a:pt x="1190" y="595"/>
                </a:lnTo>
                <a:lnTo>
                  <a:pt x="0" y="1189"/>
                </a:lnTo>
                <a:lnTo>
                  <a:pt x="0" y="0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7" name=""/>
          <p:cNvSpPr/>
          <p:nvPr/>
        </p:nvSpPr>
        <p:spPr>
          <a:xfrm>
            <a:off x="8665560" y="2032920"/>
            <a:ext cx="210960" cy="0"/>
          </a:xfrm>
          <a:prstGeom prst="line">
            <a:avLst/>
          </a:prstGeom>
          <a:ln w="33120">
            <a:solidFill>
              <a:srgbClr val="44444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6560" rIns="106560" tIns="-61560" bIns="-6156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"/>
          <p:cNvSpPr/>
          <p:nvPr/>
        </p:nvSpPr>
        <p:spPr>
          <a:xfrm>
            <a:off x="8514000" y="1818720"/>
            <a:ext cx="428400" cy="428040"/>
          </a:xfrm>
          <a:custGeom>
            <a:avLst/>
            <a:gdLst/>
            <a:ahLst/>
            <a:rect l="0" t="0" r="r" b="b"/>
            <a:pathLst>
              <a:path w="1190" h="1189">
                <a:moveTo>
                  <a:pt x="0" y="0"/>
                </a:moveTo>
                <a:lnTo>
                  <a:pt x="1190" y="595"/>
                </a:lnTo>
                <a:lnTo>
                  <a:pt x="0" y="1189"/>
                </a:lnTo>
                <a:lnTo>
                  <a:pt x="0" y="0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9" name=""/>
          <p:cNvSpPr/>
          <p:nvPr/>
        </p:nvSpPr>
        <p:spPr>
          <a:xfrm>
            <a:off x="8514000" y="1818720"/>
            <a:ext cx="428400" cy="428040"/>
          </a:xfrm>
          <a:custGeom>
            <a:avLst/>
            <a:gdLst/>
            <a:ahLst/>
            <a:rect l="0" t="0" r="r" b="b"/>
            <a:pathLst>
              <a:path w="1190" h="1189">
                <a:moveTo>
                  <a:pt x="0" y="0"/>
                </a:moveTo>
                <a:lnTo>
                  <a:pt x="1190" y="595"/>
                </a:lnTo>
                <a:lnTo>
                  <a:pt x="0" y="1189"/>
                </a:lnTo>
                <a:lnTo>
                  <a:pt x="0" y="0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0" name=""/>
          <p:cNvSpPr/>
          <p:nvPr/>
        </p:nvSpPr>
        <p:spPr>
          <a:xfrm>
            <a:off x="8514000" y="1818720"/>
            <a:ext cx="428400" cy="428040"/>
          </a:xfrm>
          <a:custGeom>
            <a:avLst/>
            <a:gdLst/>
            <a:ahLst/>
            <a:rect l="0" t="0" r="r" b="b"/>
            <a:pathLst>
              <a:path w="1190" h="1189">
                <a:moveTo>
                  <a:pt x="0" y="0"/>
                </a:moveTo>
                <a:lnTo>
                  <a:pt x="1190" y="595"/>
                </a:lnTo>
                <a:lnTo>
                  <a:pt x="0" y="1189"/>
                </a:lnTo>
                <a:lnTo>
                  <a:pt x="0" y="0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1" name=""/>
          <p:cNvSpPr/>
          <p:nvPr/>
        </p:nvSpPr>
        <p:spPr>
          <a:xfrm>
            <a:off x="7018200" y="3461400"/>
            <a:ext cx="3295080" cy="1251000"/>
          </a:xfrm>
          <a:custGeom>
            <a:avLst/>
            <a:gdLst/>
            <a:ahLst/>
            <a:rect l="0" t="0" r="r" b="b"/>
            <a:pathLst>
              <a:path w="9153" h="3475">
                <a:moveTo>
                  <a:pt x="4576" y="3475"/>
                </a:moveTo>
                <a:lnTo>
                  <a:pt x="8823" y="3475"/>
                </a:lnTo>
                <a:cubicBezTo>
                  <a:pt x="9005" y="3475"/>
                  <a:pt x="9153" y="3328"/>
                  <a:pt x="9153" y="3146"/>
                </a:cubicBezTo>
                <a:lnTo>
                  <a:pt x="9153" y="329"/>
                </a:lnTo>
                <a:cubicBezTo>
                  <a:pt x="9153" y="147"/>
                  <a:pt x="9005" y="0"/>
                  <a:pt x="8823" y="0"/>
                </a:cubicBezTo>
                <a:lnTo>
                  <a:pt x="330" y="0"/>
                </a:lnTo>
                <a:cubicBezTo>
                  <a:pt x="148" y="0"/>
                  <a:pt x="0" y="147"/>
                  <a:pt x="0" y="329"/>
                </a:cubicBezTo>
                <a:lnTo>
                  <a:pt x="0" y="3146"/>
                </a:lnTo>
                <a:cubicBezTo>
                  <a:pt x="0" y="3328"/>
                  <a:pt x="148" y="3475"/>
                  <a:pt x="330" y="3475"/>
                </a:cubicBezTo>
                <a:lnTo>
                  <a:pt x="4576" y="3475"/>
                </a:lnTo>
                <a:close/>
              </a:path>
            </a:pathLst>
          </a:custGeom>
          <a:solidFill>
            <a:srgbClr val="deded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"/>
          <p:cNvSpPr/>
          <p:nvPr/>
        </p:nvSpPr>
        <p:spPr>
          <a:xfrm>
            <a:off x="7018200" y="3461400"/>
            <a:ext cx="3295080" cy="1251000"/>
          </a:xfrm>
          <a:custGeom>
            <a:avLst/>
            <a:gdLst/>
            <a:ahLst/>
            <a:rect l="0" t="0" r="r" b="b"/>
            <a:pathLst>
              <a:path w="9153" h="3475">
                <a:moveTo>
                  <a:pt x="4576" y="3475"/>
                </a:moveTo>
                <a:lnTo>
                  <a:pt x="8823" y="3475"/>
                </a:lnTo>
                <a:cubicBezTo>
                  <a:pt x="9005" y="3475"/>
                  <a:pt x="9153" y="3328"/>
                  <a:pt x="9153" y="3146"/>
                </a:cubicBezTo>
                <a:lnTo>
                  <a:pt x="9153" y="329"/>
                </a:lnTo>
                <a:cubicBezTo>
                  <a:pt x="9153" y="147"/>
                  <a:pt x="9005" y="0"/>
                  <a:pt x="8823" y="0"/>
                </a:cubicBezTo>
                <a:lnTo>
                  <a:pt x="330" y="0"/>
                </a:lnTo>
                <a:cubicBezTo>
                  <a:pt x="148" y="0"/>
                  <a:pt x="0" y="147"/>
                  <a:pt x="0" y="329"/>
                </a:cubicBezTo>
                <a:lnTo>
                  <a:pt x="0" y="3146"/>
                </a:lnTo>
                <a:cubicBezTo>
                  <a:pt x="0" y="3328"/>
                  <a:pt x="148" y="3475"/>
                  <a:pt x="330" y="3475"/>
                </a:cubicBezTo>
                <a:lnTo>
                  <a:pt x="4576" y="3475"/>
                </a:lnTo>
                <a:close/>
              </a:path>
            </a:pathLst>
          </a:custGeom>
          <a:noFill/>
          <a:ln w="26280">
            <a:solidFill>
              <a:srgbClr val="333333"/>
            </a:solidFill>
            <a:miter/>
          </a:ln>
        </p:spPr>
        <p:txBody>
          <a:bodyPr lIns="102960" rIns="102960" tIns="57960" bIns="5796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"/>
          <p:cNvSpPr txBox="1"/>
          <p:nvPr/>
        </p:nvSpPr>
        <p:spPr>
          <a:xfrm>
            <a:off x="7397280" y="3760920"/>
            <a:ext cx="2536200" cy="249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76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READ AND APPRAISED</a:t>
            </a:r>
            <a:endParaRPr b="1" lang="en-US" sz="176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344" name=""/>
          <p:cNvSpPr txBox="1"/>
          <p:nvPr/>
        </p:nvSpPr>
        <p:spPr>
          <a:xfrm>
            <a:off x="7654320" y="4176000"/>
            <a:ext cx="2035440" cy="177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4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anchored note · method · limits</a:t>
            </a:r>
            <a:endParaRPr b="0" lang="en-US" sz="124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345" name=""/>
          <p:cNvSpPr/>
          <p:nvPr/>
        </p:nvSpPr>
        <p:spPr>
          <a:xfrm>
            <a:off x="3592080" y="3461400"/>
            <a:ext cx="3294360" cy="1251000"/>
          </a:xfrm>
          <a:custGeom>
            <a:avLst/>
            <a:gdLst/>
            <a:ahLst/>
            <a:rect l="0" t="0" r="r" b="b"/>
            <a:pathLst>
              <a:path w="9151" h="3475">
                <a:moveTo>
                  <a:pt x="4576" y="3475"/>
                </a:moveTo>
                <a:lnTo>
                  <a:pt x="8822" y="3475"/>
                </a:lnTo>
                <a:cubicBezTo>
                  <a:pt x="9004" y="3475"/>
                  <a:pt x="9151" y="3328"/>
                  <a:pt x="9151" y="3146"/>
                </a:cubicBezTo>
                <a:lnTo>
                  <a:pt x="9151" y="329"/>
                </a:lnTo>
                <a:cubicBezTo>
                  <a:pt x="9151" y="147"/>
                  <a:pt x="9004" y="0"/>
                  <a:pt x="8822" y="0"/>
                </a:cubicBezTo>
                <a:lnTo>
                  <a:pt x="329" y="0"/>
                </a:lnTo>
                <a:cubicBezTo>
                  <a:pt x="147" y="0"/>
                  <a:pt x="0" y="147"/>
                  <a:pt x="0" y="329"/>
                </a:cubicBezTo>
                <a:lnTo>
                  <a:pt x="0" y="3146"/>
                </a:lnTo>
                <a:cubicBezTo>
                  <a:pt x="0" y="3328"/>
                  <a:pt x="147" y="3475"/>
                  <a:pt x="329" y="3475"/>
                </a:cubicBezTo>
                <a:lnTo>
                  <a:pt x="4576" y="3475"/>
                </a:lnTo>
                <a:close/>
              </a:path>
            </a:pathLst>
          </a:custGeom>
          <a:solidFill>
            <a:srgbClr val="deded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"/>
          <p:cNvSpPr/>
          <p:nvPr/>
        </p:nvSpPr>
        <p:spPr>
          <a:xfrm>
            <a:off x="3592080" y="3461400"/>
            <a:ext cx="3294360" cy="1251000"/>
          </a:xfrm>
          <a:custGeom>
            <a:avLst/>
            <a:gdLst/>
            <a:ahLst/>
            <a:rect l="0" t="0" r="r" b="b"/>
            <a:pathLst>
              <a:path w="9151" h="3475">
                <a:moveTo>
                  <a:pt x="4576" y="3475"/>
                </a:moveTo>
                <a:lnTo>
                  <a:pt x="8822" y="3475"/>
                </a:lnTo>
                <a:cubicBezTo>
                  <a:pt x="9004" y="3475"/>
                  <a:pt x="9151" y="3328"/>
                  <a:pt x="9151" y="3146"/>
                </a:cubicBezTo>
                <a:lnTo>
                  <a:pt x="9151" y="329"/>
                </a:lnTo>
                <a:cubicBezTo>
                  <a:pt x="9151" y="147"/>
                  <a:pt x="9004" y="0"/>
                  <a:pt x="8822" y="0"/>
                </a:cubicBezTo>
                <a:lnTo>
                  <a:pt x="329" y="0"/>
                </a:lnTo>
                <a:cubicBezTo>
                  <a:pt x="147" y="0"/>
                  <a:pt x="0" y="147"/>
                  <a:pt x="0" y="329"/>
                </a:cubicBezTo>
                <a:lnTo>
                  <a:pt x="0" y="3146"/>
                </a:lnTo>
                <a:cubicBezTo>
                  <a:pt x="0" y="3328"/>
                  <a:pt x="147" y="3475"/>
                  <a:pt x="329" y="3475"/>
                </a:cubicBezTo>
                <a:lnTo>
                  <a:pt x="4576" y="3475"/>
                </a:lnTo>
                <a:close/>
              </a:path>
            </a:pathLst>
          </a:custGeom>
          <a:noFill/>
          <a:ln w="26280">
            <a:solidFill>
              <a:srgbClr val="333333"/>
            </a:solidFill>
            <a:miter/>
          </a:ln>
        </p:spPr>
        <p:txBody>
          <a:bodyPr lIns="102960" rIns="102960" tIns="57960" bIns="5796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"/>
          <p:cNvSpPr txBox="1"/>
          <p:nvPr/>
        </p:nvSpPr>
        <p:spPr>
          <a:xfrm>
            <a:off x="3740400" y="3760920"/>
            <a:ext cx="3030480" cy="249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76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CLAIM-LINKED EVIDENCE</a:t>
            </a:r>
            <a:endParaRPr b="1" lang="en-US" sz="176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348" name=""/>
          <p:cNvSpPr txBox="1"/>
          <p:nvPr/>
        </p:nvSpPr>
        <p:spPr>
          <a:xfrm>
            <a:off x="3845520" y="4176000"/>
            <a:ext cx="2826360" cy="177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4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support · context · contradiction · unknown</a:t>
            </a:r>
            <a:endParaRPr b="0" lang="en-US" sz="124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349" name=""/>
          <p:cNvSpPr/>
          <p:nvPr/>
        </p:nvSpPr>
        <p:spPr>
          <a:xfrm>
            <a:off x="362880" y="3461400"/>
            <a:ext cx="2965320" cy="1251000"/>
          </a:xfrm>
          <a:custGeom>
            <a:avLst/>
            <a:gdLst/>
            <a:ahLst/>
            <a:rect l="0" t="0" r="r" b="b"/>
            <a:pathLst>
              <a:path w="8237" h="3475">
                <a:moveTo>
                  <a:pt x="4119" y="3475"/>
                </a:moveTo>
                <a:lnTo>
                  <a:pt x="7908" y="3475"/>
                </a:lnTo>
                <a:cubicBezTo>
                  <a:pt x="8090" y="3475"/>
                  <a:pt x="8237" y="3328"/>
                  <a:pt x="8237" y="3146"/>
                </a:cubicBezTo>
                <a:lnTo>
                  <a:pt x="8237" y="329"/>
                </a:lnTo>
                <a:cubicBezTo>
                  <a:pt x="8237" y="147"/>
                  <a:pt x="8090" y="0"/>
                  <a:pt x="7908" y="0"/>
                </a:cubicBezTo>
                <a:lnTo>
                  <a:pt x="330" y="0"/>
                </a:lnTo>
                <a:cubicBezTo>
                  <a:pt x="148" y="0"/>
                  <a:pt x="0" y="147"/>
                  <a:pt x="0" y="329"/>
                </a:cubicBezTo>
                <a:lnTo>
                  <a:pt x="0" y="3146"/>
                </a:lnTo>
                <a:cubicBezTo>
                  <a:pt x="0" y="3328"/>
                  <a:pt x="148" y="3475"/>
                  <a:pt x="330" y="3475"/>
                </a:cubicBezTo>
                <a:lnTo>
                  <a:pt x="4119" y="3475"/>
                </a:lnTo>
                <a:close/>
              </a:path>
            </a:pathLst>
          </a:custGeom>
          <a:solidFill>
            <a:srgbClr val="deded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"/>
          <p:cNvSpPr/>
          <p:nvPr/>
        </p:nvSpPr>
        <p:spPr>
          <a:xfrm>
            <a:off x="362880" y="3461400"/>
            <a:ext cx="2965320" cy="1251000"/>
          </a:xfrm>
          <a:custGeom>
            <a:avLst/>
            <a:gdLst/>
            <a:ahLst/>
            <a:rect l="0" t="0" r="r" b="b"/>
            <a:pathLst>
              <a:path w="8237" h="3475">
                <a:moveTo>
                  <a:pt x="4119" y="3475"/>
                </a:moveTo>
                <a:lnTo>
                  <a:pt x="7908" y="3475"/>
                </a:lnTo>
                <a:cubicBezTo>
                  <a:pt x="8090" y="3475"/>
                  <a:pt x="8237" y="3328"/>
                  <a:pt x="8237" y="3146"/>
                </a:cubicBezTo>
                <a:lnTo>
                  <a:pt x="8237" y="329"/>
                </a:lnTo>
                <a:cubicBezTo>
                  <a:pt x="8237" y="147"/>
                  <a:pt x="8090" y="0"/>
                  <a:pt x="7908" y="0"/>
                </a:cubicBezTo>
                <a:lnTo>
                  <a:pt x="330" y="0"/>
                </a:lnTo>
                <a:cubicBezTo>
                  <a:pt x="148" y="0"/>
                  <a:pt x="0" y="147"/>
                  <a:pt x="0" y="329"/>
                </a:cubicBezTo>
                <a:lnTo>
                  <a:pt x="0" y="3146"/>
                </a:lnTo>
                <a:cubicBezTo>
                  <a:pt x="0" y="3328"/>
                  <a:pt x="148" y="3475"/>
                  <a:pt x="330" y="3475"/>
                </a:cubicBezTo>
                <a:lnTo>
                  <a:pt x="4119" y="3475"/>
                </a:lnTo>
                <a:close/>
              </a:path>
            </a:pathLst>
          </a:custGeom>
          <a:noFill/>
          <a:ln w="26280">
            <a:solidFill>
              <a:srgbClr val="333333"/>
            </a:solidFill>
            <a:miter/>
          </a:ln>
        </p:spPr>
        <p:txBody>
          <a:bodyPr lIns="102960" rIns="102960" tIns="57960" bIns="5796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"/>
          <p:cNvSpPr txBox="1"/>
          <p:nvPr/>
        </p:nvSpPr>
        <p:spPr>
          <a:xfrm>
            <a:off x="735480" y="3760920"/>
            <a:ext cx="2252880" cy="249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76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PROJECT DECISION</a:t>
            </a:r>
            <a:endParaRPr b="1" lang="en-US" sz="176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352" name=""/>
          <p:cNvSpPr txBox="1"/>
          <p:nvPr/>
        </p:nvSpPr>
        <p:spPr>
          <a:xfrm>
            <a:off x="1143720" y="4176000"/>
            <a:ext cx="1409400" cy="177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4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retain · revise · return</a:t>
            </a:r>
            <a:endParaRPr b="0" lang="en-US" sz="124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353" name=""/>
          <p:cNvSpPr/>
          <p:nvPr/>
        </p:nvSpPr>
        <p:spPr>
          <a:xfrm>
            <a:off x="8665560" y="2704680"/>
            <a:ext cx="1726560" cy="684720"/>
          </a:xfrm>
          <a:custGeom>
            <a:avLst/>
            <a:gdLst/>
            <a:ahLst/>
            <a:rect l="0" t="0" r="r" b="b"/>
            <a:pathLst>
              <a:path fill="none" w="4796" h="1902">
                <a:moveTo>
                  <a:pt x="4796" y="0"/>
                </a:moveTo>
                <a:lnTo>
                  <a:pt x="4796" y="1097"/>
                </a:lnTo>
                <a:lnTo>
                  <a:pt x="0" y="1902"/>
                </a:lnTo>
              </a:path>
            </a:pathLst>
          </a:custGeom>
          <a:ln w="33120">
            <a:solidFill>
              <a:srgbClr val="444444"/>
            </a:solidFill>
            <a:miter/>
          </a:ln>
        </p:spPr>
        <p:txBody>
          <a:bodyPr lIns="106560" rIns="106560" tIns="61560" bIns="6156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"/>
          <p:cNvSpPr/>
          <p:nvPr/>
        </p:nvSpPr>
        <p:spPr>
          <a:xfrm>
            <a:off x="8600760" y="3118320"/>
            <a:ext cx="457920" cy="421560"/>
          </a:xfrm>
          <a:custGeom>
            <a:avLst/>
            <a:gdLst/>
            <a:ahLst/>
            <a:rect l="0" t="0" r="r" b="b"/>
            <a:pathLst>
              <a:path w="1272" h="1171">
                <a:moveTo>
                  <a:pt x="1272" y="1171"/>
                </a:moveTo>
                <a:lnTo>
                  <a:pt x="0" y="783"/>
                </a:lnTo>
                <a:lnTo>
                  <a:pt x="1075" y="0"/>
                </a:lnTo>
                <a:lnTo>
                  <a:pt x="1272" y="1171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5" name=""/>
          <p:cNvSpPr/>
          <p:nvPr/>
        </p:nvSpPr>
        <p:spPr>
          <a:xfrm>
            <a:off x="8600760" y="3118320"/>
            <a:ext cx="457920" cy="421560"/>
          </a:xfrm>
          <a:custGeom>
            <a:avLst/>
            <a:gdLst/>
            <a:ahLst/>
            <a:rect l="0" t="0" r="r" b="b"/>
            <a:pathLst>
              <a:path w="1272" h="1171">
                <a:moveTo>
                  <a:pt x="1272" y="1171"/>
                </a:moveTo>
                <a:lnTo>
                  <a:pt x="0" y="783"/>
                </a:lnTo>
                <a:lnTo>
                  <a:pt x="1075" y="0"/>
                </a:lnTo>
                <a:lnTo>
                  <a:pt x="1272" y="1171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6" name=""/>
          <p:cNvSpPr/>
          <p:nvPr/>
        </p:nvSpPr>
        <p:spPr>
          <a:xfrm>
            <a:off x="8600760" y="3118320"/>
            <a:ext cx="457920" cy="421560"/>
          </a:xfrm>
          <a:custGeom>
            <a:avLst/>
            <a:gdLst/>
            <a:ahLst/>
            <a:rect l="0" t="0" r="r" b="b"/>
            <a:pathLst>
              <a:path w="1272" h="1171">
                <a:moveTo>
                  <a:pt x="1272" y="1171"/>
                </a:moveTo>
                <a:lnTo>
                  <a:pt x="0" y="783"/>
                </a:lnTo>
                <a:lnTo>
                  <a:pt x="1075" y="0"/>
                </a:lnTo>
                <a:lnTo>
                  <a:pt x="1272" y="1171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7" name=""/>
          <p:cNvSpPr/>
          <p:nvPr/>
        </p:nvSpPr>
        <p:spPr>
          <a:xfrm>
            <a:off x="8600760" y="3118320"/>
            <a:ext cx="457920" cy="421560"/>
          </a:xfrm>
          <a:custGeom>
            <a:avLst/>
            <a:gdLst/>
            <a:ahLst/>
            <a:rect l="0" t="0" r="r" b="b"/>
            <a:pathLst>
              <a:path w="1272" h="1171">
                <a:moveTo>
                  <a:pt x="1272" y="1171"/>
                </a:moveTo>
                <a:lnTo>
                  <a:pt x="0" y="783"/>
                </a:lnTo>
                <a:lnTo>
                  <a:pt x="1075" y="0"/>
                </a:lnTo>
                <a:lnTo>
                  <a:pt x="1272" y="1171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8" name=""/>
          <p:cNvSpPr/>
          <p:nvPr/>
        </p:nvSpPr>
        <p:spPr>
          <a:xfrm flipH="1">
            <a:off x="6846840" y="4087080"/>
            <a:ext cx="105480" cy="0"/>
          </a:xfrm>
          <a:prstGeom prst="line">
            <a:avLst/>
          </a:prstGeom>
          <a:ln w="33120">
            <a:solidFill>
              <a:srgbClr val="44444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6560" rIns="106560" tIns="-61560" bIns="-6156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"/>
          <p:cNvSpPr/>
          <p:nvPr/>
        </p:nvSpPr>
        <p:spPr>
          <a:xfrm>
            <a:off x="6780960" y="3872880"/>
            <a:ext cx="428400" cy="428040"/>
          </a:xfrm>
          <a:custGeom>
            <a:avLst/>
            <a:gdLst/>
            <a:ahLst/>
            <a:rect l="0" t="0" r="r" b="b"/>
            <a:pathLst>
              <a:path w="1190" h="1189">
                <a:moveTo>
                  <a:pt x="1190" y="1189"/>
                </a:moveTo>
                <a:lnTo>
                  <a:pt x="0" y="595"/>
                </a:lnTo>
                <a:lnTo>
                  <a:pt x="1190" y="0"/>
                </a:lnTo>
                <a:lnTo>
                  <a:pt x="1190" y="1189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0" name=""/>
          <p:cNvSpPr/>
          <p:nvPr/>
        </p:nvSpPr>
        <p:spPr>
          <a:xfrm>
            <a:off x="6780960" y="3872880"/>
            <a:ext cx="428400" cy="428040"/>
          </a:xfrm>
          <a:custGeom>
            <a:avLst/>
            <a:gdLst/>
            <a:ahLst/>
            <a:rect l="0" t="0" r="r" b="b"/>
            <a:pathLst>
              <a:path w="1190" h="1189">
                <a:moveTo>
                  <a:pt x="1190" y="1189"/>
                </a:moveTo>
                <a:lnTo>
                  <a:pt x="0" y="595"/>
                </a:lnTo>
                <a:lnTo>
                  <a:pt x="1190" y="0"/>
                </a:lnTo>
                <a:lnTo>
                  <a:pt x="1190" y="1189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1" name=""/>
          <p:cNvSpPr/>
          <p:nvPr/>
        </p:nvSpPr>
        <p:spPr>
          <a:xfrm>
            <a:off x="6780960" y="3872880"/>
            <a:ext cx="428400" cy="428040"/>
          </a:xfrm>
          <a:custGeom>
            <a:avLst/>
            <a:gdLst/>
            <a:ahLst/>
            <a:rect l="0" t="0" r="r" b="b"/>
            <a:pathLst>
              <a:path w="1190" h="1189">
                <a:moveTo>
                  <a:pt x="1190" y="1189"/>
                </a:moveTo>
                <a:lnTo>
                  <a:pt x="0" y="595"/>
                </a:lnTo>
                <a:lnTo>
                  <a:pt x="1190" y="0"/>
                </a:lnTo>
                <a:lnTo>
                  <a:pt x="1190" y="1189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2" name=""/>
          <p:cNvSpPr/>
          <p:nvPr/>
        </p:nvSpPr>
        <p:spPr>
          <a:xfrm>
            <a:off x="6780960" y="3872880"/>
            <a:ext cx="428400" cy="428040"/>
          </a:xfrm>
          <a:custGeom>
            <a:avLst/>
            <a:gdLst/>
            <a:ahLst/>
            <a:rect l="0" t="0" r="r" b="b"/>
            <a:pathLst>
              <a:path w="1190" h="1189">
                <a:moveTo>
                  <a:pt x="1190" y="1189"/>
                </a:moveTo>
                <a:lnTo>
                  <a:pt x="0" y="595"/>
                </a:lnTo>
                <a:lnTo>
                  <a:pt x="1190" y="0"/>
                </a:lnTo>
                <a:lnTo>
                  <a:pt x="1190" y="1189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3" name=""/>
          <p:cNvSpPr/>
          <p:nvPr/>
        </p:nvSpPr>
        <p:spPr>
          <a:xfrm>
            <a:off x="6780960" y="3872880"/>
            <a:ext cx="428400" cy="428040"/>
          </a:xfrm>
          <a:custGeom>
            <a:avLst/>
            <a:gdLst/>
            <a:ahLst/>
            <a:rect l="0" t="0" r="r" b="b"/>
            <a:pathLst>
              <a:path w="1190" h="1189">
                <a:moveTo>
                  <a:pt x="1190" y="1189"/>
                </a:moveTo>
                <a:lnTo>
                  <a:pt x="0" y="595"/>
                </a:lnTo>
                <a:lnTo>
                  <a:pt x="1190" y="0"/>
                </a:lnTo>
                <a:lnTo>
                  <a:pt x="1190" y="1189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4" name=""/>
          <p:cNvSpPr/>
          <p:nvPr/>
        </p:nvSpPr>
        <p:spPr>
          <a:xfrm flipH="1">
            <a:off x="3420720" y="4087080"/>
            <a:ext cx="105480" cy="0"/>
          </a:xfrm>
          <a:prstGeom prst="line">
            <a:avLst/>
          </a:prstGeom>
          <a:ln w="33120">
            <a:solidFill>
              <a:srgbClr val="44444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6560" rIns="106560" tIns="-61560" bIns="-6156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5" name=""/>
          <p:cNvSpPr/>
          <p:nvPr/>
        </p:nvSpPr>
        <p:spPr>
          <a:xfrm>
            <a:off x="3354840" y="3872880"/>
            <a:ext cx="428400" cy="428040"/>
          </a:xfrm>
          <a:custGeom>
            <a:avLst/>
            <a:gdLst/>
            <a:ahLst/>
            <a:rect l="0" t="0" r="r" b="b"/>
            <a:pathLst>
              <a:path w="1190" h="1189">
                <a:moveTo>
                  <a:pt x="1190" y="1189"/>
                </a:moveTo>
                <a:lnTo>
                  <a:pt x="0" y="595"/>
                </a:lnTo>
                <a:lnTo>
                  <a:pt x="1190" y="0"/>
                </a:lnTo>
                <a:lnTo>
                  <a:pt x="1190" y="1189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6" name=""/>
          <p:cNvSpPr/>
          <p:nvPr/>
        </p:nvSpPr>
        <p:spPr>
          <a:xfrm>
            <a:off x="3354840" y="3872880"/>
            <a:ext cx="428400" cy="428040"/>
          </a:xfrm>
          <a:custGeom>
            <a:avLst/>
            <a:gdLst/>
            <a:ahLst/>
            <a:rect l="0" t="0" r="r" b="b"/>
            <a:pathLst>
              <a:path w="1190" h="1189">
                <a:moveTo>
                  <a:pt x="1190" y="1189"/>
                </a:moveTo>
                <a:lnTo>
                  <a:pt x="0" y="595"/>
                </a:lnTo>
                <a:lnTo>
                  <a:pt x="1190" y="0"/>
                </a:lnTo>
                <a:lnTo>
                  <a:pt x="1190" y="1189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7" name=""/>
          <p:cNvSpPr/>
          <p:nvPr/>
        </p:nvSpPr>
        <p:spPr>
          <a:xfrm>
            <a:off x="3354840" y="3872880"/>
            <a:ext cx="428400" cy="428040"/>
          </a:xfrm>
          <a:custGeom>
            <a:avLst/>
            <a:gdLst/>
            <a:ahLst/>
            <a:rect l="0" t="0" r="r" b="b"/>
            <a:pathLst>
              <a:path w="1190" h="1189">
                <a:moveTo>
                  <a:pt x="1190" y="1189"/>
                </a:moveTo>
                <a:lnTo>
                  <a:pt x="0" y="595"/>
                </a:lnTo>
                <a:lnTo>
                  <a:pt x="1190" y="0"/>
                </a:lnTo>
                <a:lnTo>
                  <a:pt x="1190" y="1189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8" name=""/>
          <p:cNvSpPr/>
          <p:nvPr/>
        </p:nvSpPr>
        <p:spPr>
          <a:xfrm>
            <a:off x="3354840" y="3872880"/>
            <a:ext cx="428400" cy="428040"/>
          </a:xfrm>
          <a:custGeom>
            <a:avLst/>
            <a:gdLst/>
            <a:ahLst/>
            <a:rect l="0" t="0" r="r" b="b"/>
            <a:pathLst>
              <a:path w="1190" h="1189">
                <a:moveTo>
                  <a:pt x="1190" y="1189"/>
                </a:moveTo>
                <a:lnTo>
                  <a:pt x="0" y="595"/>
                </a:lnTo>
                <a:lnTo>
                  <a:pt x="1190" y="0"/>
                </a:lnTo>
                <a:lnTo>
                  <a:pt x="1190" y="1189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9" name=""/>
          <p:cNvSpPr/>
          <p:nvPr/>
        </p:nvSpPr>
        <p:spPr>
          <a:xfrm>
            <a:off x="3354840" y="3872880"/>
            <a:ext cx="428400" cy="428040"/>
          </a:xfrm>
          <a:custGeom>
            <a:avLst/>
            <a:gdLst/>
            <a:ahLst/>
            <a:rect l="0" t="0" r="r" b="b"/>
            <a:pathLst>
              <a:path w="1190" h="1189">
                <a:moveTo>
                  <a:pt x="1190" y="1189"/>
                </a:moveTo>
                <a:lnTo>
                  <a:pt x="0" y="595"/>
                </a:lnTo>
                <a:lnTo>
                  <a:pt x="1190" y="0"/>
                </a:lnTo>
                <a:lnTo>
                  <a:pt x="1190" y="1189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0" name=""/>
          <p:cNvSpPr/>
          <p:nvPr/>
        </p:nvSpPr>
        <p:spPr>
          <a:xfrm>
            <a:off x="3354840" y="3872880"/>
            <a:ext cx="428400" cy="428040"/>
          </a:xfrm>
          <a:custGeom>
            <a:avLst/>
            <a:gdLst/>
            <a:ahLst/>
            <a:rect l="0" t="0" r="r" b="b"/>
            <a:pathLst>
              <a:path w="1190" h="1189">
                <a:moveTo>
                  <a:pt x="1190" y="1189"/>
                </a:moveTo>
                <a:lnTo>
                  <a:pt x="0" y="595"/>
                </a:lnTo>
                <a:lnTo>
                  <a:pt x="1190" y="0"/>
                </a:lnTo>
                <a:lnTo>
                  <a:pt x="1190" y="1189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1" name=""/>
          <p:cNvSpPr/>
          <p:nvPr/>
        </p:nvSpPr>
        <p:spPr>
          <a:xfrm>
            <a:off x="1011960" y="2757240"/>
            <a:ext cx="833760" cy="2347200"/>
          </a:xfrm>
          <a:custGeom>
            <a:avLst/>
            <a:gdLst/>
            <a:ahLst/>
            <a:rect l="0" t="0" r="r" b="b"/>
            <a:pathLst>
              <a:path fill="none" w="2316" h="6520">
                <a:moveTo>
                  <a:pt x="2316" y="5705"/>
                </a:moveTo>
                <a:cubicBezTo>
                  <a:pt x="577" y="7717"/>
                  <a:pt x="-979" y="6071"/>
                  <a:pt x="760" y="0"/>
                </a:cubicBezTo>
              </a:path>
            </a:pathLst>
          </a:custGeom>
          <a:ln w="26280">
            <a:solidFill>
              <a:srgbClr val="777777"/>
            </a:solidFill>
            <a:miter/>
          </a:ln>
        </p:spPr>
        <p:txBody>
          <a:bodyPr lIns="102960" rIns="102960" tIns="57960" bIns="5796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"/>
          <p:cNvSpPr/>
          <p:nvPr/>
        </p:nvSpPr>
        <p:spPr>
          <a:xfrm>
            <a:off x="1041120" y="2706480"/>
            <a:ext cx="329400" cy="376200"/>
          </a:xfrm>
          <a:custGeom>
            <a:avLst/>
            <a:gdLst/>
            <a:ahLst/>
            <a:rect l="0" t="0" r="r" b="b"/>
            <a:pathLst>
              <a:path w="915" h="1045">
                <a:moveTo>
                  <a:pt x="0" y="784"/>
                </a:moveTo>
                <a:lnTo>
                  <a:pt x="719" y="0"/>
                </a:lnTo>
                <a:lnTo>
                  <a:pt x="915" y="1045"/>
                </a:lnTo>
                <a:lnTo>
                  <a:pt x="0" y="784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3" name=""/>
          <p:cNvSpPr/>
          <p:nvPr/>
        </p:nvSpPr>
        <p:spPr>
          <a:xfrm>
            <a:off x="1041120" y="2706480"/>
            <a:ext cx="329400" cy="376200"/>
          </a:xfrm>
          <a:custGeom>
            <a:avLst/>
            <a:gdLst/>
            <a:ahLst/>
            <a:rect l="0" t="0" r="r" b="b"/>
            <a:pathLst>
              <a:path w="915" h="1045">
                <a:moveTo>
                  <a:pt x="0" y="784"/>
                </a:moveTo>
                <a:lnTo>
                  <a:pt x="719" y="0"/>
                </a:lnTo>
                <a:lnTo>
                  <a:pt x="915" y="1045"/>
                </a:lnTo>
                <a:lnTo>
                  <a:pt x="0" y="784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4" name=""/>
          <p:cNvSpPr/>
          <p:nvPr/>
        </p:nvSpPr>
        <p:spPr>
          <a:xfrm>
            <a:off x="1041120" y="2706480"/>
            <a:ext cx="329400" cy="376200"/>
          </a:xfrm>
          <a:custGeom>
            <a:avLst/>
            <a:gdLst/>
            <a:ahLst/>
            <a:rect l="0" t="0" r="r" b="b"/>
            <a:pathLst>
              <a:path w="915" h="1045">
                <a:moveTo>
                  <a:pt x="0" y="784"/>
                </a:moveTo>
                <a:lnTo>
                  <a:pt x="719" y="0"/>
                </a:lnTo>
                <a:lnTo>
                  <a:pt x="915" y="1045"/>
                </a:lnTo>
                <a:lnTo>
                  <a:pt x="0" y="784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5" name=""/>
          <p:cNvSpPr/>
          <p:nvPr/>
        </p:nvSpPr>
        <p:spPr>
          <a:xfrm>
            <a:off x="1041120" y="2706480"/>
            <a:ext cx="329400" cy="376200"/>
          </a:xfrm>
          <a:custGeom>
            <a:avLst/>
            <a:gdLst/>
            <a:ahLst/>
            <a:rect l="0" t="0" r="r" b="b"/>
            <a:pathLst>
              <a:path w="915" h="1045">
                <a:moveTo>
                  <a:pt x="0" y="784"/>
                </a:moveTo>
                <a:lnTo>
                  <a:pt x="719" y="0"/>
                </a:lnTo>
                <a:lnTo>
                  <a:pt x="915" y="1045"/>
                </a:lnTo>
                <a:lnTo>
                  <a:pt x="0" y="784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6" name=""/>
          <p:cNvSpPr/>
          <p:nvPr/>
        </p:nvSpPr>
        <p:spPr>
          <a:xfrm>
            <a:off x="1041120" y="2706480"/>
            <a:ext cx="329400" cy="376200"/>
          </a:xfrm>
          <a:custGeom>
            <a:avLst/>
            <a:gdLst/>
            <a:ahLst/>
            <a:rect l="0" t="0" r="r" b="b"/>
            <a:pathLst>
              <a:path w="915" h="1045">
                <a:moveTo>
                  <a:pt x="0" y="784"/>
                </a:moveTo>
                <a:lnTo>
                  <a:pt x="719" y="0"/>
                </a:lnTo>
                <a:lnTo>
                  <a:pt x="915" y="1045"/>
                </a:lnTo>
                <a:lnTo>
                  <a:pt x="0" y="784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7" name=""/>
          <p:cNvSpPr/>
          <p:nvPr/>
        </p:nvSpPr>
        <p:spPr>
          <a:xfrm>
            <a:off x="1041120" y="2706480"/>
            <a:ext cx="329400" cy="376200"/>
          </a:xfrm>
          <a:custGeom>
            <a:avLst/>
            <a:gdLst/>
            <a:ahLst/>
            <a:rect l="0" t="0" r="r" b="b"/>
            <a:pathLst>
              <a:path w="915" h="1045">
                <a:moveTo>
                  <a:pt x="0" y="784"/>
                </a:moveTo>
                <a:lnTo>
                  <a:pt x="719" y="0"/>
                </a:lnTo>
                <a:lnTo>
                  <a:pt x="915" y="1045"/>
                </a:lnTo>
                <a:lnTo>
                  <a:pt x="0" y="784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8" name=""/>
          <p:cNvSpPr/>
          <p:nvPr/>
        </p:nvSpPr>
        <p:spPr>
          <a:xfrm>
            <a:off x="1041120" y="2706480"/>
            <a:ext cx="329400" cy="376200"/>
          </a:xfrm>
          <a:custGeom>
            <a:avLst/>
            <a:gdLst/>
            <a:ahLst/>
            <a:rect l="0" t="0" r="r" b="b"/>
            <a:pathLst>
              <a:path w="915" h="1045">
                <a:moveTo>
                  <a:pt x="0" y="784"/>
                </a:moveTo>
                <a:lnTo>
                  <a:pt x="719" y="0"/>
                </a:lnTo>
                <a:lnTo>
                  <a:pt x="915" y="1045"/>
                </a:lnTo>
                <a:lnTo>
                  <a:pt x="0" y="784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9" name=""/>
          <p:cNvSpPr txBox="1"/>
          <p:nvPr/>
        </p:nvSpPr>
        <p:spPr>
          <a:xfrm>
            <a:off x="1387800" y="5367600"/>
            <a:ext cx="376200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15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evidence may reopen the search or Problem Gate</a:t>
            </a:r>
            <a:endParaRPr b="0" i="1" lang="en-US" sz="150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380" name=""/>
          <p:cNvSpPr txBox="1"/>
          <p:nvPr/>
        </p:nvSpPr>
        <p:spPr>
          <a:xfrm>
            <a:off x="4287240" y="975960"/>
            <a:ext cx="3669840" cy="229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156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identity is resolved before evidence is counted</a:t>
            </a:r>
            <a:endParaRPr b="0" i="1" lang="en-US" sz="156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"/>
          <p:cNvSpPr/>
          <p:nvPr/>
        </p:nvSpPr>
        <p:spPr>
          <a:xfrm>
            <a:off x="165240" y="399240"/>
            <a:ext cx="11861280" cy="6059160"/>
          </a:xfrm>
          <a:custGeom>
            <a:avLst/>
            <a:gdLst/>
            <a:ahLst/>
            <a:rect l="0" t="0" r="r" b="b"/>
            <a:pathLst>
              <a:path w="32948" h="16831">
                <a:moveTo>
                  <a:pt x="0" y="0"/>
                </a:moveTo>
                <a:lnTo>
                  <a:pt x="32948" y="0"/>
                </a:lnTo>
                <a:lnTo>
                  <a:pt x="32948" y="16831"/>
                </a:lnTo>
                <a:lnTo>
                  <a:pt x="0" y="1683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"/>
          <p:cNvSpPr/>
          <p:nvPr/>
        </p:nvSpPr>
        <p:spPr>
          <a:xfrm>
            <a:off x="4185000" y="564120"/>
            <a:ext cx="3821760" cy="1185480"/>
          </a:xfrm>
          <a:custGeom>
            <a:avLst/>
            <a:gdLst/>
            <a:ahLst/>
            <a:rect l="0" t="0" r="r" b="b"/>
            <a:pathLst>
              <a:path w="10616" h="3293">
                <a:moveTo>
                  <a:pt x="5309" y="3293"/>
                </a:moveTo>
                <a:lnTo>
                  <a:pt x="10250" y="3293"/>
                </a:lnTo>
                <a:cubicBezTo>
                  <a:pt x="10452" y="3293"/>
                  <a:pt x="10616" y="3129"/>
                  <a:pt x="10616" y="2927"/>
                </a:cubicBezTo>
                <a:lnTo>
                  <a:pt x="10616" y="365"/>
                </a:lnTo>
                <a:cubicBezTo>
                  <a:pt x="10616" y="163"/>
                  <a:pt x="10452" y="0"/>
                  <a:pt x="10250" y="0"/>
                </a:cubicBezTo>
                <a:lnTo>
                  <a:pt x="366" y="0"/>
                </a:lnTo>
                <a:cubicBezTo>
                  <a:pt x="164" y="0"/>
                  <a:pt x="0" y="163"/>
                  <a:pt x="0" y="365"/>
                </a:cubicBezTo>
                <a:lnTo>
                  <a:pt x="0" y="2927"/>
                </a:lnTo>
                <a:cubicBezTo>
                  <a:pt x="0" y="3129"/>
                  <a:pt x="164" y="3293"/>
                  <a:pt x="366" y="3293"/>
                </a:cubicBezTo>
                <a:lnTo>
                  <a:pt x="5309" y="3293"/>
                </a:lnTo>
                <a:close/>
              </a:path>
            </a:pathLst>
          </a:custGeom>
          <a:solidFill>
            <a:srgbClr val="eeeee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"/>
          <p:cNvSpPr/>
          <p:nvPr/>
        </p:nvSpPr>
        <p:spPr>
          <a:xfrm>
            <a:off x="4185000" y="564120"/>
            <a:ext cx="3821760" cy="1185480"/>
          </a:xfrm>
          <a:custGeom>
            <a:avLst/>
            <a:gdLst/>
            <a:ahLst/>
            <a:rect l="0" t="0" r="r" b="b"/>
            <a:pathLst>
              <a:path w="10616" h="3293">
                <a:moveTo>
                  <a:pt x="5309" y="3293"/>
                </a:moveTo>
                <a:lnTo>
                  <a:pt x="10250" y="3293"/>
                </a:lnTo>
                <a:cubicBezTo>
                  <a:pt x="10452" y="3293"/>
                  <a:pt x="10616" y="3129"/>
                  <a:pt x="10616" y="2927"/>
                </a:cubicBezTo>
                <a:lnTo>
                  <a:pt x="10616" y="365"/>
                </a:lnTo>
                <a:cubicBezTo>
                  <a:pt x="10616" y="163"/>
                  <a:pt x="10452" y="0"/>
                  <a:pt x="10250" y="0"/>
                </a:cubicBezTo>
                <a:lnTo>
                  <a:pt x="366" y="0"/>
                </a:lnTo>
                <a:cubicBezTo>
                  <a:pt x="164" y="0"/>
                  <a:pt x="0" y="163"/>
                  <a:pt x="0" y="365"/>
                </a:cubicBezTo>
                <a:lnTo>
                  <a:pt x="0" y="2927"/>
                </a:lnTo>
                <a:cubicBezTo>
                  <a:pt x="0" y="3129"/>
                  <a:pt x="164" y="3293"/>
                  <a:pt x="366" y="3293"/>
                </a:cubicBezTo>
                <a:lnTo>
                  <a:pt x="5309" y="3293"/>
                </a:lnTo>
                <a:close/>
              </a:path>
            </a:pathLst>
          </a:custGeom>
          <a:noFill/>
          <a:ln w="26280">
            <a:solidFill>
              <a:srgbClr val="333333"/>
            </a:solidFill>
            <a:miter/>
          </a:ln>
        </p:spPr>
        <p:txBody>
          <a:bodyPr lIns="102960" rIns="102960" tIns="57960" bIns="5796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"/>
          <p:cNvSpPr txBox="1"/>
          <p:nvPr/>
        </p:nvSpPr>
        <p:spPr>
          <a:xfrm>
            <a:off x="5249160" y="738720"/>
            <a:ext cx="1692720" cy="263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7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C — COLLECT</a:t>
            </a:r>
            <a:endParaRPr b="1" lang="en-US" sz="187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385" name=""/>
          <p:cNvSpPr txBox="1"/>
          <p:nvPr/>
        </p:nvSpPr>
        <p:spPr>
          <a:xfrm>
            <a:off x="5183280" y="1107360"/>
            <a:ext cx="183780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Search Strategy Record</a:t>
            </a:r>
            <a:endParaRPr b="1" lang="en-US" sz="140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386" name=""/>
          <p:cNvSpPr txBox="1"/>
          <p:nvPr/>
        </p:nvSpPr>
        <p:spPr>
          <a:xfrm>
            <a:off x="5433840" y="1416960"/>
            <a:ext cx="1297440" cy="181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13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search strategically</a:t>
            </a:r>
            <a:endParaRPr b="0" i="1" lang="en-US" sz="130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387" name=""/>
          <p:cNvSpPr/>
          <p:nvPr/>
        </p:nvSpPr>
        <p:spPr>
          <a:xfrm>
            <a:off x="8138520" y="1782360"/>
            <a:ext cx="3558600" cy="1185480"/>
          </a:xfrm>
          <a:custGeom>
            <a:avLst/>
            <a:gdLst/>
            <a:ahLst/>
            <a:rect l="0" t="0" r="r" b="b"/>
            <a:pathLst>
              <a:path w="9885" h="3293">
                <a:moveTo>
                  <a:pt x="4942" y="3293"/>
                </a:moveTo>
                <a:lnTo>
                  <a:pt x="9519" y="3293"/>
                </a:lnTo>
                <a:cubicBezTo>
                  <a:pt x="9721" y="3293"/>
                  <a:pt x="9885" y="3130"/>
                  <a:pt x="9885" y="2927"/>
                </a:cubicBezTo>
                <a:lnTo>
                  <a:pt x="9885" y="366"/>
                </a:lnTo>
                <a:cubicBezTo>
                  <a:pt x="9885" y="164"/>
                  <a:pt x="9721" y="0"/>
                  <a:pt x="9519" y="0"/>
                </a:cubicBezTo>
                <a:lnTo>
                  <a:pt x="366" y="0"/>
                </a:lnTo>
                <a:cubicBezTo>
                  <a:pt x="164" y="0"/>
                  <a:pt x="0" y="164"/>
                  <a:pt x="0" y="366"/>
                </a:cubicBezTo>
                <a:lnTo>
                  <a:pt x="0" y="2927"/>
                </a:lnTo>
                <a:cubicBezTo>
                  <a:pt x="0" y="3130"/>
                  <a:pt x="164" y="3293"/>
                  <a:pt x="366" y="3293"/>
                </a:cubicBezTo>
                <a:lnTo>
                  <a:pt x="4942" y="3293"/>
                </a:lnTo>
                <a:close/>
              </a:path>
            </a:pathLst>
          </a:custGeom>
          <a:solidFill>
            <a:srgbClr val="eeeee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"/>
          <p:cNvSpPr/>
          <p:nvPr/>
        </p:nvSpPr>
        <p:spPr>
          <a:xfrm>
            <a:off x="8138520" y="1782360"/>
            <a:ext cx="3558600" cy="1185480"/>
          </a:xfrm>
          <a:custGeom>
            <a:avLst/>
            <a:gdLst/>
            <a:ahLst/>
            <a:rect l="0" t="0" r="r" b="b"/>
            <a:pathLst>
              <a:path w="9885" h="3293">
                <a:moveTo>
                  <a:pt x="4942" y="3293"/>
                </a:moveTo>
                <a:lnTo>
                  <a:pt x="9519" y="3293"/>
                </a:lnTo>
                <a:cubicBezTo>
                  <a:pt x="9721" y="3293"/>
                  <a:pt x="9885" y="3130"/>
                  <a:pt x="9885" y="2927"/>
                </a:cubicBezTo>
                <a:lnTo>
                  <a:pt x="9885" y="366"/>
                </a:lnTo>
                <a:cubicBezTo>
                  <a:pt x="9885" y="164"/>
                  <a:pt x="9721" y="0"/>
                  <a:pt x="9519" y="0"/>
                </a:cubicBezTo>
                <a:lnTo>
                  <a:pt x="366" y="0"/>
                </a:lnTo>
                <a:cubicBezTo>
                  <a:pt x="164" y="0"/>
                  <a:pt x="0" y="164"/>
                  <a:pt x="0" y="366"/>
                </a:cubicBezTo>
                <a:lnTo>
                  <a:pt x="0" y="2927"/>
                </a:lnTo>
                <a:cubicBezTo>
                  <a:pt x="0" y="3130"/>
                  <a:pt x="164" y="3293"/>
                  <a:pt x="366" y="3293"/>
                </a:cubicBezTo>
                <a:lnTo>
                  <a:pt x="4942" y="3293"/>
                </a:lnTo>
                <a:close/>
              </a:path>
            </a:pathLst>
          </a:custGeom>
          <a:noFill/>
          <a:ln w="26280">
            <a:solidFill>
              <a:srgbClr val="333333"/>
            </a:solidFill>
            <a:miter/>
          </a:ln>
        </p:spPr>
        <p:txBody>
          <a:bodyPr lIns="102960" rIns="102960" tIns="57960" bIns="5796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9" name=""/>
          <p:cNvSpPr txBox="1"/>
          <p:nvPr/>
        </p:nvSpPr>
        <p:spPr>
          <a:xfrm>
            <a:off x="9011520" y="1956960"/>
            <a:ext cx="1811520" cy="263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7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O — ORGANISE</a:t>
            </a:r>
            <a:endParaRPr b="1" lang="en-US" sz="187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390" name=""/>
          <p:cNvSpPr txBox="1"/>
          <p:nvPr/>
        </p:nvSpPr>
        <p:spPr>
          <a:xfrm>
            <a:off x="8781120" y="2325960"/>
            <a:ext cx="229896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Source Ledger + identity map</a:t>
            </a:r>
            <a:endParaRPr b="1" lang="en-US" sz="140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391" name=""/>
          <p:cNvSpPr txBox="1"/>
          <p:nvPr/>
        </p:nvSpPr>
        <p:spPr>
          <a:xfrm>
            <a:off x="9228960" y="2635560"/>
            <a:ext cx="1349280" cy="181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13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record transparently</a:t>
            </a:r>
            <a:endParaRPr b="0" i="1" lang="en-US" sz="130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392" name=""/>
          <p:cNvSpPr/>
          <p:nvPr/>
        </p:nvSpPr>
        <p:spPr>
          <a:xfrm>
            <a:off x="8138520" y="4251960"/>
            <a:ext cx="3558600" cy="1185480"/>
          </a:xfrm>
          <a:custGeom>
            <a:avLst/>
            <a:gdLst/>
            <a:ahLst/>
            <a:rect l="0" t="0" r="r" b="b"/>
            <a:pathLst>
              <a:path w="9885" h="3293">
                <a:moveTo>
                  <a:pt x="4942" y="3293"/>
                </a:moveTo>
                <a:lnTo>
                  <a:pt x="9519" y="3293"/>
                </a:lnTo>
                <a:cubicBezTo>
                  <a:pt x="9721" y="3293"/>
                  <a:pt x="9885" y="3129"/>
                  <a:pt x="9885" y="2927"/>
                </a:cubicBezTo>
                <a:lnTo>
                  <a:pt x="9885" y="366"/>
                </a:lnTo>
                <a:cubicBezTo>
                  <a:pt x="9885" y="164"/>
                  <a:pt x="9721" y="0"/>
                  <a:pt x="9519" y="0"/>
                </a:cubicBezTo>
                <a:lnTo>
                  <a:pt x="366" y="0"/>
                </a:lnTo>
                <a:cubicBezTo>
                  <a:pt x="164" y="0"/>
                  <a:pt x="0" y="164"/>
                  <a:pt x="0" y="366"/>
                </a:cubicBezTo>
                <a:lnTo>
                  <a:pt x="0" y="2927"/>
                </a:lnTo>
                <a:cubicBezTo>
                  <a:pt x="0" y="3129"/>
                  <a:pt x="164" y="3293"/>
                  <a:pt x="366" y="3293"/>
                </a:cubicBezTo>
                <a:lnTo>
                  <a:pt x="4942" y="3293"/>
                </a:lnTo>
                <a:close/>
              </a:path>
            </a:pathLst>
          </a:custGeom>
          <a:solidFill>
            <a:srgbClr val="eeeee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"/>
          <p:cNvSpPr/>
          <p:nvPr/>
        </p:nvSpPr>
        <p:spPr>
          <a:xfrm>
            <a:off x="8138520" y="4251960"/>
            <a:ext cx="3558600" cy="1185480"/>
          </a:xfrm>
          <a:custGeom>
            <a:avLst/>
            <a:gdLst/>
            <a:ahLst/>
            <a:rect l="0" t="0" r="r" b="b"/>
            <a:pathLst>
              <a:path w="9885" h="3293">
                <a:moveTo>
                  <a:pt x="4942" y="3293"/>
                </a:moveTo>
                <a:lnTo>
                  <a:pt x="9519" y="3293"/>
                </a:lnTo>
                <a:cubicBezTo>
                  <a:pt x="9721" y="3293"/>
                  <a:pt x="9885" y="3129"/>
                  <a:pt x="9885" y="2927"/>
                </a:cubicBezTo>
                <a:lnTo>
                  <a:pt x="9885" y="366"/>
                </a:lnTo>
                <a:cubicBezTo>
                  <a:pt x="9885" y="164"/>
                  <a:pt x="9721" y="0"/>
                  <a:pt x="9519" y="0"/>
                </a:cubicBezTo>
                <a:lnTo>
                  <a:pt x="366" y="0"/>
                </a:lnTo>
                <a:cubicBezTo>
                  <a:pt x="164" y="0"/>
                  <a:pt x="0" y="164"/>
                  <a:pt x="0" y="366"/>
                </a:cubicBezTo>
                <a:lnTo>
                  <a:pt x="0" y="2927"/>
                </a:lnTo>
                <a:cubicBezTo>
                  <a:pt x="0" y="3129"/>
                  <a:pt x="164" y="3293"/>
                  <a:pt x="366" y="3293"/>
                </a:cubicBezTo>
                <a:lnTo>
                  <a:pt x="4942" y="3293"/>
                </a:lnTo>
                <a:close/>
              </a:path>
            </a:pathLst>
          </a:custGeom>
          <a:noFill/>
          <a:ln w="26280">
            <a:solidFill>
              <a:srgbClr val="333333"/>
            </a:solidFill>
            <a:miter/>
          </a:ln>
        </p:spPr>
        <p:txBody>
          <a:bodyPr lIns="102960" rIns="102960" tIns="57960" bIns="5796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"/>
          <p:cNvSpPr txBox="1"/>
          <p:nvPr/>
        </p:nvSpPr>
        <p:spPr>
          <a:xfrm>
            <a:off x="9314640" y="4426560"/>
            <a:ext cx="1205280" cy="263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7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R — READ</a:t>
            </a:r>
            <a:endParaRPr b="1" lang="en-US" sz="187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395" name=""/>
          <p:cNvSpPr txBox="1"/>
          <p:nvPr/>
        </p:nvSpPr>
        <p:spPr>
          <a:xfrm>
            <a:off x="9248760" y="4795560"/>
            <a:ext cx="135684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Core Source Note</a:t>
            </a:r>
            <a:endParaRPr b="1" lang="en-US" sz="140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396" name=""/>
          <p:cNvSpPr txBox="1"/>
          <p:nvPr/>
        </p:nvSpPr>
        <p:spPr>
          <a:xfrm>
            <a:off x="9084240" y="5105160"/>
            <a:ext cx="1635480" cy="181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13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read to evidential weight</a:t>
            </a:r>
            <a:endParaRPr b="0" i="1" lang="en-US" sz="130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397" name=""/>
          <p:cNvSpPr/>
          <p:nvPr/>
        </p:nvSpPr>
        <p:spPr>
          <a:xfrm>
            <a:off x="4185000" y="5108040"/>
            <a:ext cx="3821760" cy="1185480"/>
          </a:xfrm>
          <a:custGeom>
            <a:avLst/>
            <a:gdLst/>
            <a:ahLst/>
            <a:rect l="0" t="0" r="r" b="b"/>
            <a:pathLst>
              <a:path w="10616" h="3293">
                <a:moveTo>
                  <a:pt x="5309" y="3293"/>
                </a:moveTo>
                <a:lnTo>
                  <a:pt x="10250" y="3293"/>
                </a:lnTo>
                <a:cubicBezTo>
                  <a:pt x="10452" y="3293"/>
                  <a:pt x="10616" y="3130"/>
                  <a:pt x="10616" y="2928"/>
                </a:cubicBezTo>
                <a:lnTo>
                  <a:pt x="10616" y="366"/>
                </a:lnTo>
                <a:cubicBezTo>
                  <a:pt x="10616" y="164"/>
                  <a:pt x="10452" y="0"/>
                  <a:pt x="10250" y="0"/>
                </a:cubicBezTo>
                <a:lnTo>
                  <a:pt x="366" y="0"/>
                </a:lnTo>
                <a:cubicBezTo>
                  <a:pt x="164" y="0"/>
                  <a:pt x="0" y="164"/>
                  <a:pt x="0" y="366"/>
                </a:cubicBezTo>
                <a:lnTo>
                  <a:pt x="0" y="2928"/>
                </a:lnTo>
                <a:cubicBezTo>
                  <a:pt x="0" y="3130"/>
                  <a:pt x="164" y="3293"/>
                  <a:pt x="366" y="3293"/>
                </a:cubicBezTo>
                <a:lnTo>
                  <a:pt x="5309" y="3293"/>
                </a:lnTo>
                <a:close/>
              </a:path>
            </a:pathLst>
          </a:custGeom>
          <a:solidFill>
            <a:srgbClr val="eeeee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"/>
          <p:cNvSpPr/>
          <p:nvPr/>
        </p:nvSpPr>
        <p:spPr>
          <a:xfrm>
            <a:off x="4185000" y="5108040"/>
            <a:ext cx="3821760" cy="1185480"/>
          </a:xfrm>
          <a:custGeom>
            <a:avLst/>
            <a:gdLst/>
            <a:ahLst/>
            <a:rect l="0" t="0" r="r" b="b"/>
            <a:pathLst>
              <a:path w="10616" h="3293">
                <a:moveTo>
                  <a:pt x="5309" y="3293"/>
                </a:moveTo>
                <a:lnTo>
                  <a:pt x="10250" y="3293"/>
                </a:lnTo>
                <a:cubicBezTo>
                  <a:pt x="10452" y="3293"/>
                  <a:pt x="10616" y="3130"/>
                  <a:pt x="10616" y="2928"/>
                </a:cubicBezTo>
                <a:lnTo>
                  <a:pt x="10616" y="366"/>
                </a:lnTo>
                <a:cubicBezTo>
                  <a:pt x="10616" y="164"/>
                  <a:pt x="10452" y="0"/>
                  <a:pt x="10250" y="0"/>
                </a:cubicBezTo>
                <a:lnTo>
                  <a:pt x="366" y="0"/>
                </a:lnTo>
                <a:cubicBezTo>
                  <a:pt x="164" y="0"/>
                  <a:pt x="0" y="164"/>
                  <a:pt x="0" y="366"/>
                </a:cubicBezTo>
                <a:lnTo>
                  <a:pt x="0" y="2928"/>
                </a:lnTo>
                <a:cubicBezTo>
                  <a:pt x="0" y="3130"/>
                  <a:pt x="164" y="3293"/>
                  <a:pt x="366" y="3293"/>
                </a:cubicBezTo>
                <a:lnTo>
                  <a:pt x="5309" y="3293"/>
                </a:lnTo>
                <a:close/>
              </a:path>
            </a:pathLst>
          </a:custGeom>
          <a:noFill/>
          <a:ln w="26280">
            <a:solidFill>
              <a:srgbClr val="333333"/>
            </a:solidFill>
            <a:miter/>
          </a:ln>
        </p:spPr>
        <p:txBody>
          <a:bodyPr lIns="102960" rIns="102960" tIns="57960" bIns="5796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9" name=""/>
          <p:cNvSpPr txBox="1"/>
          <p:nvPr/>
        </p:nvSpPr>
        <p:spPr>
          <a:xfrm>
            <a:off x="5440320" y="5283000"/>
            <a:ext cx="1310760" cy="263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7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P — PROBE</a:t>
            </a:r>
            <a:endParaRPr b="1" lang="en-US" sz="187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400" name=""/>
          <p:cNvSpPr txBox="1"/>
          <p:nvPr/>
        </p:nvSpPr>
        <p:spPr>
          <a:xfrm>
            <a:off x="5414040" y="5651640"/>
            <a:ext cx="136980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Appraisal Record</a:t>
            </a:r>
            <a:endParaRPr b="1" lang="en-US" sz="140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401" name=""/>
          <p:cNvSpPr txBox="1"/>
          <p:nvPr/>
        </p:nvSpPr>
        <p:spPr>
          <a:xfrm>
            <a:off x="5097600" y="5961240"/>
            <a:ext cx="1964160" cy="181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13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check quality and provenance</a:t>
            </a:r>
            <a:endParaRPr b="0" i="1" lang="en-US" sz="130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402" name=""/>
          <p:cNvSpPr/>
          <p:nvPr/>
        </p:nvSpPr>
        <p:spPr>
          <a:xfrm>
            <a:off x="494640" y="4251960"/>
            <a:ext cx="3558600" cy="1185480"/>
          </a:xfrm>
          <a:custGeom>
            <a:avLst/>
            <a:gdLst/>
            <a:ahLst/>
            <a:rect l="0" t="0" r="r" b="b"/>
            <a:pathLst>
              <a:path w="9885" h="3293">
                <a:moveTo>
                  <a:pt x="4943" y="3293"/>
                </a:moveTo>
                <a:lnTo>
                  <a:pt x="9519" y="3293"/>
                </a:lnTo>
                <a:cubicBezTo>
                  <a:pt x="9721" y="3293"/>
                  <a:pt x="9885" y="3129"/>
                  <a:pt x="9885" y="2927"/>
                </a:cubicBezTo>
                <a:lnTo>
                  <a:pt x="9885" y="366"/>
                </a:lnTo>
                <a:cubicBezTo>
                  <a:pt x="9885" y="164"/>
                  <a:pt x="9721" y="0"/>
                  <a:pt x="9519" y="0"/>
                </a:cubicBezTo>
                <a:lnTo>
                  <a:pt x="366" y="0"/>
                </a:lnTo>
                <a:cubicBezTo>
                  <a:pt x="164" y="0"/>
                  <a:pt x="0" y="164"/>
                  <a:pt x="0" y="366"/>
                </a:cubicBezTo>
                <a:lnTo>
                  <a:pt x="0" y="2927"/>
                </a:lnTo>
                <a:cubicBezTo>
                  <a:pt x="0" y="3129"/>
                  <a:pt x="164" y="3293"/>
                  <a:pt x="366" y="3293"/>
                </a:cubicBezTo>
                <a:lnTo>
                  <a:pt x="4943" y="3293"/>
                </a:lnTo>
                <a:close/>
              </a:path>
            </a:pathLst>
          </a:custGeom>
          <a:solidFill>
            <a:srgbClr val="eeeee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3" name=""/>
          <p:cNvSpPr/>
          <p:nvPr/>
        </p:nvSpPr>
        <p:spPr>
          <a:xfrm>
            <a:off x="494640" y="4251960"/>
            <a:ext cx="3558600" cy="1185480"/>
          </a:xfrm>
          <a:custGeom>
            <a:avLst/>
            <a:gdLst/>
            <a:ahLst/>
            <a:rect l="0" t="0" r="r" b="b"/>
            <a:pathLst>
              <a:path w="9885" h="3293">
                <a:moveTo>
                  <a:pt x="4943" y="3293"/>
                </a:moveTo>
                <a:lnTo>
                  <a:pt x="9519" y="3293"/>
                </a:lnTo>
                <a:cubicBezTo>
                  <a:pt x="9721" y="3293"/>
                  <a:pt x="9885" y="3129"/>
                  <a:pt x="9885" y="2927"/>
                </a:cubicBezTo>
                <a:lnTo>
                  <a:pt x="9885" y="366"/>
                </a:lnTo>
                <a:cubicBezTo>
                  <a:pt x="9885" y="164"/>
                  <a:pt x="9721" y="0"/>
                  <a:pt x="9519" y="0"/>
                </a:cubicBezTo>
                <a:lnTo>
                  <a:pt x="366" y="0"/>
                </a:lnTo>
                <a:cubicBezTo>
                  <a:pt x="164" y="0"/>
                  <a:pt x="0" y="164"/>
                  <a:pt x="0" y="366"/>
                </a:cubicBezTo>
                <a:lnTo>
                  <a:pt x="0" y="2927"/>
                </a:lnTo>
                <a:cubicBezTo>
                  <a:pt x="0" y="3129"/>
                  <a:pt x="164" y="3293"/>
                  <a:pt x="366" y="3293"/>
                </a:cubicBezTo>
                <a:lnTo>
                  <a:pt x="4943" y="3293"/>
                </a:lnTo>
                <a:close/>
              </a:path>
            </a:pathLst>
          </a:custGeom>
          <a:noFill/>
          <a:ln w="26280">
            <a:solidFill>
              <a:srgbClr val="333333"/>
            </a:solidFill>
            <a:miter/>
          </a:ln>
        </p:spPr>
        <p:txBody>
          <a:bodyPr lIns="102960" rIns="102960" tIns="57960" bIns="5796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4" name=""/>
          <p:cNvSpPr txBox="1"/>
          <p:nvPr/>
        </p:nvSpPr>
        <p:spPr>
          <a:xfrm>
            <a:off x="1776600" y="4426560"/>
            <a:ext cx="994320" cy="263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7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U — USE</a:t>
            </a:r>
            <a:endParaRPr b="1" lang="en-US" sz="187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405" name=""/>
          <p:cNvSpPr txBox="1"/>
          <p:nvPr/>
        </p:nvSpPr>
        <p:spPr>
          <a:xfrm>
            <a:off x="1440360" y="4795560"/>
            <a:ext cx="167292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Claim–Evidence Map</a:t>
            </a:r>
            <a:endParaRPr b="1" lang="en-US" sz="140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406" name=""/>
          <p:cNvSpPr txBox="1"/>
          <p:nvPr/>
        </p:nvSpPr>
        <p:spPr>
          <a:xfrm>
            <a:off x="1598400" y="5105160"/>
            <a:ext cx="1315800" cy="181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13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link proportionately</a:t>
            </a:r>
            <a:endParaRPr b="0" i="1" lang="en-US" sz="130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407" name=""/>
          <p:cNvSpPr/>
          <p:nvPr/>
        </p:nvSpPr>
        <p:spPr>
          <a:xfrm>
            <a:off x="494640" y="1782360"/>
            <a:ext cx="3558600" cy="1185480"/>
          </a:xfrm>
          <a:custGeom>
            <a:avLst/>
            <a:gdLst/>
            <a:ahLst/>
            <a:rect l="0" t="0" r="r" b="b"/>
            <a:pathLst>
              <a:path w="9885" h="3293">
                <a:moveTo>
                  <a:pt x="4943" y="3293"/>
                </a:moveTo>
                <a:lnTo>
                  <a:pt x="9519" y="3293"/>
                </a:lnTo>
                <a:cubicBezTo>
                  <a:pt x="9721" y="3293"/>
                  <a:pt x="9885" y="3130"/>
                  <a:pt x="9885" y="2927"/>
                </a:cubicBezTo>
                <a:lnTo>
                  <a:pt x="9885" y="366"/>
                </a:lnTo>
                <a:cubicBezTo>
                  <a:pt x="9885" y="164"/>
                  <a:pt x="9721" y="0"/>
                  <a:pt x="9519" y="0"/>
                </a:cubicBezTo>
                <a:lnTo>
                  <a:pt x="366" y="0"/>
                </a:lnTo>
                <a:cubicBezTo>
                  <a:pt x="164" y="0"/>
                  <a:pt x="0" y="164"/>
                  <a:pt x="0" y="366"/>
                </a:cubicBezTo>
                <a:lnTo>
                  <a:pt x="0" y="2927"/>
                </a:lnTo>
                <a:cubicBezTo>
                  <a:pt x="0" y="3130"/>
                  <a:pt x="164" y="3293"/>
                  <a:pt x="366" y="3293"/>
                </a:cubicBezTo>
                <a:lnTo>
                  <a:pt x="4943" y="3293"/>
                </a:lnTo>
                <a:close/>
              </a:path>
            </a:pathLst>
          </a:custGeom>
          <a:solidFill>
            <a:srgbClr val="eeeee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8" name=""/>
          <p:cNvSpPr/>
          <p:nvPr/>
        </p:nvSpPr>
        <p:spPr>
          <a:xfrm>
            <a:off x="494640" y="1782360"/>
            <a:ext cx="3558600" cy="1185480"/>
          </a:xfrm>
          <a:custGeom>
            <a:avLst/>
            <a:gdLst/>
            <a:ahLst/>
            <a:rect l="0" t="0" r="r" b="b"/>
            <a:pathLst>
              <a:path w="9885" h="3293">
                <a:moveTo>
                  <a:pt x="4943" y="3293"/>
                </a:moveTo>
                <a:lnTo>
                  <a:pt x="9519" y="3293"/>
                </a:lnTo>
                <a:cubicBezTo>
                  <a:pt x="9721" y="3293"/>
                  <a:pt x="9885" y="3130"/>
                  <a:pt x="9885" y="2927"/>
                </a:cubicBezTo>
                <a:lnTo>
                  <a:pt x="9885" y="366"/>
                </a:lnTo>
                <a:cubicBezTo>
                  <a:pt x="9885" y="164"/>
                  <a:pt x="9721" y="0"/>
                  <a:pt x="9519" y="0"/>
                </a:cubicBezTo>
                <a:lnTo>
                  <a:pt x="366" y="0"/>
                </a:lnTo>
                <a:cubicBezTo>
                  <a:pt x="164" y="0"/>
                  <a:pt x="0" y="164"/>
                  <a:pt x="0" y="366"/>
                </a:cubicBezTo>
                <a:lnTo>
                  <a:pt x="0" y="2927"/>
                </a:lnTo>
                <a:cubicBezTo>
                  <a:pt x="0" y="3130"/>
                  <a:pt x="164" y="3293"/>
                  <a:pt x="366" y="3293"/>
                </a:cubicBezTo>
                <a:lnTo>
                  <a:pt x="4943" y="3293"/>
                </a:lnTo>
                <a:close/>
              </a:path>
            </a:pathLst>
          </a:custGeom>
          <a:noFill/>
          <a:ln w="26280">
            <a:solidFill>
              <a:srgbClr val="333333"/>
            </a:solidFill>
            <a:miter/>
          </a:ln>
        </p:spPr>
        <p:txBody>
          <a:bodyPr lIns="102960" rIns="102960" tIns="57960" bIns="5796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9" name=""/>
          <p:cNvSpPr txBox="1"/>
          <p:nvPr/>
        </p:nvSpPr>
        <p:spPr>
          <a:xfrm>
            <a:off x="1282320" y="1956960"/>
            <a:ext cx="1982880" cy="263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7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S — SYNTHESISE</a:t>
            </a:r>
            <a:endParaRPr b="1" lang="en-US" sz="187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410" name=""/>
          <p:cNvSpPr txBox="1"/>
          <p:nvPr/>
        </p:nvSpPr>
        <p:spPr>
          <a:xfrm>
            <a:off x="860400" y="2325960"/>
            <a:ext cx="285912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Synthesis Memo + Corpus Statement</a:t>
            </a:r>
            <a:endParaRPr b="1" lang="en-US" sz="140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411" name=""/>
          <p:cNvSpPr txBox="1"/>
          <p:nvPr/>
        </p:nvSpPr>
        <p:spPr>
          <a:xfrm>
            <a:off x="972360" y="2635560"/>
            <a:ext cx="2556360" cy="181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13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state patterns, contradiction and limits</a:t>
            </a:r>
            <a:endParaRPr b="0" i="1" lang="en-US" sz="130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412" name=""/>
          <p:cNvSpPr/>
          <p:nvPr/>
        </p:nvSpPr>
        <p:spPr>
          <a:xfrm>
            <a:off x="4382640" y="2441160"/>
            <a:ext cx="3426480" cy="2041200"/>
          </a:xfrm>
          <a:custGeom>
            <a:avLst/>
            <a:gdLst/>
            <a:ahLst/>
            <a:rect l="0" t="0" r="r" b="b"/>
            <a:pathLst>
              <a:path w="9518" h="5670">
                <a:moveTo>
                  <a:pt x="9518" y="2834"/>
                </a:moveTo>
                <a:cubicBezTo>
                  <a:pt x="9518" y="3332"/>
                  <a:pt x="9298" y="3821"/>
                  <a:pt x="8880" y="4252"/>
                </a:cubicBezTo>
                <a:cubicBezTo>
                  <a:pt x="8462" y="4683"/>
                  <a:pt x="7862" y="5041"/>
                  <a:pt x="7138" y="5290"/>
                </a:cubicBezTo>
                <a:cubicBezTo>
                  <a:pt x="6415" y="5539"/>
                  <a:pt x="5595" y="5670"/>
                  <a:pt x="4760" y="5670"/>
                </a:cubicBezTo>
                <a:cubicBezTo>
                  <a:pt x="3924" y="5670"/>
                  <a:pt x="3103" y="5539"/>
                  <a:pt x="2380" y="5290"/>
                </a:cubicBezTo>
                <a:cubicBezTo>
                  <a:pt x="1656" y="5041"/>
                  <a:pt x="1056" y="4683"/>
                  <a:pt x="638" y="4252"/>
                </a:cubicBezTo>
                <a:cubicBezTo>
                  <a:pt x="220" y="3821"/>
                  <a:pt x="0" y="3332"/>
                  <a:pt x="0" y="2834"/>
                </a:cubicBezTo>
                <a:cubicBezTo>
                  <a:pt x="0" y="2338"/>
                  <a:pt x="220" y="1849"/>
                  <a:pt x="638" y="1418"/>
                </a:cubicBezTo>
                <a:cubicBezTo>
                  <a:pt x="1056" y="986"/>
                  <a:pt x="1656" y="629"/>
                  <a:pt x="2380" y="380"/>
                </a:cubicBezTo>
                <a:cubicBezTo>
                  <a:pt x="3103" y="131"/>
                  <a:pt x="3924" y="0"/>
                  <a:pt x="4759" y="0"/>
                </a:cubicBezTo>
                <a:cubicBezTo>
                  <a:pt x="5594" y="0"/>
                  <a:pt x="6415" y="131"/>
                  <a:pt x="7138" y="380"/>
                </a:cubicBezTo>
                <a:cubicBezTo>
                  <a:pt x="7862" y="629"/>
                  <a:pt x="8462" y="986"/>
                  <a:pt x="8880" y="1418"/>
                </a:cubicBezTo>
                <a:cubicBezTo>
                  <a:pt x="9298" y="1849"/>
                  <a:pt x="9518" y="2338"/>
                  <a:pt x="9518" y="2834"/>
                </a:cubicBezTo>
                <a:close/>
              </a:path>
            </a:pathLst>
          </a:custGeom>
          <a:solidFill>
            <a:srgbClr val="d7d7d7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3" name=""/>
          <p:cNvSpPr/>
          <p:nvPr/>
        </p:nvSpPr>
        <p:spPr>
          <a:xfrm>
            <a:off x="4382640" y="2441160"/>
            <a:ext cx="3426480" cy="2041200"/>
          </a:xfrm>
          <a:custGeom>
            <a:avLst/>
            <a:gdLst/>
            <a:ahLst/>
            <a:rect l="0" t="0" r="r" b="b"/>
            <a:pathLst>
              <a:path w="9518" h="5670">
                <a:moveTo>
                  <a:pt x="9518" y="2834"/>
                </a:moveTo>
                <a:cubicBezTo>
                  <a:pt x="9518" y="3332"/>
                  <a:pt x="9298" y="3821"/>
                  <a:pt x="8880" y="4252"/>
                </a:cubicBezTo>
                <a:cubicBezTo>
                  <a:pt x="8462" y="4683"/>
                  <a:pt x="7862" y="5041"/>
                  <a:pt x="7138" y="5290"/>
                </a:cubicBezTo>
                <a:cubicBezTo>
                  <a:pt x="6415" y="5539"/>
                  <a:pt x="5595" y="5670"/>
                  <a:pt x="4760" y="5670"/>
                </a:cubicBezTo>
                <a:cubicBezTo>
                  <a:pt x="3924" y="5670"/>
                  <a:pt x="3103" y="5539"/>
                  <a:pt x="2380" y="5290"/>
                </a:cubicBezTo>
                <a:cubicBezTo>
                  <a:pt x="1656" y="5041"/>
                  <a:pt x="1056" y="4683"/>
                  <a:pt x="638" y="4252"/>
                </a:cubicBezTo>
                <a:cubicBezTo>
                  <a:pt x="220" y="3821"/>
                  <a:pt x="0" y="3332"/>
                  <a:pt x="0" y="2834"/>
                </a:cubicBezTo>
                <a:cubicBezTo>
                  <a:pt x="0" y="2338"/>
                  <a:pt x="220" y="1849"/>
                  <a:pt x="638" y="1418"/>
                </a:cubicBezTo>
                <a:cubicBezTo>
                  <a:pt x="1056" y="986"/>
                  <a:pt x="1656" y="629"/>
                  <a:pt x="2380" y="380"/>
                </a:cubicBezTo>
                <a:cubicBezTo>
                  <a:pt x="3103" y="131"/>
                  <a:pt x="3924" y="0"/>
                  <a:pt x="4759" y="0"/>
                </a:cubicBezTo>
                <a:cubicBezTo>
                  <a:pt x="5594" y="0"/>
                  <a:pt x="6415" y="131"/>
                  <a:pt x="7138" y="380"/>
                </a:cubicBezTo>
                <a:cubicBezTo>
                  <a:pt x="7862" y="629"/>
                  <a:pt x="8462" y="986"/>
                  <a:pt x="8880" y="1418"/>
                </a:cubicBezTo>
                <a:cubicBezTo>
                  <a:pt x="9298" y="1849"/>
                  <a:pt x="9518" y="2338"/>
                  <a:pt x="9518" y="2834"/>
                </a:cubicBezTo>
                <a:close/>
              </a:path>
            </a:pathLst>
          </a:custGeom>
          <a:noFill/>
          <a:ln w="33120">
            <a:solidFill>
              <a:srgbClr val="333333"/>
            </a:solidFill>
            <a:miter/>
          </a:ln>
        </p:spPr>
        <p:txBody>
          <a:bodyPr lIns="106560" rIns="106560" tIns="61560" bIns="6156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4" name=""/>
          <p:cNvSpPr txBox="1"/>
          <p:nvPr/>
        </p:nvSpPr>
        <p:spPr>
          <a:xfrm>
            <a:off x="4933080" y="2911680"/>
            <a:ext cx="2325600" cy="315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23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EVIDENCE BASE</a:t>
            </a:r>
            <a:endParaRPr b="1" lang="en-US" sz="223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415" name=""/>
          <p:cNvSpPr txBox="1"/>
          <p:nvPr/>
        </p:nvSpPr>
        <p:spPr>
          <a:xfrm>
            <a:off x="5703840" y="3273840"/>
            <a:ext cx="790200" cy="315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23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PACK</a:t>
            </a:r>
            <a:endParaRPr b="1" lang="en-US" sz="223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416" name=""/>
          <p:cNvSpPr txBox="1"/>
          <p:nvPr/>
        </p:nvSpPr>
        <p:spPr>
          <a:xfrm>
            <a:off x="5005440" y="3728520"/>
            <a:ext cx="216072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question ↔ claim ↔ decision</a:t>
            </a:r>
            <a:endParaRPr b="0" i="1" lang="en-US" sz="140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417" name=""/>
          <p:cNvSpPr/>
          <p:nvPr/>
        </p:nvSpPr>
        <p:spPr>
          <a:xfrm>
            <a:off x="8039520" y="1156680"/>
            <a:ext cx="1812240" cy="546840"/>
          </a:xfrm>
          <a:custGeom>
            <a:avLst/>
            <a:gdLst/>
            <a:ahLst/>
            <a:rect l="0" t="0" r="r" b="b"/>
            <a:pathLst>
              <a:path fill="none" w="5034" h="1519">
                <a:moveTo>
                  <a:pt x="0" y="0"/>
                </a:moveTo>
                <a:cubicBezTo>
                  <a:pt x="2472" y="92"/>
                  <a:pt x="4302" y="640"/>
                  <a:pt x="5034" y="1519"/>
                </a:cubicBezTo>
              </a:path>
            </a:pathLst>
          </a:custGeom>
          <a:ln w="33120">
            <a:solidFill>
              <a:srgbClr val="444444"/>
            </a:solidFill>
            <a:miter/>
          </a:ln>
        </p:spPr>
        <p:txBody>
          <a:bodyPr lIns="106560" rIns="106560" tIns="61560" bIns="6156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8" name=""/>
          <p:cNvSpPr/>
          <p:nvPr/>
        </p:nvSpPr>
        <p:spPr>
          <a:xfrm>
            <a:off x="9455400" y="1288080"/>
            <a:ext cx="438480" cy="465840"/>
          </a:xfrm>
          <a:custGeom>
            <a:avLst/>
            <a:gdLst/>
            <a:ahLst/>
            <a:rect l="0" t="0" r="r" b="b"/>
            <a:pathLst>
              <a:path w="1218" h="1294">
                <a:moveTo>
                  <a:pt x="914" y="0"/>
                </a:moveTo>
                <a:lnTo>
                  <a:pt x="1218" y="1294"/>
                </a:lnTo>
                <a:lnTo>
                  <a:pt x="0" y="761"/>
                </a:lnTo>
                <a:lnTo>
                  <a:pt x="914" y="0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9" name=""/>
          <p:cNvSpPr/>
          <p:nvPr/>
        </p:nvSpPr>
        <p:spPr>
          <a:xfrm>
            <a:off x="11103840" y="3000960"/>
            <a:ext cx="321480" cy="1185120"/>
          </a:xfrm>
          <a:custGeom>
            <a:avLst/>
            <a:gdLst/>
            <a:ahLst/>
            <a:rect l="0" t="0" r="r" b="b"/>
            <a:pathLst>
              <a:path fill="none" w="893" h="3292">
                <a:moveTo>
                  <a:pt x="0" y="0"/>
                </a:moveTo>
                <a:cubicBezTo>
                  <a:pt x="1190" y="1462"/>
                  <a:pt x="1190" y="2743"/>
                  <a:pt x="0" y="3292"/>
                </a:cubicBezTo>
              </a:path>
            </a:pathLst>
          </a:custGeom>
          <a:ln w="33120">
            <a:solidFill>
              <a:srgbClr val="444444"/>
            </a:solidFill>
            <a:miter/>
          </a:ln>
        </p:spPr>
        <p:txBody>
          <a:bodyPr lIns="106560" rIns="106560" tIns="61560" bIns="6156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0" name=""/>
          <p:cNvSpPr/>
          <p:nvPr/>
        </p:nvSpPr>
        <p:spPr>
          <a:xfrm>
            <a:off x="11044080" y="3839760"/>
            <a:ext cx="478800" cy="388800"/>
          </a:xfrm>
          <a:custGeom>
            <a:avLst/>
            <a:gdLst/>
            <a:ahLst/>
            <a:rect l="0" t="0" r="r" b="b"/>
            <a:pathLst>
              <a:path w="1330" h="1080">
                <a:moveTo>
                  <a:pt x="1330" y="1080"/>
                </a:moveTo>
                <a:lnTo>
                  <a:pt x="0" y="1039"/>
                </a:lnTo>
                <a:lnTo>
                  <a:pt x="831" y="0"/>
                </a:lnTo>
                <a:lnTo>
                  <a:pt x="1330" y="1080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1" name=""/>
          <p:cNvSpPr/>
          <p:nvPr/>
        </p:nvSpPr>
        <p:spPr>
          <a:xfrm>
            <a:off x="11044080" y="3839760"/>
            <a:ext cx="478800" cy="388800"/>
          </a:xfrm>
          <a:custGeom>
            <a:avLst/>
            <a:gdLst/>
            <a:ahLst/>
            <a:rect l="0" t="0" r="r" b="b"/>
            <a:pathLst>
              <a:path w="1330" h="1080">
                <a:moveTo>
                  <a:pt x="1330" y="1080"/>
                </a:moveTo>
                <a:lnTo>
                  <a:pt x="0" y="1039"/>
                </a:lnTo>
                <a:lnTo>
                  <a:pt x="831" y="0"/>
                </a:lnTo>
                <a:lnTo>
                  <a:pt x="1330" y="1080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2" name=""/>
          <p:cNvSpPr/>
          <p:nvPr/>
        </p:nvSpPr>
        <p:spPr>
          <a:xfrm>
            <a:off x="7770600" y="5239800"/>
            <a:ext cx="367920" cy="527040"/>
          </a:xfrm>
          <a:custGeom>
            <a:avLst/>
            <a:gdLst/>
            <a:ahLst/>
            <a:rect l="0" t="0" r="r" b="b"/>
            <a:pathLst>
              <a:path fill="none" w="1022" h="1464">
                <a:moveTo>
                  <a:pt x="1022" y="0"/>
                </a:moveTo>
                <a:cubicBezTo>
                  <a:pt x="15" y="1098"/>
                  <a:pt x="-534" y="1464"/>
                  <a:pt x="747" y="1464"/>
                </a:cubicBezTo>
              </a:path>
            </a:pathLst>
          </a:custGeom>
          <a:ln w="33120">
            <a:solidFill>
              <a:srgbClr val="444444"/>
            </a:solidFill>
            <a:miter/>
          </a:ln>
        </p:spPr>
        <p:txBody>
          <a:bodyPr lIns="106560" rIns="106560" tIns="61560" bIns="6156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3" name=""/>
          <p:cNvSpPr/>
          <p:nvPr/>
        </p:nvSpPr>
        <p:spPr>
          <a:xfrm>
            <a:off x="7677360" y="5552640"/>
            <a:ext cx="428040" cy="428040"/>
          </a:xfrm>
          <a:custGeom>
            <a:avLst/>
            <a:gdLst/>
            <a:ahLst/>
            <a:rect l="0" t="0" r="r" b="b"/>
            <a:pathLst>
              <a:path w="1189" h="1189">
                <a:moveTo>
                  <a:pt x="0" y="0"/>
                </a:moveTo>
                <a:lnTo>
                  <a:pt x="1189" y="595"/>
                </a:lnTo>
                <a:lnTo>
                  <a:pt x="0" y="1189"/>
                </a:lnTo>
                <a:lnTo>
                  <a:pt x="0" y="0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4" name=""/>
          <p:cNvSpPr/>
          <p:nvPr/>
        </p:nvSpPr>
        <p:spPr>
          <a:xfrm>
            <a:off x="7677360" y="5552640"/>
            <a:ext cx="428040" cy="428040"/>
          </a:xfrm>
          <a:custGeom>
            <a:avLst/>
            <a:gdLst/>
            <a:ahLst/>
            <a:rect l="0" t="0" r="r" b="b"/>
            <a:pathLst>
              <a:path w="1189" h="1189">
                <a:moveTo>
                  <a:pt x="0" y="0"/>
                </a:moveTo>
                <a:lnTo>
                  <a:pt x="1189" y="595"/>
                </a:lnTo>
                <a:lnTo>
                  <a:pt x="0" y="1189"/>
                </a:lnTo>
                <a:lnTo>
                  <a:pt x="0" y="0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5" name=""/>
          <p:cNvSpPr/>
          <p:nvPr/>
        </p:nvSpPr>
        <p:spPr>
          <a:xfrm>
            <a:off x="7677360" y="5552640"/>
            <a:ext cx="428040" cy="428040"/>
          </a:xfrm>
          <a:custGeom>
            <a:avLst/>
            <a:gdLst/>
            <a:ahLst/>
            <a:rect l="0" t="0" r="r" b="b"/>
            <a:pathLst>
              <a:path w="1189" h="1189">
                <a:moveTo>
                  <a:pt x="0" y="0"/>
                </a:moveTo>
                <a:lnTo>
                  <a:pt x="1189" y="595"/>
                </a:lnTo>
                <a:lnTo>
                  <a:pt x="0" y="1189"/>
                </a:lnTo>
                <a:lnTo>
                  <a:pt x="0" y="0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6" name=""/>
          <p:cNvSpPr/>
          <p:nvPr/>
        </p:nvSpPr>
        <p:spPr>
          <a:xfrm>
            <a:off x="2340000" y="5437440"/>
            <a:ext cx="1812240" cy="329400"/>
          </a:xfrm>
          <a:custGeom>
            <a:avLst/>
            <a:gdLst/>
            <a:ahLst/>
            <a:rect l="0" t="0" r="r" b="b"/>
            <a:pathLst>
              <a:path fill="none" w="5034" h="915">
                <a:moveTo>
                  <a:pt x="5034" y="915"/>
                </a:moveTo>
                <a:cubicBezTo>
                  <a:pt x="2562" y="823"/>
                  <a:pt x="549" y="366"/>
                  <a:pt x="0" y="0"/>
                </a:cubicBezTo>
              </a:path>
            </a:pathLst>
          </a:custGeom>
          <a:ln w="33120">
            <a:solidFill>
              <a:srgbClr val="444444"/>
            </a:solidFill>
            <a:miter/>
          </a:ln>
        </p:spPr>
        <p:txBody>
          <a:bodyPr lIns="106560" rIns="106560" tIns="61560" bIns="6156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7" name=""/>
          <p:cNvSpPr/>
          <p:nvPr/>
        </p:nvSpPr>
        <p:spPr>
          <a:xfrm>
            <a:off x="2284920" y="5401080"/>
            <a:ext cx="475200" cy="415440"/>
          </a:xfrm>
          <a:custGeom>
            <a:avLst/>
            <a:gdLst/>
            <a:ahLst/>
            <a:rect l="0" t="0" r="r" b="b"/>
            <a:pathLst>
              <a:path w="1320" h="1154">
                <a:moveTo>
                  <a:pt x="660" y="1154"/>
                </a:moveTo>
                <a:lnTo>
                  <a:pt x="0" y="0"/>
                </a:lnTo>
                <a:lnTo>
                  <a:pt x="1320" y="165"/>
                </a:lnTo>
                <a:lnTo>
                  <a:pt x="660" y="1154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8" name=""/>
          <p:cNvSpPr/>
          <p:nvPr/>
        </p:nvSpPr>
        <p:spPr>
          <a:xfrm>
            <a:off x="2284920" y="5401080"/>
            <a:ext cx="475200" cy="415440"/>
          </a:xfrm>
          <a:custGeom>
            <a:avLst/>
            <a:gdLst/>
            <a:ahLst/>
            <a:rect l="0" t="0" r="r" b="b"/>
            <a:pathLst>
              <a:path w="1320" h="1154">
                <a:moveTo>
                  <a:pt x="660" y="1154"/>
                </a:moveTo>
                <a:lnTo>
                  <a:pt x="0" y="0"/>
                </a:lnTo>
                <a:lnTo>
                  <a:pt x="1320" y="165"/>
                </a:lnTo>
                <a:lnTo>
                  <a:pt x="660" y="1154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9" name=""/>
          <p:cNvSpPr/>
          <p:nvPr/>
        </p:nvSpPr>
        <p:spPr>
          <a:xfrm>
            <a:off x="2284920" y="5401080"/>
            <a:ext cx="475200" cy="415440"/>
          </a:xfrm>
          <a:custGeom>
            <a:avLst/>
            <a:gdLst/>
            <a:ahLst/>
            <a:rect l="0" t="0" r="r" b="b"/>
            <a:pathLst>
              <a:path w="1320" h="1154">
                <a:moveTo>
                  <a:pt x="660" y="1154"/>
                </a:moveTo>
                <a:lnTo>
                  <a:pt x="0" y="0"/>
                </a:lnTo>
                <a:lnTo>
                  <a:pt x="1320" y="165"/>
                </a:lnTo>
                <a:lnTo>
                  <a:pt x="660" y="1154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0" name=""/>
          <p:cNvSpPr/>
          <p:nvPr/>
        </p:nvSpPr>
        <p:spPr>
          <a:xfrm>
            <a:off x="2284920" y="5401080"/>
            <a:ext cx="475200" cy="415440"/>
          </a:xfrm>
          <a:custGeom>
            <a:avLst/>
            <a:gdLst/>
            <a:ahLst/>
            <a:rect l="0" t="0" r="r" b="b"/>
            <a:pathLst>
              <a:path w="1320" h="1154">
                <a:moveTo>
                  <a:pt x="660" y="1154"/>
                </a:moveTo>
                <a:lnTo>
                  <a:pt x="0" y="0"/>
                </a:lnTo>
                <a:lnTo>
                  <a:pt x="1320" y="165"/>
                </a:lnTo>
                <a:lnTo>
                  <a:pt x="660" y="1154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1" name=""/>
          <p:cNvSpPr/>
          <p:nvPr/>
        </p:nvSpPr>
        <p:spPr>
          <a:xfrm>
            <a:off x="766440" y="3033720"/>
            <a:ext cx="321480" cy="1152360"/>
          </a:xfrm>
          <a:custGeom>
            <a:avLst/>
            <a:gdLst/>
            <a:ahLst/>
            <a:rect l="0" t="0" r="r" b="b"/>
            <a:pathLst>
              <a:path fill="none" w="893" h="3201">
                <a:moveTo>
                  <a:pt x="893" y="3201"/>
                </a:moveTo>
                <a:cubicBezTo>
                  <a:pt x="-297" y="1829"/>
                  <a:pt x="-297" y="641"/>
                  <a:pt x="893" y="0"/>
                </a:cubicBezTo>
              </a:path>
            </a:pathLst>
          </a:custGeom>
          <a:ln w="33120">
            <a:solidFill>
              <a:srgbClr val="444444"/>
            </a:solidFill>
            <a:miter/>
          </a:ln>
        </p:spPr>
        <p:txBody>
          <a:bodyPr lIns="106560" rIns="106560" tIns="61560" bIns="6156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2" name=""/>
          <p:cNvSpPr/>
          <p:nvPr/>
        </p:nvSpPr>
        <p:spPr>
          <a:xfrm>
            <a:off x="667080" y="3002760"/>
            <a:ext cx="478800" cy="391320"/>
          </a:xfrm>
          <a:custGeom>
            <a:avLst/>
            <a:gdLst/>
            <a:ahLst/>
            <a:rect l="0" t="0" r="r" b="b"/>
            <a:pathLst>
              <a:path w="1330" h="1087">
                <a:moveTo>
                  <a:pt x="0" y="40"/>
                </a:moveTo>
                <a:lnTo>
                  <a:pt x="1330" y="0"/>
                </a:lnTo>
                <a:lnTo>
                  <a:pt x="564" y="1087"/>
                </a:lnTo>
                <a:lnTo>
                  <a:pt x="0" y="40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3" name=""/>
          <p:cNvSpPr/>
          <p:nvPr/>
        </p:nvSpPr>
        <p:spPr>
          <a:xfrm>
            <a:off x="667080" y="3002760"/>
            <a:ext cx="478800" cy="391320"/>
          </a:xfrm>
          <a:custGeom>
            <a:avLst/>
            <a:gdLst/>
            <a:ahLst/>
            <a:rect l="0" t="0" r="r" b="b"/>
            <a:pathLst>
              <a:path w="1330" h="1087">
                <a:moveTo>
                  <a:pt x="0" y="40"/>
                </a:moveTo>
                <a:lnTo>
                  <a:pt x="1330" y="0"/>
                </a:lnTo>
                <a:lnTo>
                  <a:pt x="564" y="1087"/>
                </a:lnTo>
                <a:lnTo>
                  <a:pt x="0" y="40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4" name=""/>
          <p:cNvSpPr/>
          <p:nvPr/>
        </p:nvSpPr>
        <p:spPr>
          <a:xfrm>
            <a:off x="667080" y="3002760"/>
            <a:ext cx="478800" cy="391320"/>
          </a:xfrm>
          <a:custGeom>
            <a:avLst/>
            <a:gdLst/>
            <a:ahLst/>
            <a:rect l="0" t="0" r="r" b="b"/>
            <a:pathLst>
              <a:path w="1330" h="1087">
                <a:moveTo>
                  <a:pt x="0" y="40"/>
                </a:moveTo>
                <a:lnTo>
                  <a:pt x="1330" y="0"/>
                </a:lnTo>
                <a:lnTo>
                  <a:pt x="564" y="1087"/>
                </a:lnTo>
                <a:lnTo>
                  <a:pt x="0" y="40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5" name=""/>
          <p:cNvSpPr/>
          <p:nvPr/>
        </p:nvSpPr>
        <p:spPr>
          <a:xfrm>
            <a:off x="667080" y="3002760"/>
            <a:ext cx="478800" cy="391320"/>
          </a:xfrm>
          <a:custGeom>
            <a:avLst/>
            <a:gdLst/>
            <a:ahLst/>
            <a:rect l="0" t="0" r="r" b="b"/>
            <a:pathLst>
              <a:path w="1330" h="1087">
                <a:moveTo>
                  <a:pt x="0" y="40"/>
                </a:moveTo>
                <a:lnTo>
                  <a:pt x="1330" y="0"/>
                </a:lnTo>
                <a:lnTo>
                  <a:pt x="564" y="1087"/>
                </a:lnTo>
                <a:lnTo>
                  <a:pt x="0" y="40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6" name=""/>
          <p:cNvSpPr/>
          <p:nvPr/>
        </p:nvSpPr>
        <p:spPr>
          <a:xfrm>
            <a:off x="667080" y="3002760"/>
            <a:ext cx="478800" cy="391320"/>
          </a:xfrm>
          <a:custGeom>
            <a:avLst/>
            <a:gdLst/>
            <a:ahLst/>
            <a:rect l="0" t="0" r="r" b="b"/>
            <a:pathLst>
              <a:path w="1330" h="1087">
                <a:moveTo>
                  <a:pt x="0" y="40"/>
                </a:moveTo>
                <a:lnTo>
                  <a:pt x="1330" y="0"/>
                </a:lnTo>
                <a:lnTo>
                  <a:pt x="564" y="1087"/>
                </a:lnTo>
                <a:lnTo>
                  <a:pt x="0" y="40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7" name=""/>
          <p:cNvSpPr/>
          <p:nvPr/>
        </p:nvSpPr>
        <p:spPr>
          <a:xfrm>
            <a:off x="2340000" y="1148040"/>
            <a:ext cx="1779120" cy="634320"/>
          </a:xfrm>
          <a:custGeom>
            <a:avLst/>
            <a:gdLst/>
            <a:ahLst/>
            <a:rect l="0" t="0" r="r" b="b"/>
            <a:pathLst>
              <a:path fill="none" w="4942" h="1762">
                <a:moveTo>
                  <a:pt x="0" y="1762"/>
                </a:moveTo>
                <a:cubicBezTo>
                  <a:pt x="1830" y="24"/>
                  <a:pt x="3661" y="-67"/>
                  <a:pt x="4942" y="24"/>
                </a:cubicBezTo>
              </a:path>
            </a:pathLst>
          </a:custGeom>
          <a:ln w="33120">
            <a:solidFill>
              <a:srgbClr val="444444"/>
            </a:solidFill>
            <a:miter/>
          </a:ln>
        </p:spPr>
        <p:txBody>
          <a:bodyPr lIns="106560" rIns="106560" tIns="61560" bIns="6156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8" name=""/>
          <p:cNvSpPr/>
          <p:nvPr/>
        </p:nvSpPr>
        <p:spPr>
          <a:xfrm>
            <a:off x="3742200" y="917280"/>
            <a:ext cx="442800" cy="427320"/>
          </a:xfrm>
          <a:custGeom>
            <a:avLst/>
            <a:gdLst/>
            <a:ahLst/>
            <a:rect l="0" t="0" r="r" b="b"/>
            <a:pathLst>
              <a:path w="1230" h="1187">
                <a:moveTo>
                  <a:pt x="85" y="0"/>
                </a:moveTo>
                <a:lnTo>
                  <a:pt x="1230" y="678"/>
                </a:lnTo>
                <a:lnTo>
                  <a:pt x="0" y="1187"/>
                </a:lnTo>
                <a:lnTo>
                  <a:pt x="85" y="0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9" name=""/>
          <p:cNvSpPr/>
          <p:nvPr/>
        </p:nvSpPr>
        <p:spPr>
          <a:xfrm>
            <a:off x="3742200" y="917280"/>
            <a:ext cx="442800" cy="427320"/>
          </a:xfrm>
          <a:custGeom>
            <a:avLst/>
            <a:gdLst/>
            <a:ahLst/>
            <a:rect l="0" t="0" r="r" b="b"/>
            <a:pathLst>
              <a:path w="1230" h="1187">
                <a:moveTo>
                  <a:pt x="85" y="0"/>
                </a:moveTo>
                <a:lnTo>
                  <a:pt x="1230" y="678"/>
                </a:lnTo>
                <a:lnTo>
                  <a:pt x="0" y="1187"/>
                </a:lnTo>
                <a:lnTo>
                  <a:pt x="85" y="0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0" name=""/>
          <p:cNvSpPr/>
          <p:nvPr/>
        </p:nvSpPr>
        <p:spPr>
          <a:xfrm>
            <a:off x="3742200" y="917280"/>
            <a:ext cx="442800" cy="427320"/>
          </a:xfrm>
          <a:custGeom>
            <a:avLst/>
            <a:gdLst/>
            <a:ahLst/>
            <a:rect l="0" t="0" r="r" b="b"/>
            <a:pathLst>
              <a:path w="1230" h="1187">
                <a:moveTo>
                  <a:pt x="85" y="0"/>
                </a:moveTo>
                <a:lnTo>
                  <a:pt x="1230" y="678"/>
                </a:lnTo>
                <a:lnTo>
                  <a:pt x="0" y="1187"/>
                </a:lnTo>
                <a:lnTo>
                  <a:pt x="85" y="0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1" name=""/>
          <p:cNvSpPr/>
          <p:nvPr/>
        </p:nvSpPr>
        <p:spPr>
          <a:xfrm>
            <a:off x="3742200" y="917280"/>
            <a:ext cx="442800" cy="427320"/>
          </a:xfrm>
          <a:custGeom>
            <a:avLst/>
            <a:gdLst/>
            <a:ahLst/>
            <a:rect l="0" t="0" r="r" b="b"/>
            <a:pathLst>
              <a:path w="1230" h="1187">
                <a:moveTo>
                  <a:pt x="85" y="0"/>
                </a:moveTo>
                <a:lnTo>
                  <a:pt x="1230" y="678"/>
                </a:lnTo>
                <a:lnTo>
                  <a:pt x="0" y="1187"/>
                </a:lnTo>
                <a:lnTo>
                  <a:pt x="85" y="0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2" name=""/>
          <p:cNvSpPr/>
          <p:nvPr/>
        </p:nvSpPr>
        <p:spPr>
          <a:xfrm>
            <a:off x="3742200" y="917280"/>
            <a:ext cx="442800" cy="427320"/>
          </a:xfrm>
          <a:custGeom>
            <a:avLst/>
            <a:gdLst/>
            <a:ahLst/>
            <a:rect l="0" t="0" r="r" b="b"/>
            <a:pathLst>
              <a:path w="1230" h="1187">
                <a:moveTo>
                  <a:pt x="85" y="0"/>
                </a:moveTo>
                <a:lnTo>
                  <a:pt x="1230" y="678"/>
                </a:lnTo>
                <a:lnTo>
                  <a:pt x="0" y="1187"/>
                </a:lnTo>
                <a:lnTo>
                  <a:pt x="85" y="0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3" name=""/>
          <p:cNvSpPr/>
          <p:nvPr/>
        </p:nvSpPr>
        <p:spPr>
          <a:xfrm>
            <a:off x="3742200" y="917280"/>
            <a:ext cx="442800" cy="427320"/>
          </a:xfrm>
          <a:custGeom>
            <a:avLst/>
            <a:gdLst/>
            <a:ahLst/>
            <a:rect l="0" t="0" r="r" b="b"/>
            <a:pathLst>
              <a:path w="1230" h="1187">
                <a:moveTo>
                  <a:pt x="85" y="0"/>
                </a:moveTo>
                <a:lnTo>
                  <a:pt x="1230" y="678"/>
                </a:lnTo>
                <a:lnTo>
                  <a:pt x="0" y="1187"/>
                </a:lnTo>
                <a:lnTo>
                  <a:pt x="85" y="0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4" name=""/>
          <p:cNvSpPr/>
          <p:nvPr/>
        </p:nvSpPr>
        <p:spPr>
          <a:xfrm>
            <a:off x="6096240" y="1749600"/>
            <a:ext cx="0" cy="625680"/>
          </a:xfrm>
          <a:prstGeom prst="line">
            <a:avLst/>
          </a:prstGeom>
          <a:ln w="19800">
            <a:solidFill>
              <a:srgbClr val="888888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9720" rIns="99720" tIns="54720" bIns="547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5" name=""/>
          <p:cNvSpPr/>
          <p:nvPr/>
        </p:nvSpPr>
        <p:spPr>
          <a:xfrm flipH="1">
            <a:off x="7446600" y="2375280"/>
            <a:ext cx="691920" cy="526680"/>
          </a:xfrm>
          <a:prstGeom prst="line">
            <a:avLst/>
          </a:prstGeom>
          <a:ln w="19800">
            <a:solidFill>
              <a:srgbClr val="888888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9720" rIns="99720" tIns="54720" bIns="547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6" name=""/>
          <p:cNvSpPr/>
          <p:nvPr/>
        </p:nvSpPr>
        <p:spPr>
          <a:xfrm flipH="1" flipV="1">
            <a:off x="7446600" y="4021560"/>
            <a:ext cx="691920" cy="822960"/>
          </a:xfrm>
          <a:prstGeom prst="line">
            <a:avLst/>
          </a:prstGeom>
          <a:ln w="19800">
            <a:solidFill>
              <a:srgbClr val="888888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9720" rIns="99720" tIns="54720" bIns="547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7" name=""/>
          <p:cNvSpPr/>
          <p:nvPr/>
        </p:nvSpPr>
        <p:spPr>
          <a:xfrm flipV="1">
            <a:off x="6096240" y="4515480"/>
            <a:ext cx="0" cy="592560"/>
          </a:xfrm>
          <a:prstGeom prst="line">
            <a:avLst/>
          </a:prstGeom>
          <a:ln w="19800">
            <a:solidFill>
              <a:srgbClr val="888888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9720" rIns="99720" tIns="54720" bIns="547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8" name=""/>
          <p:cNvSpPr/>
          <p:nvPr/>
        </p:nvSpPr>
        <p:spPr>
          <a:xfrm flipV="1">
            <a:off x="4053240" y="4021560"/>
            <a:ext cx="691920" cy="822960"/>
          </a:xfrm>
          <a:prstGeom prst="line">
            <a:avLst/>
          </a:prstGeom>
          <a:ln w="19800">
            <a:solidFill>
              <a:srgbClr val="888888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9720" rIns="99720" tIns="54720" bIns="547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9" name=""/>
          <p:cNvSpPr/>
          <p:nvPr/>
        </p:nvSpPr>
        <p:spPr>
          <a:xfrm>
            <a:off x="4053240" y="2375280"/>
            <a:ext cx="691920" cy="526680"/>
          </a:xfrm>
          <a:prstGeom prst="line">
            <a:avLst/>
          </a:prstGeom>
          <a:ln w="19800">
            <a:solidFill>
              <a:srgbClr val="888888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9720" rIns="99720" tIns="54720" bIns="547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"/>
          <p:cNvSpPr/>
          <p:nvPr/>
        </p:nvSpPr>
        <p:spPr>
          <a:xfrm>
            <a:off x="248040" y="165240"/>
            <a:ext cx="11695680" cy="6527160"/>
          </a:xfrm>
          <a:custGeom>
            <a:avLst/>
            <a:gdLst/>
            <a:ahLst/>
            <a:rect l="0" t="0" r="r" b="b"/>
            <a:pathLst>
              <a:path w="32488" h="18131">
                <a:moveTo>
                  <a:pt x="0" y="0"/>
                </a:moveTo>
                <a:lnTo>
                  <a:pt x="32488" y="0"/>
                </a:lnTo>
                <a:lnTo>
                  <a:pt x="32488" y="18131"/>
                </a:lnTo>
                <a:lnTo>
                  <a:pt x="0" y="1813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1" name=""/>
          <p:cNvSpPr txBox="1"/>
          <p:nvPr/>
        </p:nvSpPr>
        <p:spPr>
          <a:xfrm>
            <a:off x="3630240" y="311400"/>
            <a:ext cx="4936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143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a defensible commitment remains reversible until evidence retains it</a:t>
            </a:r>
            <a:endParaRPr b="0" i="1" lang="en-US" sz="143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452" name=""/>
          <p:cNvSpPr/>
          <p:nvPr/>
        </p:nvSpPr>
        <p:spPr>
          <a:xfrm>
            <a:off x="378000" y="814680"/>
            <a:ext cx="1949400" cy="1201680"/>
          </a:xfrm>
          <a:custGeom>
            <a:avLst/>
            <a:gdLst/>
            <a:ahLst/>
            <a:rect l="0" t="0" r="r" b="b"/>
            <a:pathLst>
              <a:path w="5415" h="3338">
                <a:moveTo>
                  <a:pt x="2707" y="3338"/>
                </a:moveTo>
                <a:lnTo>
                  <a:pt x="5108" y="3338"/>
                </a:lnTo>
                <a:cubicBezTo>
                  <a:pt x="5277" y="3338"/>
                  <a:pt x="5415" y="3201"/>
                  <a:pt x="5415" y="3031"/>
                </a:cubicBezTo>
                <a:lnTo>
                  <a:pt x="5415" y="307"/>
                </a:lnTo>
                <a:cubicBezTo>
                  <a:pt x="5415" y="138"/>
                  <a:pt x="5277" y="0"/>
                  <a:pt x="5108" y="0"/>
                </a:cubicBezTo>
                <a:lnTo>
                  <a:pt x="307" y="0"/>
                </a:lnTo>
                <a:cubicBezTo>
                  <a:pt x="137" y="0"/>
                  <a:pt x="0" y="138"/>
                  <a:pt x="0" y="307"/>
                </a:cubicBezTo>
                <a:lnTo>
                  <a:pt x="0" y="3031"/>
                </a:lnTo>
                <a:cubicBezTo>
                  <a:pt x="0" y="3201"/>
                  <a:pt x="137" y="3338"/>
                  <a:pt x="307" y="3338"/>
                </a:cubicBezTo>
                <a:lnTo>
                  <a:pt x="2707" y="3338"/>
                </a:lnTo>
                <a:close/>
              </a:path>
            </a:pathLst>
          </a:custGeom>
          <a:solidFill>
            <a:srgbClr val="eeeee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3" name=""/>
          <p:cNvSpPr/>
          <p:nvPr/>
        </p:nvSpPr>
        <p:spPr>
          <a:xfrm>
            <a:off x="378000" y="814680"/>
            <a:ext cx="1949400" cy="1201680"/>
          </a:xfrm>
          <a:custGeom>
            <a:avLst/>
            <a:gdLst/>
            <a:ahLst/>
            <a:rect l="0" t="0" r="r" b="b"/>
            <a:pathLst>
              <a:path w="5415" h="3338">
                <a:moveTo>
                  <a:pt x="2707" y="3338"/>
                </a:moveTo>
                <a:lnTo>
                  <a:pt x="5108" y="3338"/>
                </a:lnTo>
                <a:cubicBezTo>
                  <a:pt x="5277" y="3338"/>
                  <a:pt x="5415" y="3201"/>
                  <a:pt x="5415" y="3031"/>
                </a:cubicBezTo>
                <a:lnTo>
                  <a:pt x="5415" y="307"/>
                </a:lnTo>
                <a:cubicBezTo>
                  <a:pt x="5415" y="138"/>
                  <a:pt x="5277" y="0"/>
                  <a:pt x="5108" y="0"/>
                </a:cubicBezTo>
                <a:lnTo>
                  <a:pt x="307" y="0"/>
                </a:lnTo>
                <a:cubicBezTo>
                  <a:pt x="137" y="0"/>
                  <a:pt x="0" y="138"/>
                  <a:pt x="0" y="307"/>
                </a:cubicBezTo>
                <a:lnTo>
                  <a:pt x="0" y="3031"/>
                </a:lnTo>
                <a:cubicBezTo>
                  <a:pt x="0" y="3201"/>
                  <a:pt x="137" y="3338"/>
                  <a:pt x="307" y="3338"/>
                </a:cubicBezTo>
                <a:lnTo>
                  <a:pt x="2707" y="3338"/>
                </a:lnTo>
                <a:close/>
              </a:path>
            </a:pathLst>
          </a:custGeom>
          <a:noFill/>
          <a:ln w="25920">
            <a:solidFill>
              <a:srgbClr val="333333"/>
            </a:solidFill>
            <a:miter/>
          </a:ln>
        </p:spPr>
        <p:txBody>
          <a:bodyPr lIns="102960" rIns="102960" tIns="57960" bIns="5796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4" name=""/>
          <p:cNvSpPr txBox="1"/>
          <p:nvPr/>
        </p:nvSpPr>
        <p:spPr>
          <a:xfrm>
            <a:off x="855720" y="1025640"/>
            <a:ext cx="995040" cy="181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28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EVIDENCE +</a:t>
            </a:r>
            <a:endParaRPr b="1" lang="en-US" sz="128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455" name=""/>
          <p:cNvSpPr txBox="1"/>
          <p:nvPr/>
        </p:nvSpPr>
        <p:spPr>
          <a:xfrm>
            <a:off x="849240" y="1240200"/>
            <a:ext cx="1006560" cy="181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28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AUTHORITY</a:t>
            </a:r>
            <a:endParaRPr b="1" lang="en-US" sz="128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456" name=""/>
          <p:cNvSpPr txBox="1"/>
          <p:nvPr/>
        </p:nvSpPr>
        <p:spPr>
          <a:xfrm>
            <a:off x="628200" y="1584360"/>
            <a:ext cx="1435320" cy="142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97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what is known and permitted</a:t>
            </a:r>
            <a:endParaRPr b="0" lang="en-US" sz="97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457" name=""/>
          <p:cNvSpPr/>
          <p:nvPr/>
        </p:nvSpPr>
        <p:spPr>
          <a:xfrm>
            <a:off x="2684880" y="814680"/>
            <a:ext cx="1949040" cy="1201680"/>
          </a:xfrm>
          <a:custGeom>
            <a:avLst/>
            <a:gdLst/>
            <a:ahLst/>
            <a:rect l="0" t="0" r="r" b="b"/>
            <a:pathLst>
              <a:path w="5414" h="3338">
                <a:moveTo>
                  <a:pt x="2707" y="3338"/>
                </a:moveTo>
                <a:lnTo>
                  <a:pt x="5108" y="3338"/>
                </a:lnTo>
                <a:cubicBezTo>
                  <a:pt x="5277" y="3338"/>
                  <a:pt x="5414" y="3201"/>
                  <a:pt x="5414" y="3031"/>
                </a:cubicBezTo>
                <a:lnTo>
                  <a:pt x="5414" y="307"/>
                </a:lnTo>
                <a:cubicBezTo>
                  <a:pt x="5414" y="138"/>
                  <a:pt x="5277" y="0"/>
                  <a:pt x="5108" y="0"/>
                </a:cubicBezTo>
                <a:lnTo>
                  <a:pt x="306" y="0"/>
                </a:lnTo>
                <a:cubicBezTo>
                  <a:pt x="137" y="0"/>
                  <a:pt x="0" y="138"/>
                  <a:pt x="0" y="307"/>
                </a:cubicBezTo>
                <a:lnTo>
                  <a:pt x="0" y="3031"/>
                </a:lnTo>
                <a:cubicBezTo>
                  <a:pt x="0" y="3201"/>
                  <a:pt x="137" y="3338"/>
                  <a:pt x="306" y="3338"/>
                </a:cubicBezTo>
                <a:lnTo>
                  <a:pt x="2707" y="3338"/>
                </a:lnTo>
                <a:close/>
              </a:path>
            </a:pathLst>
          </a:custGeom>
          <a:solidFill>
            <a:srgbClr val="eeeee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8" name=""/>
          <p:cNvSpPr/>
          <p:nvPr/>
        </p:nvSpPr>
        <p:spPr>
          <a:xfrm>
            <a:off x="2684880" y="814680"/>
            <a:ext cx="1949040" cy="1201680"/>
          </a:xfrm>
          <a:custGeom>
            <a:avLst/>
            <a:gdLst/>
            <a:ahLst/>
            <a:rect l="0" t="0" r="r" b="b"/>
            <a:pathLst>
              <a:path w="5414" h="3338">
                <a:moveTo>
                  <a:pt x="2707" y="3338"/>
                </a:moveTo>
                <a:lnTo>
                  <a:pt x="5108" y="3338"/>
                </a:lnTo>
                <a:cubicBezTo>
                  <a:pt x="5277" y="3338"/>
                  <a:pt x="5414" y="3201"/>
                  <a:pt x="5414" y="3031"/>
                </a:cubicBezTo>
                <a:lnTo>
                  <a:pt x="5414" y="307"/>
                </a:lnTo>
                <a:cubicBezTo>
                  <a:pt x="5414" y="138"/>
                  <a:pt x="5277" y="0"/>
                  <a:pt x="5108" y="0"/>
                </a:cubicBezTo>
                <a:lnTo>
                  <a:pt x="306" y="0"/>
                </a:lnTo>
                <a:cubicBezTo>
                  <a:pt x="137" y="0"/>
                  <a:pt x="0" y="138"/>
                  <a:pt x="0" y="307"/>
                </a:cubicBezTo>
                <a:lnTo>
                  <a:pt x="0" y="3031"/>
                </a:lnTo>
                <a:cubicBezTo>
                  <a:pt x="0" y="3201"/>
                  <a:pt x="137" y="3338"/>
                  <a:pt x="306" y="3338"/>
                </a:cubicBezTo>
                <a:lnTo>
                  <a:pt x="2707" y="3338"/>
                </a:lnTo>
                <a:close/>
              </a:path>
            </a:pathLst>
          </a:custGeom>
          <a:noFill/>
          <a:ln w="25920">
            <a:solidFill>
              <a:srgbClr val="333333"/>
            </a:solidFill>
            <a:miter/>
          </a:ln>
        </p:spPr>
        <p:txBody>
          <a:bodyPr lIns="102960" rIns="102960" tIns="57960" bIns="5796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9" name=""/>
          <p:cNvSpPr txBox="1"/>
          <p:nvPr/>
        </p:nvSpPr>
        <p:spPr>
          <a:xfrm>
            <a:off x="3272760" y="1025640"/>
            <a:ext cx="777600" cy="181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28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DRIVER +</a:t>
            </a:r>
            <a:endParaRPr b="1" lang="en-US" sz="128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460" name=""/>
          <p:cNvSpPr txBox="1"/>
          <p:nvPr/>
        </p:nvSpPr>
        <p:spPr>
          <a:xfrm>
            <a:off x="3194640" y="1240200"/>
            <a:ext cx="937080" cy="181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28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BOUNDARY</a:t>
            </a:r>
            <a:endParaRPr b="1" lang="en-US" sz="128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461" name=""/>
          <p:cNvSpPr txBox="1"/>
          <p:nvPr/>
        </p:nvSpPr>
        <p:spPr>
          <a:xfrm>
            <a:off x="2863440" y="1584360"/>
            <a:ext cx="1591200" cy="142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97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why it matters and what is fixed</a:t>
            </a:r>
            <a:endParaRPr b="0" lang="en-US" sz="97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462" name=""/>
          <p:cNvSpPr/>
          <p:nvPr/>
        </p:nvSpPr>
        <p:spPr>
          <a:xfrm>
            <a:off x="4991400" y="814680"/>
            <a:ext cx="1949040" cy="1201680"/>
          </a:xfrm>
          <a:custGeom>
            <a:avLst/>
            <a:gdLst/>
            <a:ahLst/>
            <a:rect l="0" t="0" r="r" b="b"/>
            <a:pathLst>
              <a:path w="5414" h="3338">
                <a:moveTo>
                  <a:pt x="2708" y="3338"/>
                </a:moveTo>
                <a:lnTo>
                  <a:pt x="5107" y="3338"/>
                </a:lnTo>
                <a:cubicBezTo>
                  <a:pt x="5277" y="3338"/>
                  <a:pt x="5414" y="3201"/>
                  <a:pt x="5414" y="3031"/>
                </a:cubicBezTo>
                <a:lnTo>
                  <a:pt x="5414" y="307"/>
                </a:lnTo>
                <a:cubicBezTo>
                  <a:pt x="5414" y="138"/>
                  <a:pt x="5277" y="0"/>
                  <a:pt x="5107" y="0"/>
                </a:cubicBezTo>
                <a:lnTo>
                  <a:pt x="307" y="0"/>
                </a:lnTo>
                <a:cubicBezTo>
                  <a:pt x="137" y="0"/>
                  <a:pt x="0" y="138"/>
                  <a:pt x="0" y="307"/>
                </a:cubicBezTo>
                <a:lnTo>
                  <a:pt x="0" y="3031"/>
                </a:lnTo>
                <a:cubicBezTo>
                  <a:pt x="0" y="3201"/>
                  <a:pt x="137" y="3338"/>
                  <a:pt x="307" y="3338"/>
                </a:cubicBezTo>
                <a:lnTo>
                  <a:pt x="2708" y="3338"/>
                </a:lnTo>
                <a:close/>
              </a:path>
            </a:pathLst>
          </a:custGeom>
          <a:solidFill>
            <a:srgbClr val="eeeee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3" name=""/>
          <p:cNvSpPr/>
          <p:nvPr/>
        </p:nvSpPr>
        <p:spPr>
          <a:xfrm>
            <a:off x="4991400" y="814680"/>
            <a:ext cx="1949040" cy="1201680"/>
          </a:xfrm>
          <a:custGeom>
            <a:avLst/>
            <a:gdLst/>
            <a:ahLst/>
            <a:rect l="0" t="0" r="r" b="b"/>
            <a:pathLst>
              <a:path w="5414" h="3338">
                <a:moveTo>
                  <a:pt x="2708" y="3338"/>
                </a:moveTo>
                <a:lnTo>
                  <a:pt x="5107" y="3338"/>
                </a:lnTo>
                <a:cubicBezTo>
                  <a:pt x="5277" y="3338"/>
                  <a:pt x="5414" y="3201"/>
                  <a:pt x="5414" y="3031"/>
                </a:cubicBezTo>
                <a:lnTo>
                  <a:pt x="5414" y="307"/>
                </a:lnTo>
                <a:cubicBezTo>
                  <a:pt x="5414" y="138"/>
                  <a:pt x="5277" y="0"/>
                  <a:pt x="5107" y="0"/>
                </a:cubicBezTo>
                <a:lnTo>
                  <a:pt x="307" y="0"/>
                </a:lnTo>
                <a:cubicBezTo>
                  <a:pt x="137" y="0"/>
                  <a:pt x="0" y="138"/>
                  <a:pt x="0" y="307"/>
                </a:cubicBezTo>
                <a:lnTo>
                  <a:pt x="0" y="3031"/>
                </a:lnTo>
                <a:cubicBezTo>
                  <a:pt x="0" y="3201"/>
                  <a:pt x="137" y="3338"/>
                  <a:pt x="307" y="3338"/>
                </a:cubicBezTo>
                <a:lnTo>
                  <a:pt x="2708" y="3338"/>
                </a:lnTo>
                <a:close/>
              </a:path>
            </a:pathLst>
          </a:custGeom>
          <a:noFill/>
          <a:ln w="25920">
            <a:solidFill>
              <a:srgbClr val="333333"/>
            </a:solidFill>
            <a:miter/>
          </a:ln>
        </p:spPr>
        <p:txBody>
          <a:bodyPr lIns="102960" rIns="102960" tIns="57960" bIns="5796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4" name=""/>
          <p:cNvSpPr txBox="1"/>
          <p:nvPr/>
        </p:nvSpPr>
        <p:spPr>
          <a:xfrm>
            <a:off x="5553360" y="1025640"/>
            <a:ext cx="816120" cy="181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28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CRITERIA</a:t>
            </a:r>
            <a:endParaRPr b="1" lang="en-US" sz="128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465" name=""/>
          <p:cNvSpPr txBox="1"/>
          <p:nvPr/>
        </p:nvSpPr>
        <p:spPr>
          <a:xfrm>
            <a:off x="5280480" y="1486800"/>
            <a:ext cx="1344960" cy="142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97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how options will be judged</a:t>
            </a:r>
            <a:endParaRPr b="0" lang="en-US" sz="97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466" name=""/>
          <p:cNvSpPr/>
          <p:nvPr/>
        </p:nvSpPr>
        <p:spPr>
          <a:xfrm>
            <a:off x="7297920" y="814680"/>
            <a:ext cx="1949040" cy="1201680"/>
          </a:xfrm>
          <a:custGeom>
            <a:avLst/>
            <a:gdLst/>
            <a:ahLst/>
            <a:rect l="0" t="0" r="r" b="b"/>
            <a:pathLst>
              <a:path w="5414" h="3338">
                <a:moveTo>
                  <a:pt x="2707" y="3338"/>
                </a:moveTo>
                <a:lnTo>
                  <a:pt x="5108" y="3338"/>
                </a:lnTo>
                <a:cubicBezTo>
                  <a:pt x="5277" y="3338"/>
                  <a:pt x="5414" y="3201"/>
                  <a:pt x="5414" y="3031"/>
                </a:cubicBezTo>
                <a:lnTo>
                  <a:pt x="5414" y="307"/>
                </a:lnTo>
                <a:cubicBezTo>
                  <a:pt x="5414" y="138"/>
                  <a:pt x="5277" y="0"/>
                  <a:pt x="5108" y="0"/>
                </a:cubicBezTo>
                <a:lnTo>
                  <a:pt x="306" y="0"/>
                </a:lnTo>
                <a:cubicBezTo>
                  <a:pt x="137" y="0"/>
                  <a:pt x="0" y="138"/>
                  <a:pt x="0" y="307"/>
                </a:cubicBezTo>
                <a:lnTo>
                  <a:pt x="0" y="3031"/>
                </a:lnTo>
                <a:cubicBezTo>
                  <a:pt x="0" y="3201"/>
                  <a:pt x="137" y="3338"/>
                  <a:pt x="306" y="3338"/>
                </a:cubicBezTo>
                <a:lnTo>
                  <a:pt x="2707" y="3338"/>
                </a:lnTo>
                <a:close/>
              </a:path>
            </a:pathLst>
          </a:custGeom>
          <a:solidFill>
            <a:srgbClr val="eeeee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7" name=""/>
          <p:cNvSpPr/>
          <p:nvPr/>
        </p:nvSpPr>
        <p:spPr>
          <a:xfrm>
            <a:off x="7297920" y="814680"/>
            <a:ext cx="1949040" cy="1201680"/>
          </a:xfrm>
          <a:custGeom>
            <a:avLst/>
            <a:gdLst/>
            <a:ahLst/>
            <a:rect l="0" t="0" r="r" b="b"/>
            <a:pathLst>
              <a:path w="5414" h="3338">
                <a:moveTo>
                  <a:pt x="2707" y="3338"/>
                </a:moveTo>
                <a:lnTo>
                  <a:pt x="5108" y="3338"/>
                </a:lnTo>
                <a:cubicBezTo>
                  <a:pt x="5277" y="3338"/>
                  <a:pt x="5414" y="3201"/>
                  <a:pt x="5414" y="3031"/>
                </a:cubicBezTo>
                <a:lnTo>
                  <a:pt x="5414" y="307"/>
                </a:lnTo>
                <a:cubicBezTo>
                  <a:pt x="5414" y="138"/>
                  <a:pt x="5277" y="0"/>
                  <a:pt x="5108" y="0"/>
                </a:cubicBezTo>
                <a:lnTo>
                  <a:pt x="306" y="0"/>
                </a:lnTo>
                <a:cubicBezTo>
                  <a:pt x="137" y="0"/>
                  <a:pt x="0" y="138"/>
                  <a:pt x="0" y="307"/>
                </a:cubicBezTo>
                <a:lnTo>
                  <a:pt x="0" y="3031"/>
                </a:lnTo>
                <a:cubicBezTo>
                  <a:pt x="0" y="3201"/>
                  <a:pt x="137" y="3338"/>
                  <a:pt x="306" y="3338"/>
                </a:cubicBezTo>
                <a:lnTo>
                  <a:pt x="2707" y="3338"/>
                </a:lnTo>
                <a:close/>
              </a:path>
            </a:pathLst>
          </a:custGeom>
          <a:noFill/>
          <a:ln w="25920">
            <a:solidFill>
              <a:srgbClr val="333333"/>
            </a:solidFill>
            <a:miter/>
          </a:ln>
        </p:spPr>
        <p:txBody>
          <a:bodyPr lIns="102960" rIns="102960" tIns="57960" bIns="5796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8" name=""/>
          <p:cNvSpPr txBox="1"/>
          <p:nvPr/>
        </p:nvSpPr>
        <p:spPr>
          <a:xfrm>
            <a:off x="7840440" y="1025640"/>
            <a:ext cx="852480" cy="181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28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CREDIBLE</a:t>
            </a:r>
            <a:endParaRPr b="1" lang="en-US" sz="128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469" name=""/>
          <p:cNvSpPr txBox="1"/>
          <p:nvPr/>
        </p:nvSpPr>
        <p:spPr>
          <a:xfrm>
            <a:off x="7638840" y="1240200"/>
            <a:ext cx="1260360" cy="181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28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ALTERNATIVES</a:t>
            </a:r>
            <a:endParaRPr b="1" lang="en-US" sz="128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470" name=""/>
          <p:cNvSpPr txBox="1"/>
          <p:nvPr/>
        </p:nvSpPr>
        <p:spPr>
          <a:xfrm>
            <a:off x="7528320" y="1584360"/>
            <a:ext cx="1487160" cy="142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97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including the simpler baseline</a:t>
            </a:r>
            <a:endParaRPr b="0" lang="en-US" sz="97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471" name=""/>
          <p:cNvSpPr/>
          <p:nvPr/>
        </p:nvSpPr>
        <p:spPr>
          <a:xfrm>
            <a:off x="9604440" y="814680"/>
            <a:ext cx="1949400" cy="1201680"/>
          </a:xfrm>
          <a:custGeom>
            <a:avLst/>
            <a:gdLst/>
            <a:ahLst/>
            <a:rect l="0" t="0" r="r" b="b"/>
            <a:pathLst>
              <a:path w="5415" h="3338">
                <a:moveTo>
                  <a:pt x="2708" y="3338"/>
                </a:moveTo>
                <a:lnTo>
                  <a:pt x="5108" y="3338"/>
                </a:lnTo>
                <a:cubicBezTo>
                  <a:pt x="5278" y="3338"/>
                  <a:pt x="5415" y="3201"/>
                  <a:pt x="5415" y="3031"/>
                </a:cubicBezTo>
                <a:lnTo>
                  <a:pt x="5415" y="307"/>
                </a:lnTo>
                <a:cubicBezTo>
                  <a:pt x="5415" y="138"/>
                  <a:pt x="5278" y="0"/>
                  <a:pt x="5108" y="0"/>
                </a:cubicBezTo>
                <a:lnTo>
                  <a:pt x="307" y="0"/>
                </a:lnTo>
                <a:cubicBezTo>
                  <a:pt x="138" y="0"/>
                  <a:pt x="0" y="138"/>
                  <a:pt x="0" y="307"/>
                </a:cubicBezTo>
                <a:lnTo>
                  <a:pt x="0" y="3031"/>
                </a:lnTo>
                <a:cubicBezTo>
                  <a:pt x="0" y="3201"/>
                  <a:pt x="138" y="3338"/>
                  <a:pt x="307" y="3338"/>
                </a:cubicBezTo>
                <a:lnTo>
                  <a:pt x="2708" y="3338"/>
                </a:lnTo>
                <a:close/>
              </a:path>
            </a:pathLst>
          </a:custGeom>
          <a:solidFill>
            <a:srgbClr val="eeeee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2" name=""/>
          <p:cNvSpPr/>
          <p:nvPr/>
        </p:nvSpPr>
        <p:spPr>
          <a:xfrm>
            <a:off x="9604440" y="814680"/>
            <a:ext cx="1949400" cy="1201680"/>
          </a:xfrm>
          <a:custGeom>
            <a:avLst/>
            <a:gdLst/>
            <a:ahLst/>
            <a:rect l="0" t="0" r="r" b="b"/>
            <a:pathLst>
              <a:path w="5415" h="3338">
                <a:moveTo>
                  <a:pt x="2708" y="3338"/>
                </a:moveTo>
                <a:lnTo>
                  <a:pt x="5108" y="3338"/>
                </a:lnTo>
                <a:cubicBezTo>
                  <a:pt x="5278" y="3338"/>
                  <a:pt x="5415" y="3201"/>
                  <a:pt x="5415" y="3031"/>
                </a:cubicBezTo>
                <a:lnTo>
                  <a:pt x="5415" y="307"/>
                </a:lnTo>
                <a:cubicBezTo>
                  <a:pt x="5415" y="138"/>
                  <a:pt x="5278" y="0"/>
                  <a:pt x="5108" y="0"/>
                </a:cubicBezTo>
                <a:lnTo>
                  <a:pt x="307" y="0"/>
                </a:lnTo>
                <a:cubicBezTo>
                  <a:pt x="138" y="0"/>
                  <a:pt x="0" y="138"/>
                  <a:pt x="0" y="307"/>
                </a:cubicBezTo>
                <a:lnTo>
                  <a:pt x="0" y="3031"/>
                </a:lnTo>
                <a:cubicBezTo>
                  <a:pt x="0" y="3201"/>
                  <a:pt x="138" y="3338"/>
                  <a:pt x="307" y="3338"/>
                </a:cubicBezTo>
                <a:lnTo>
                  <a:pt x="2708" y="3338"/>
                </a:lnTo>
                <a:close/>
              </a:path>
            </a:pathLst>
          </a:custGeom>
          <a:noFill/>
          <a:ln w="25920">
            <a:solidFill>
              <a:srgbClr val="333333"/>
            </a:solidFill>
            <a:miter/>
          </a:ln>
        </p:spPr>
        <p:txBody>
          <a:bodyPr lIns="102960" rIns="102960" tIns="57960" bIns="5796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3" name=""/>
          <p:cNvSpPr txBox="1"/>
          <p:nvPr/>
        </p:nvSpPr>
        <p:spPr>
          <a:xfrm>
            <a:off x="10108080" y="1025640"/>
            <a:ext cx="951840" cy="181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28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TRADE-OFF</a:t>
            </a:r>
            <a:endParaRPr b="1" lang="en-US" sz="128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474" name=""/>
          <p:cNvSpPr txBox="1"/>
          <p:nvPr/>
        </p:nvSpPr>
        <p:spPr>
          <a:xfrm>
            <a:off x="10023480" y="1486800"/>
            <a:ext cx="1110240" cy="142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97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accepted gain and loss</a:t>
            </a:r>
            <a:endParaRPr b="0" lang="en-US" sz="97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475" name=""/>
          <p:cNvSpPr/>
          <p:nvPr/>
        </p:nvSpPr>
        <p:spPr>
          <a:xfrm>
            <a:off x="2359800" y="1418760"/>
            <a:ext cx="259920" cy="0"/>
          </a:xfrm>
          <a:prstGeom prst="line">
            <a:avLst/>
          </a:prstGeom>
          <a:ln w="25920">
            <a:solidFill>
              <a:srgbClr val="44444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2960" rIns="102960" tIns="-57960" bIns="-5796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6" name=""/>
          <p:cNvSpPr/>
          <p:nvPr/>
        </p:nvSpPr>
        <p:spPr>
          <a:xfrm>
            <a:off x="2385720" y="1288800"/>
            <a:ext cx="259920" cy="259920"/>
          </a:xfrm>
          <a:custGeom>
            <a:avLst/>
            <a:gdLst/>
            <a:ahLst/>
            <a:rect l="0" t="0" r="r" b="b"/>
            <a:pathLst>
              <a:path w="722" h="722">
                <a:moveTo>
                  <a:pt x="0" y="0"/>
                </a:moveTo>
                <a:lnTo>
                  <a:pt x="722" y="361"/>
                </a:lnTo>
                <a:lnTo>
                  <a:pt x="0" y="722"/>
                </a:lnTo>
                <a:lnTo>
                  <a:pt x="0" y="0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7" name=""/>
          <p:cNvSpPr/>
          <p:nvPr/>
        </p:nvSpPr>
        <p:spPr>
          <a:xfrm>
            <a:off x="4666680" y="1418760"/>
            <a:ext cx="259920" cy="0"/>
          </a:xfrm>
          <a:prstGeom prst="line">
            <a:avLst/>
          </a:prstGeom>
          <a:ln w="25920">
            <a:solidFill>
              <a:srgbClr val="44444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2960" rIns="102960" tIns="-57960" bIns="-5796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8" name=""/>
          <p:cNvSpPr/>
          <p:nvPr/>
        </p:nvSpPr>
        <p:spPr>
          <a:xfrm>
            <a:off x="4692600" y="1288800"/>
            <a:ext cx="259920" cy="259920"/>
          </a:xfrm>
          <a:custGeom>
            <a:avLst/>
            <a:gdLst/>
            <a:ahLst/>
            <a:rect l="0" t="0" r="r" b="b"/>
            <a:pathLst>
              <a:path w="722" h="722">
                <a:moveTo>
                  <a:pt x="0" y="0"/>
                </a:moveTo>
                <a:lnTo>
                  <a:pt x="722" y="361"/>
                </a:lnTo>
                <a:lnTo>
                  <a:pt x="0" y="722"/>
                </a:lnTo>
                <a:lnTo>
                  <a:pt x="0" y="0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9" name=""/>
          <p:cNvSpPr/>
          <p:nvPr/>
        </p:nvSpPr>
        <p:spPr>
          <a:xfrm>
            <a:off x="4692600" y="1288800"/>
            <a:ext cx="259920" cy="259920"/>
          </a:xfrm>
          <a:custGeom>
            <a:avLst/>
            <a:gdLst/>
            <a:ahLst/>
            <a:rect l="0" t="0" r="r" b="b"/>
            <a:pathLst>
              <a:path w="722" h="722">
                <a:moveTo>
                  <a:pt x="0" y="0"/>
                </a:moveTo>
                <a:lnTo>
                  <a:pt x="722" y="361"/>
                </a:lnTo>
                <a:lnTo>
                  <a:pt x="0" y="722"/>
                </a:lnTo>
                <a:lnTo>
                  <a:pt x="0" y="0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0" name=""/>
          <p:cNvSpPr/>
          <p:nvPr/>
        </p:nvSpPr>
        <p:spPr>
          <a:xfrm>
            <a:off x="6972840" y="1418760"/>
            <a:ext cx="259920" cy="0"/>
          </a:xfrm>
          <a:prstGeom prst="line">
            <a:avLst/>
          </a:prstGeom>
          <a:ln w="25920">
            <a:solidFill>
              <a:srgbClr val="44444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2960" rIns="102960" tIns="-57960" bIns="-5796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1" name=""/>
          <p:cNvSpPr/>
          <p:nvPr/>
        </p:nvSpPr>
        <p:spPr>
          <a:xfrm>
            <a:off x="6998760" y="1288800"/>
            <a:ext cx="259920" cy="259920"/>
          </a:xfrm>
          <a:custGeom>
            <a:avLst/>
            <a:gdLst/>
            <a:ahLst/>
            <a:rect l="0" t="0" r="r" b="b"/>
            <a:pathLst>
              <a:path w="722" h="722">
                <a:moveTo>
                  <a:pt x="0" y="0"/>
                </a:moveTo>
                <a:lnTo>
                  <a:pt x="722" y="361"/>
                </a:lnTo>
                <a:lnTo>
                  <a:pt x="0" y="722"/>
                </a:lnTo>
                <a:lnTo>
                  <a:pt x="0" y="0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2" name=""/>
          <p:cNvSpPr/>
          <p:nvPr/>
        </p:nvSpPr>
        <p:spPr>
          <a:xfrm>
            <a:off x="6998760" y="1288800"/>
            <a:ext cx="259920" cy="259920"/>
          </a:xfrm>
          <a:custGeom>
            <a:avLst/>
            <a:gdLst/>
            <a:ahLst/>
            <a:rect l="0" t="0" r="r" b="b"/>
            <a:pathLst>
              <a:path w="722" h="722">
                <a:moveTo>
                  <a:pt x="0" y="0"/>
                </a:moveTo>
                <a:lnTo>
                  <a:pt x="722" y="361"/>
                </a:lnTo>
                <a:lnTo>
                  <a:pt x="0" y="722"/>
                </a:lnTo>
                <a:lnTo>
                  <a:pt x="0" y="0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3" name=""/>
          <p:cNvSpPr/>
          <p:nvPr/>
        </p:nvSpPr>
        <p:spPr>
          <a:xfrm>
            <a:off x="6998760" y="1288800"/>
            <a:ext cx="259920" cy="259920"/>
          </a:xfrm>
          <a:custGeom>
            <a:avLst/>
            <a:gdLst/>
            <a:ahLst/>
            <a:rect l="0" t="0" r="r" b="b"/>
            <a:pathLst>
              <a:path w="722" h="722">
                <a:moveTo>
                  <a:pt x="0" y="0"/>
                </a:moveTo>
                <a:lnTo>
                  <a:pt x="722" y="361"/>
                </a:lnTo>
                <a:lnTo>
                  <a:pt x="0" y="722"/>
                </a:lnTo>
                <a:lnTo>
                  <a:pt x="0" y="0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4" name=""/>
          <p:cNvSpPr/>
          <p:nvPr/>
        </p:nvSpPr>
        <p:spPr>
          <a:xfrm>
            <a:off x="9279720" y="1418760"/>
            <a:ext cx="259920" cy="0"/>
          </a:xfrm>
          <a:prstGeom prst="line">
            <a:avLst/>
          </a:prstGeom>
          <a:ln w="25920">
            <a:solidFill>
              <a:srgbClr val="44444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2960" rIns="102960" tIns="-57960" bIns="-5796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5" name=""/>
          <p:cNvSpPr/>
          <p:nvPr/>
        </p:nvSpPr>
        <p:spPr>
          <a:xfrm>
            <a:off x="9305640" y="1288800"/>
            <a:ext cx="259920" cy="259920"/>
          </a:xfrm>
          <a:custGeom>
            <a:avLst/>
            <a:gdLst/>
            <a:ahLst/>
            <a:rect l="0" t="0" r="r" b="b"/>
            <a:pathLst>
              <a:path w="722" h="722">
                <a:moveTo>
                  <a:pt x="0" y="0"/>
                </a:moveTo>
                <a:lnTo>
                  <a:pt x="722" y="361"/>
                </a:lnTo>
                <a:lnTo>
                  <a:pt x="0" y="722"/>
                </a:lnTo>
                <a:lnTo>
                  <a:pt x="0" y="0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6" name=""/>
          <p:cNvSpPr/>
          <p:nvPr/>
        </p:nvSpPr>
        <p:spPr>
          <a:xfrm>
            <a:off x="9305640" y="1288800"/>
            <a:ext cx="259920" cy="259920"/>
          </a:xfrm>
          <a:custGeom>
            <a:avLst/>
            <a:gdLst/>
            <a:ahLst/>
            <a:rect l="0" t="0" r="r" b="b"/>
            <a:pathLst>
              <a:path w="722" h="722">
                <a:moveTo>
                  <a:pt x="0" y="0"/>
                </a:moveTo>
                <a:lnTo>
                  <a:pt x="722" y="361"/>
                </a:lnTo>
                <a:lnTo>
                  <a:pt x="0" y="722"/>
                </a:lnTo>
                <a:lnTo>
                  <a:pt x="0" y="0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7" name=""/>
          <p:cNvSpPr/>
          <p:nvPr/>
        </p:nvSpPr>
        <p:spPr>
          <a:xfrm>
            <a:off x="9305640" y="1288800"/>
            <a:ext cx="259920" cy="259920"/>
          </a:xfrm>
          <a:custGeom>
            <a:avLst/>
            <a:gdLst/>
            <a:ahLst/>
            <a:rect l="0" t="0" r="r" b="b"/>
            <a:pathLst>
              <a:path w="722" h="722">
                <a:moveTo>
                  <a:pt x="0" y="0"/>
                </a:moveTo>
                <a:lnTo>
                  <a:pt x="722" y="361"/>
                </a:lnTo>
                <a:lnTo>
                  <a:pt x="0" y="722"/>
                </a:lnTo>
                <a:lnTo>
                  <a:pt x="0" y="0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8" name=""/>
          <p:cNvSpPr/>
          <p:nvPr/>
        </p:nvSpPr>
        <p:spPr>
          <a:xfrm>
            <a:off x="9305640" y="1288800"/>
            <a:ext cx="259920" cy="259920"/>
          </a:xfrm>
          <a:custGeom>
            <a:avLst/>
            <a:gdLst/>
            <a:ahLst/>
            <a:rect l="0" t="0" r="r" b="b"/>
            <a:pathLst>
              <a:path w="722" h="722">
                <a:moveTo>
                  <a:pt x="0" y="0"/>
                </a:moveTo>
                <a:lnTo>
                  <a:pt x="722" y="361"/>
                </a:lnTo>
                <a:lnTo>
                  <a:pt x="0" y="722"/>
                </a:lnTo>
                <a:lnTo>
                  <a:pt x="0" y="0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9" name=""/>
          <p:cNvSpPr/>
          <p:nvPr/>
        </p:nvSpPr>
        <p:spPr>
          <a:xfrm>
            <a:off x="540360" y="3510000"/>
            <a:ext cx="2534400" cy="1233720"/>
          </a:xfrm>
          <a:custGeom>
            <a:avLst/>
            <a:gdLst/>
            <a:ahLst/>
            <a:rect l="0" t="0" r="r" b="b"/>
            <a:pathLst>
              <a:path w="7040" h="3427">
                <a:moveTo>
                  <a:pt x="3520" y="3427"/>
                </a:moveTo>
                <a:lnTo>
                  <a:pt x="6733" y="3427"/>
                </a:lnTo>
                <a:cubicBezTo>
                  <a:pt x="6902" y="3427"/>
                  <a:pt x="7040" y="3290"/>
                  <a:pt x="7040" y="3121"/>
                </a:cubicBezTo>
                <a:lnTo>
                  <a:pt x="7040" y="306"/>
                </a:lnTo>
                <a:cubicBezTo>
                  <a:pt x="7040" y="137"/>
                  <a:pt x="6902" y="0"/>
                  <a:pt x="6733" y="0"/>
                </a:cubicBezTo>
                <a:lnTo>
                  <a:pt x="307" y="0"/>
                </a:lnTo>
                <a:cubicBezTo>
                  <a:pt x="138" y="0"/>
                  <a:pt x="0" y="137"/>
                  <a:pt x="0" y="306"/>
                </a:cubicBezTo>
                <a:lnTo>
                  <a:pt x="0" y="3121"/>
                </a:lnTo>
                <a:cubicBezTo>
                  <a:pt x="0" y="3290"/>
                  <a:pt x="138" y="3427"/>
                  <a:pt x="307" y="3427"/>
                </a:cubicBezTo>
                <a:lnTo>
                  <a:pt x="3520" y="3427"/>
                </a:lnTo>
                <a:close/>
              </a:path>
            </a:pathLst>
          </a:custGeom>
          <a:solidFill>
            <a:srgbClr val="d9d9d9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0" name=""/>
          <p:cNvSpPr/>
          <p:nvPr/>
        </p:nvSpPr>
        <p:spPr>
          <a:xfrm>
            <a:off x="540360" y="3510000"/>
            <a:ext cx="2534400" cy="1233720"/>
          </a:xfrm>
          <a:custGeom>
            <a:avLst/>
            <a:gdLst/>
            <a:ahLst/>
            <a:rect l="0" t="0" r="r" b="b"/>
            <a:pathLst>
              <a:path w="7040" h="3427">
                <a:moveTo>
                  <a:pt x="3520" y="3427"/>
                </a:moveTo>
                <a:lnTo>
                  <a:pt x="6733" y="3427"/>
                </a:lnTo>
                <a:cubicBezTo>
                  <a:pt x="6902" y="3427"/>
                  <a:pt x="7040" y="3290"/>
                  <a:pt x="7040" y="3121"/>
                </a:cubicBezTo>
                <a:lnTo>
                  <a:pt x="7040" y="306"/>
                </a:lnTo>
                <a:cubicBezTo>
                  <a:pt x="7040" y="137"/>
                  <a:pt x="6902" y="0"/>
                  <a:pt x="6733" y="0"/>
                </a:cubicBezTo>
                <a:lnTo>
                  <a:pt x="307" y="0"/>
                </a:lnTo>
                <a:cubicBezTo>
                  <a:pt x="138" y="0"/>
                  <a:pt x="0" y="137"/>
                  <a:pt x="0" y="306"/>
                </a:cubicBezTo>
                <a:lnTo>
                  <a:pt x="0" y="3121"/>
                </a:lnTo>
                <a:cubicBezTo>
                  <a:pt x="0" y="3290"/>
                  <a:pt x="138" y="3427"/>
                  <a:pt x="307" y="3427"/>
                </a:cubicBezTo>
                <a:lnTo>
                  <a:pt x="3520" y="3427"/>
                </a:lnTo>
                <a:close/>
              </a:path>
            </a:pathLst>
          </a:custGeom>
          <a:noFill/>
          <a:ln w="25920">
            <a:solidFill>
              <a:srgbClr val="333333"/>
            </a:solidFill>
            <a:miter/>
          </a:ln>
        </p:spPr>
        <p:txBody>
          <a:bodyPr lIns="102960" rIns="102960" tIns="57960" bIns="5796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1" name=""/>
          <p:cNvSpPr txBox="1"/>
          <p:nvPr/>
        </p:nvSpPr>
        <p:spPr>
          <a:xfrm>
            <a:off x="1252080" y="3733920"/>
            <a:ext cx="113004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33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EVALUATION</a:t>
            </a:r>
            <a:endParaRPr b="1" lang="en-US" sz="133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492" name=""/>
          <p:cNvSpPr txBox="1"/>
          <p:nvPr/>
        </p:nvSpPr>
        <p:spPr>
          <a:xfrm>
            <a:off x="1479240" y="3948120"/>
            <a:ext cx="66852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33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RESULT</a:t>
            </a:r>
            <a:endParaRPr b="1" lang="en-US" sz="133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493" name=""/>
          <p:cNvSpPr txBox="1"/>
          <p:nvPr/>
        </p:nvSpPr>
        <p:spPr>
          <a:xfrm>
            <a:off x="1206360" y="4298760"/>
            <a:ext cx="1194840" cy="142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97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retain, qualify or reopen</a:t>
            </a:r>
            <a:endParaRPr b="0" lang="en-US" sz="97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494" name=""/>
          <p:cNvSpPr/>
          <p:nvPr/>
        </p:nvSpPr>
        <p:spPr>
          <a:xfrm>
            <a:off x="3334320" y="3510000"/>
            <a:ext cx="2534400" cy="1233720"/>
          </a:xfrm>
          <a:custGeom>
            <a:avLst/>
            <a:gdLst/>
            <a:ahLst/>
            <a:rect l="0" t="0" r="r" b="b"/>
            <a:pathLst>
              <a:path w="7040" h="3427">
                <a:moveTo>
                  <a:pt x="3520" y="3427"/>
                </a:moveTo>
                <a:lnTo>
                  <a:pt x="6733" y="3427"/>
                </a:lnTo>
                <a:cubicBezTo>
                  <a:pt x="6902" y="3427"/>
                  <a:pt x="7040" y="3290"/>
                  <a:pt x="7040" y="3121"/>
                </a:cubicBezTo>
                <a:lnTo>
                  <a:pt x="7040" y="306"/>
                </a:lnTo>
                <a:cubicBezTo>
                  <a:pt x="7040" y="137"/>
                  <a:pt x="6902" y="0"/>
                  <a:pt x="6733" y="0"/>
                </a:cubicBezTo>
                <a:lnTo>
                  <a:pt x="307" y="0"/>
                </a:lnTo>
                <a:cubicBezTo>
                  <a:pt x="138" y="0"/>
                  <a:pt x="0" y="137"/>
                  <a:pt x="0" y="306"/>
                </a:cubicBezTo>
                <a:lnTo>
                  <a:pt x="0" y="3121"/>
                </a:lnTo>
                <a:cubicBezTo>
                  <a:pt x="0" y="3290"/>
                  <a:pt x="138" y="3427"/>
                  <a:pt x="307" y="3427"/>
                </a:cubicBezTo>
                <a:lnTo>
                  <a:pt x="3520" y="3427"/>
                </a:lnTo>
                <a:close/>
              </a:path>
            </a:pathLst>
          </a:custGeom>
          <a:solidFill>
            <a:srgbClr val="d9d9d9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5" name=""/>
          <p:cNvSpPr/>
          <p:nvPr/>
        </p:nvSpPr>
        <p:spPr>
          <a:xfrm>
            <a:off x="3334320" y="3510000"/>
            <a:ext cx="2534400" cy="1233720"/>
          </a:xfrm>
          <a:custGeom>
            <a:avLst/>
            <a:gdLst/>
            <a:ahLst/>
            <a:rect l="0" t="0" r="r" b="b"/>
            <a:pathLst>
              <a:path w="7040" h="3427">
                <a:moveTo>
                  <a:pt x="3520" y="3427"/>
                </a:moveTo>
                <a:lnTo>
                  <a:pt x="6733" y="3427"/>
                </a:lnTo>
                <a:cubicBezTo>
                  <a:pt x="6902" y="3427"/>
                  <a:pt x="7040" y="3290"/>
                  <a:pt x="7040" y="3121"/>
                </a:cubicBezTo>
                <a:lnTo>
                  <a:pt x="7040" y="306"/>
                </a:lnTo>
                <a:cubicBezTo>
                  <a:pt x="7040" y="137"/>
                  <a:pt x="6902" y="0"/>
                  <a:pt x="6733" y="0"/>
                </a:cubicBezTo>
                <a:lnTo>
                  <a:pt x="307" y="0"/>
                </a:lnTo>
                <a:cubicBezTo>
                  <a:pt x="138" y="0"/>
                  <a:pt x="0" y="137"/>
                  <a:pt x="0" y="306"/>
                </a:cubicBezTo>
                <a:lnTo>
                  <a:pt x="0" y="3121"/>
                </a:lnTo>
                <a:cubicBezTo>
                  <a:pt x="0" y="3290"/>
                  <a:pt x="138" y="3427"/>
                  <a:pt x="307" y="3427"/>
                </a:cubicBezTo>
                <a:lnTo>
                  <a:pt x="3520" y="3427"/>
                </a:lnTo>
                <a:close/>
              </a:path>
            </a:pathLst>
          </a:custGeom>
          <a:noFill/>
          <a:ln w="25920">
            <a:solidFill>
              <a:srgbClr val="333333"/>
            </a:solidFill>
            <a:miter/>
          </a:ln>
        </p:spPr>
        <p:txBody>
          <a:bodyPr lIns="102960" rIns="102960" tIns="57960" bIns="5796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6" name=""/>
          <p:cNvSpPr txBox="1"/>
          <p:nvPr/>
        </p:nvSpPr>
        <p:spPr>
          <a:xfrm>
            <a:off x="4084920" y="3733920"/>
            <a:ext cx="105840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33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EARLY TEST</a:t>
            </a:r>
            <a:endParaRPr b="1" lang="en-US" sz="133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497" name=""/>
          <p:cNvSpPr txBox="1"/>
          <p:nvPr/>
        </p:nvSpPr>
        <p:spPr>
          <a:xfrm>
            <a:off x="3669120" y="4208040"/>
            <a:ext cx="1864080" cy="142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97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challenge the highest-risk assumption</a:t>
            </a:r>
            <a:endParaRPr b="0" lang="en-US" sz="97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498" name=""/>
          <p:cNvSpPr/>
          <p:nvPr/>
        </p:nvSpPr>
        <p:spPr>
          <a:xfrm>
            <a:off x="6128280" y="3510000"/>
            <a:ext cx="2534040" cy="1233720"/>
          </a:xfrm>
          <a:custGeom>
            <a:avLst/>
            <a:gdLst/>
            <a:ahLst/>
            <a:rect l="0" t="0" r="r" b="b"/>
            <a:pathLst>
              <a:path w="7039" h="3427">
                <a:moveTo>
                  <a:pt x="3519" y="3427"/>
                </a:moveTo>
                <a:lnTo>
                  <a:pt x="6732" y="3427"/>
                </a:lnTo>
                <a:cubicBezTo>
                  <a:pt x="6902" y="3427"/>
                  <a:pt x="7039" y="3290"/>
                  <a:pt x="7039" y="3121"/>
                </a:cubicBezTo>
                <a:lnTo>
                  <a:pt x="7039" y="306"/>
                </a:lnTo>
                <a:cubicBezTo>
                  <a:pt x="7039" y="137"/>
                  <a:pt x="6902" y="0"/>
                  <a:pt x="6732" y="0"/>
                </a:cubicBezTo>
                <a:lnTo>
                  <a:pt x="307" y="0"/>
                </a:lnTo>
                <a:cubicBezTo>
                  <a:pt x="137" y="0"/>
                  <a:pt x="0" y="137"/>
                  <a:pt x="0" y="306"/>
                </a:cubicBezTo>
                <a:lnTo>
                  <a:pt x="0" y="3121"/>
                </a:lnTo>
                <a:cubicBezTo>
                  <a:pt x="0" y="3290"/>
                  <a:pt x="137" y="3427"/>
                  <a:pt x="307" y="3427"/>
                </a:cubicBezTo>
                <a:lnTo>
                  <a:pt x="3519" y="3427"/>
                </a:lnTo>
                <a:close/>
              </a:path>
            </a:pathLst>
          </a:custGeom>
          <a:solidFill>
            <a:srgbClr val="d9d9d9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9" name=""/>
          <p:cNvSpPr/>
          <p:nvPr/>
        </p:nvSpPr>
        <p:spPr>
          <a:xfrm>
            <a:off x="6128280" y="3510000"/>
            <a:ext cx="2534040" cy="1233720"/>
          </a:xfrm>
          <a:custGeom>
            <a:avLst/>
            <a:gdLst/>
            <a:ahLst/>
            <a:rect l="0" t="0" r="r" b="b"/>
            <a:pathLst>
              <a:path w="7039" h="3427">
                <a:moveTo>
                  <a:pt x="3519" y="3427"/>
                </a:moveTo>
                <a:lnTo>
                  <a:pt x="6732" y="3427"/>
                </a:lnTo>
                <a:cubicBezTo>
                  <a:pt x="6902" y="3427"/>
                  <a:pt x="7039" y="3290"/>
                  <a:pt x="7039" y="3121"/>
                </a:cubicBezTo>
                <a:lnTo>
                  <a:pt x="7039" y="306"/>
                </a:lnTo>
                <a:cubicBezTo>
                  <a:pt x="7039" y="137"/>
                  <a:pt x="6902" y="0"/>
                  <a:pt x="6732" y="0"/>
                </a:cubicBezTo>
                <a:lnTo>
                  <a:pt x="307" y="0"/>
                </a:lnTo>
                <a:cubicBezTo>
                  <a:pt x="137" y="0"/>
                  <a:pt x="0" y="137"/>
                  <a:pt x="0" y="306"/>
                </a:cubicBezTo>
                <a:lnTo>
                  <a:pt x="0" y="3121"/>
                </a:lnTo>
                <a:cubicBezTo>
                  <a:pt x="0" y="3290"/>
                  <a:pt x="137" y="3427"/>
                  <a:pt x="307" y="3427"/>
                </a:cubicBezTo>
                <a:lnTo>
                  <a:pt x="3519" y="3427"/>
                </a:lnTo>
                <a:close/>
              </a:path>
            </a:pathLst>
          </a:custGeom>
          <a:noFill/>
          <a:ln w="25920">
            <a:solidFill>
              <a:srgbClr val="333333"/>
            </a:solidFill>
            <a:miter/>
          </a:ln>
        </p:spPr>
        <p:txBody>
          <a:bodyPr lIns="102960" rIns="102960" tIns="57960" bIns="5796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0" name=""/>
          <p:cNvSpPr txBox="1"/>
          <p:nvPr/>
        </p:nvSpPr>
        <p:spPr>
          <a:xfrm>
            <a:off x="6872040" y="3733920"/>
            <a:ext cx="105840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33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PROTOCOL /</a:t>
            </a:r>
            <a:endParaRPr b="1" lang="en-US" sz="133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501" name=""/>
          <p:cNvSpPr txBox="1"/>
          <p:nvPr/>
        </p:nvSpPr>
        <p:spPr>
          <a:xfrm>
            <a:off x="6937200" y="3948120"/>
            <a:ext cx="92196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33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ARTEFACT</a:t>
            </a:r>
            <a:endParaRPr b="1" lang="en-US" sz="133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502" name=""/>
          <p:cNvSpPr txBox="1"/>
          <p:nvPr/>
        </p:nvSpPr>
        <p:spPr>
          <a:xfrm>
            <a:off x="6618600" y="4298760"/>
            <a:ext cx="1545840" cy="142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97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committed procedure or design</a:t>
            </a:r>
            <a:endParaRPr b="0" lang="en-US" sz="97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503" name=""/>
          <p:cNvSpPr/>
          <p:nvPr/>
        </p:nvSpPr>
        <p:spPr>
          <a:xfrm>
            <a:off x="8922240" y="3510000"/>
            <a:ext cx="2534040" cy="1233720"/>
          </a:xfrm>
          <a:custGeom>
            <a:avLst/>
            <a:gdLst/>
            <a:ahLst/>
            <a:rect l="0" t="0" r="r" b="b"/>
            <a:pathLst>
              <a:path w="7039" h="3427">
                <a:moveTo>
                  <a:pt x="3520" y="3427"/>
                </a:moveTo>
                <a:lnTo>
                  <a:pt x="6732" y="3427"/>
                </a:lnTo>
                <a:cubicBezTo>
                  <a:pt x="6902" y="3427"/>
                  <a:pt x="7039" y="3290"/>
                  <a:pt x="7039" y="3121"/>
                </a:cubicBezTo>
                <a:lnTo>
                  <a:pt x="7039" y="306"/>
                </a:lnTo>
                <a:cubicBezTo>
                  <a:pt x="7039" y="137"/>
                  <a:pt x="6902" y="0"/>
                  <a:pt x="6732" y="0"/>
                </a:cubicBezTo>
                <a:lnTo>
                  <a:pt x="307" y="0"/>
                </a:lnTo>
                <a:cubicBezTo>
                  <a:pt x="137" y="0"/>
                  <a:pt x="0" y="137"/>
                  <a:pt x="0" y="306"/>
                </a:cubicBezTo>
                <a:lnTo>
                  <a:pt x="0" y="3121"/>
                </a:lnTo>
                <a:cubicBezTo>
                  <a:pt x="0" y="3290"/>
                  <a:pt x="137" y="3427"/>
                  <a:pt x="307" y="3427"/>
                </a:cubicBezTo>
                <a:lnTo>
                  <a:pt x="3520" y="3427"/>
                </a:lnTo>
                <a:close/>
              </a:path>
            </a:pathLst>
          </a:custGeom>
          <a:solidFill>
            <a:srgbClr val="d9d9d9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4" name=""/>
          <p:cNvSpPr/>
          <p:nvPr/>
        </p:nvSpPr>
        <p:spPr>
          <a:xfrm>
            <a:off x="8922240" y="3510000"/>
            <a:ext cx="2534040" cy="1233720"/>
          </a:xfrm>
          <a:custGeom>
            <a:avLst/>
            <a:gdLst/>
            <a:ahLst/>
            <a:rect l="0" t="0" r="r" b="b"/>
            <a:pathLst>
              <a:path w="7039" h="3427">
                <a:moveTo>
                  <a:pt x="3520" y="3427"/>
                </a:moveTo>
                <a:lnTo>
                  <a:pt x="6732" y="3427"/>
                </a:lnTo>
                <a:cubicBezTo>
                  <a:pt x="6902" y="3427"/>
                  <a:pt x="7039" y="3290"/>
                  <a:pt x="7039" y="3121"/>
                </a:cubicBezTo>
                <a:lnTo>
                  <a:pt x="7039" y="306"/>
                </a:lnTo>
                <a:cubicBezTo>
                  <a:pt x="7039" y="137"/>
                  <a:pt x="6902" y="0"/>
                  <a:pt x="6732" y="0"/>
                </a:cubicBezTo>
                <a:lnTo>
                  <a:pt x="307" y="0"/>
                </a:lnTo>
                <a:cubicBezTo>
                  <a:pt x="137" y="0"/>
                  <a:pt x="0" y="137"/>
                  <a:pt x="0" y="306"/>
                </a:cubicBezTo>
                <a:lnTo>
                  <a:pt x="0" y="3121"/>
                </a:lnTo>
                <a:cubicBezTo>
                  <a:pt x="0" y="3290"/>
                  <a:pt x="137" y="3427"/>
                  <a:pt x="307" y="3427"/>
                </a:cubicBezTo>
                <a:lnTo>
                  <a:pt x="3520" y="3427"/>
                </a:lnTo>
                <a:close/>
              </a:path>
            </a:pathLst>
          </a:custGeom>
          <a:noFill/>
          <a:ln w="25920">
            <a:solidFill>
              <a:srgbClr val="333333"/>
            </a:solidFill>
            <a:miter/>
          </a:ln>
        </p:spPr>
        <p:txBody>
          <a:bodyPr lIns="102960" rIns="102960" tIns="57960" bIns="5796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5" name=""/>
          <p:cNvSpPr txBox="1"/>
          <p:nvPr/>
        </p:nvSpPr>
        <p:spPr>
          <a:xfrm>
            <a:off x="9698760" y="3733920"/>
            <a:ext cx="98712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33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DECISION +</a:t>
            </a:r>
            <a:endParaRPr b="1" lang="en-US" sz="133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506" name=""/>
          <p:cNvSpPr txBox="1"/>
          <p:nvPr/>
        </p:nvSpPr>
        <p:spPr>
          <a:xfrm>
            <a:off x="9789840" y="3948120"/>
            <a:ext cx="81144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33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TRIGGER</a:t>
            </a:r>
            <a:endParaRPr b="1" lang="en-US" sz="133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507" name=""/>
          <p:cNvSpPr txBox="1"/>
          <p:nvPr/>
        </p:nvSpPr>
        <p:spPr>
          <a:xfrm>
            <a:off x="9334800" y="4298760"/>
            <a:ext cx="1701720" cy="142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97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selected option and reopening rule</a:t>
            </a:r>
            <a:endParaRPr b="0" lang="en-US" sz="97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508" name=""/>
          <p:cNvSpPr/>
          <p:nvPr/>
        </p:nvSpPr>
        <p:spPr>
          <a:xfrm>
            <a:off x="10189440" y="2081160"/>
            <a:ext cx="389880" cy="1331640"/>
          </a:xfrm>
          <a:custGeom>
            <a:avLst/>
            <a:gdLst/>
            <a:ahLst/>
            <a:rect l="0" t="0" r="r" b="b"/>
            <a:pathLst>
              <a:path fill="none" w="1083" h="3699">
                <a:moveTo>
                  <a:pt x="1083" y="0"/>
                </a:moveTo>
                <a:lnTo>
                  <a:pt x="1083" y="2887"/>
                </a:lnTo>
                <a:lnTo>
                  <a:pt x="0" y="3699"/>
                </a:lnTo>
              </a:path>
            </a:pathLst>
          </a:custGeom>
          <a:ln w="25920">
            <a:solidFill>
              <a:srgbClr val="444444"/>
            </a:solidFill>
            <a:miter/>
          </a:ln>
        </p:spPr>
        <p:txBody>
          <a:bodyPr lIns="102960" rIns="102960" tIns="57960" bIns="5796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9" name=""/>
          <p:cNvSpPr/>
          <p:nvPr/>
        </p:nvSpPr>
        <p:spPr>
          <a:xfrm>
            <a:off x="10168560" y="3168720"/>
            <a:ext cx="285840" cy="259560"/>
          </a:xfrm>
          <a:custGeom>
            <a:avLst/>
            <a:gdLst/>
            <a:ahLst/>
            <a:rect l="0" t="0" r="r" b="b"/>
            <a:pathLst>
              <a:path w="794" h="721">
                <a:moveTo>
                  <a:pt x="794" y="577"/>
                </a:moveTo>
                <a:lnTo>
                  <a:pt x="0" y="721"/>
                </a:lnTo>
                <a:lnTo>
                  <a:pt x="361" y="0"/>
                </a:lnTo>
                <a:lnTo>
                  <a:pt x="794" y="577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0" name=""/>
          <p:cNvSpPr/>
          <p:nvPr/>
        </p:nvSpPr>
        <p:spPr>
          <a:xfrm>
            <a:off x="10168560" y="3168720"/>
            <a:ext cx="285840" cy="259560"/>
          </a:xfrm>
          <a:custGeom>
            <a:avLst/>
            <a:gdLst/>
            <a:ahLst/>
            <a:rect l="0" t="0" r="r" b="b"/>
            <a:pathLst>
              <a:path w="794" h="721">
                <a:moveTo>
                  <a:pt x="794" y="577"/>
                </a:moveTo>
                <a:lnTo>
                  <a:pt x="0" y="721"/>
                </a:lnTo>
                <a:lnTo>
                  <a:pt x="361" y="0"/>
                </a:lnTo>
                <a:lnTo>
                  <a:pt x="794" y="577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1" name=""/>
          <p:cNvSpPr/>
          <p:nvPr/>
        </p:nvSpPr>
        <p:spPr>
          <a:xfrm>
            <a:off x="10168560" y="3168720"/>
            <a:ext cx="285840" cy="259560"/>
          </a:xfrm>
          <a:custGeom>
            <a:avLst/>
            <a:gdLst/>
            <a:ahLst/>
            <a:rect l="0" t="0" r="r" b="b"/>
            <a:pathLst>
              <a:path w="794" h="721">
                <a:moveTo>
                  <a:pt x="794" y="577"/>
                </a:moveTo>
                <a:lnTo>
                  <a:pt x="0" y="721"/>
                </a:lnTo>
                <a:lnTo>
                  <a:pt x="361" y="0"/>
                </a:lnTo>
                <a:lnTo>
                  <a:pt x="794" y="577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2" name=""/>
          <p:cNvSpPr/>
          <p:nvPr/>
        </p:nvSpPr>
        <p:spPr>
          <a:xfrm>
            <a:off x="10168560" y="3168720"/>
            <a:ext cx="285840" cy="259560"/>
          </a:xfrm>
          <a:custGeom>
            <a:avLst/>
            <a:gdLst/>
            <a:ahLst/>
            <a:rect l="0" t="0" r="r" b="b"/>
            <a:pathLst>
              <a:path w="794" h="721">
                <a:moveTo>
                  <a:pt x="794" y="577"/>
                </a:moveTo>
                <a:lnTo>
                  <a:pt x="0" y="721"/>
                </a:lnTo>
                <a:lnTo>
                  <a:pt x="361" y="0"/>
                </a:lnTo>
                <a:lnTo>
                  <a:pt x="794" y="577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3" name=""/>
          <p:cNvSpPr/>
          <p:nvPr/>
        </p:nvSpPr>
        <p:spPr>
          <a:xfrm>
            <a:off x="10168560" y="3168720"/>
            <a:ext cx="285840" cy="259560"/>
          </a:xfrm>
          <a:custGeom>
            <a:avLst/>
            <a:gdLst/>
            <a:ahLst/>
            <a:rect l="0" t="0" r="r" b="b"/>
            <a:pathLst>
              <a:path w="794" h="721">
                <a:moveTo>
                  <a:pt x="794" y="577"/>
                </a:moveTo>
                <a:lnTo>
                  <a:pt x="0" y="721"/>
                </a:lnTo>
                <a:lnTo>
                  <a:pt x="361" y="0"/>
                </a:lnTo>
                <a:lnTo>
                  <a:pt x="794" y="577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4" name=""/>
          <p:cNvSpPr/>
          <p:nvPr/>
        </p:nvSpPr>
        <p:spPr>
          <a:xfrm flipH="1">
            <a:off x="8694720" y="4126680"/>
            <a:ext cx="195120" cy="0"/>
          </a:xfrm>
          <a:prstGeom prst="line">
            <a:avLst/>
          </a:prstGeom>
          <a:ln w="25920">
            <a:solidFill>
              <a:srgbClr val="44444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2960" rIns="102960" tIns="-57960" bIns="-5796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5" name=""/>
          <p:cNvSpPr/>
          <p:nvPr/>
        </p:nvSpPr>
        <p:spPr>
          <a:xfrm>
            <a:off x="8668800" y="3997080"/>
            <a:ext cx="259920" cy="259560"/>
          </a:xfrm>
          <a:custGeom>
            <a:avLst/>
            <a:gdLst/>
            <a:ahLst/>
            <a:rect l="0" t="0" r="r" b="b"/>
            <a:pathLst>
              <a:path w="722" h="721">
                <a:moveTo>
                  <a:pt x="722" y="721"/>
                </a:moveTo>
                <a:lnTo>
                  <a:pt x="0" y="360"/>
                </a:lnTo>
                <a:lnTo>
                  <a:pt x="722" y="0"/>
                </a:lnTo>
                <a:lnTo>
                  <a:pt x="722" y="721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6" name=""/>
          <p:cNvSpPr/>
          <p:nvPr/>
        </p:nvSpPr>
        <p:spPr>
          <a:xfrm>
            <a:off x="8668800" y="3997080"/>
            <a:ext cx="259920" cy="259560"/>
          </a:xfrm>
          <a:custGeom>
            <a:avLst/>
            <a:gdLst/>
            <a:ahLst/>
            <a:rect l="0" t="0" r="r" b="b"/>
            <a:pathLst>
              <a:path w="722" h="721">
                <a:moveTo>
                  <a:pt x="722" y="721"/>
                </a:moveTo>
                <a:lnTo>
                  <a:pt x="0" y="360"/>
                </a:lnTo>
                <a:lnTo>
                  <a:pt x="722" y="0"/>
                </a:lnTo>
                <a:lnTo>
                  <a:pt x="722" y="721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7" name=""/>
          <p:cNvSpPr/>
          <p:nvPr/>
        </p:nvSpPr>
        <p:spPr>
          <a:xfrm>
            <a:off x="8668800" y="3997080"/>
            <a:ext cx="259920" cy="259560"/>
          </a:xfrm>
          <a:custGeom>
            <a:avLst/>
            <a:gdLst/>
            <a:ahLst/>
            <a:rect l="0" t="0" r="r" b="b"/>
            <a:pathLst>
              <a:path w="722" h="721">
                <a:moveTo>
                  <a:pt x="722" y="721"/>
                </a:moveTo>
                <a:lnTo>
                  <a:pt x="0" y="360"/>
                </a:lnTo>
                <a:lnTo>
                  <a:pt x="722" y="0"/>
                </a:lnTo>
                <a:lnTo>
                  <a:pt x="722" y="721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8" name=""/>
          <p:cNvSpPr/>
          <p:nvPr/>
        </p:nvSpPr>
        <p:spPr>
          <a:xfrm>
            <a:off x="8668800" y="3997080"/>
            <a:ext cx="259920" cy="259560"/>
          </a:xfrm>
          <a:custGeom>
            <a:avLst/>
            <a:gdLst/>
            <a:ahLst/>
            <a:rect l="0" t="0" r="r" b="b"/>
            <a:pathLst>
              <a:path w="722" h="721">
                <a:moveTo>
                  <a:pt x="722" y="721"/>
                </a:moveTo>
                <a:lnTo>
                  <a:pt x="0" y="360"/>
                </a:lnTo>
                <a:lnTo>
                  <a:pt x="722" y="0"/>
                </a:lnTo>
                <a:lnTo>
                  <a:pt x="722" y="721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9" name=""/>
          <p:cNvSpPr/>
          <p:nvPr/>
        </p:nvSpPr>
        <p:spPr>
          <a:xfrm>
            <a:off x="8668800" y="3997080"/>
            <a:ext cx="259920" cy="259560"/>
          </a:xfrm>
          <a:custGeom>
            <a:avLst/>
            <a:gdLst/>
            <a:ahLst/>
            <a:rect l="0" t="0" r="r" b="b"/>
            <a:pathLst>
              <a:path w="722" h="721">
                <a:moveTo>
                  <a:pt x="722" y="721"/>
                </a:moveTo>
                <a:lnTo>
                  <a:pt x="0" y="360"/>
                </a:lnTo>
                <a:lnTo>
                  <a:pt x="722" y="0"/>
                </a:lnTo>
                <a:lnTo>
                  <a:pt x="722" y="721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0" name=""/>
          <p:cNvSpPr/>
          <p:nvPr/>
        </p:nvSpPr>
        <p:spPr>
          <a:xfrm>
            <a:off x="8668800" y="3997080"/>
            <a:ext cx="259920" cy="259560"/>
          </a:xfrm>
          <a:custGeom>
            <a:avLst/>
            <a:gdLst/>
            <a:ahLst/>
            <a:rect l="0" t="0" r="r" b="b"/>
            <a:pathLst>
              <a:path w="722" h="721">
                <a:moveTo>
                  <a:pt x="722" y="721"/>
                </a:moveTo>
                <a:lnTo>
                  <a:pt x="0" y="360"/>
                </a:lnTo>
                <a:lnTo>
                  <a:pt x="722" y="0"/>
                </a:lnTo>
                <a:lnTo>
                  <a:pt x="722" y="721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1" name=""/>
          <p:cNvSpPr/>
          <p:nvPr/>
        </p:nvSpPr>
        <p:spPr>
          <a:xfrm flipH="1">
            <a:off x="5901120" y="4126680"/>
            <a:ext cx="195120" cy="0"/>
          </a:xfrm>
          <a:prstGeom prst="line">
            <a:avLst/>
          </a:prstGeom>
          <a:ln w="25920">
            <a:solidFill>
              <a:srgbClr val="44444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2960" rIns="102960" tIns="-57960" bIns="-5796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2" name=""/>
          <p:cNvSpPr/>
          <p:nvPr/>
        </p:nvSpPr>
        <p:spPr>
          <a:xfrm>
            <a:off x="5875200" y="3997080"/>
            <a:ext cx="259560" cy="259560"/>
          </a:xfrm>
          <a:custGeom>
            <a:avLst/>
            <a:gdLst/>
            <a:ahLst/>
            <a:rect l="0" t="0" r="r" b="b"/>
            <a:pathLst>
              <a:path w="721" h="721">
                <a:moveTo>
                  <a:pt x="721" y="721"/>
                </a:moveTo>
                <a:lnTo>
                  <a:pt x="0" y="360"/>
                </a:lnTo>
                <a:lnTo>
                  <a:pt x="721" y="0"/>
                </a:lnTo>
                <a:lnTo>
                  <a:pt x="721" y="721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3" name=""/>
          <p:cNvSpPr/>
          <p:nvPr/>
        </p:nvSpPr>
        <p:spPr>
          <a:xfrm>
            <a:off x="5875200" y="3997080"/>
            <a:ext cx="259560" cy="259560"/>
          </a:xfrm>
          <a:custGeom>
            <a:avLst/>
            <a:gdLst/>
            <a:ahLst/>
            <a:rect l="0" t="0" r="r" b="b"/>
            <a:pathLst>
              <a:path w="721" h="721">
                <a:moveTo>
                  <a:pt x="721" y="721"/>
                </a:moveTo>
                <a:lnTo>
                  <a:pt x="0" y="360"/>
                </a:lnTo>
                <a:lnTo>
                  <a:pt x="721" y="0"/>
                </a:lnTo>
                <a:lnTo>
                  <a:pt x="721" y="721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4" name=""/>
          <p:cNvSpPr/>
          <p:nvPr/>
        </p:nvSpPr>
        <p:spPr>
          <a:xfrm>
            <a:off x="5875200" y="3997080"/>
            <a:ext cx="259560" cy="259560"/>
          </a:xfrm>
          <a:custGeom>
            <a:avLst/>
            <a:gdLst/>
            <a:ahLst/>
            <a:rect l="0" t="0" r="r" b="b"/>
            <a:pathLst>
              <a:path w="721" h="721">
                <a:moveTo>
                  <a:pt x="721" y="721"/>
                </a:moveTo>
                <a:lnTo>
                  <a:pt x="0" y="360"/>
                </a:lnTo>
                <a:lnTo>
                  <a:pt x="721" y="0"/>
                </a:lnTo>
                <a:lnTo>
                  <a:pt x="721" y="721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5" name=""/>
          <p:cNvSpPr/>
          <p:nvPr/>
        </p:nvSpPr>
        <p:spPr>
          <a:xfrm>
            <a:off x="5875200" y="3997080"/>
            <a:ext cx="259560" cy="259560"/>
          </a:xfrm>
          <a:custGeom>
            <a:avLst/>
            <a:gdLst/>
            <a:ahLst/>
            <a:rect l="0" t="0" r="r" b="b"/>
            <a:pathLst>
              <a:path w="721" h="721">
                <a:moveTo>
                  <a:pt x="721" y="721"/>
                </a:moveTo>
                <a:lnTo>
                  <a:pt x="0" y="360"/>
                </a:lnTo>
                <a:lnTo>
                  <a:pt x="721" y="0"/>
                </a:lnTo>
                <a:lnTo>
                  <a:pt x="721" y="721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6" name=""/>
          <p:cNvSpPr/>
          <p:nvPr/>
        </p:nvSpPr>
        <p:spPr>
          <a:xfrm>
            <a:off x="5875200" y="3997080"/>
            <a:ext cx="259560" cy="259560"/>
          </a:xfrm>
          <a:custGeom>
            <a:avLst/>
            <a:gdLst/>
            <a:ahLst/>
            <a:rect l="0" t="0" r="r" b="b"/>
            <a:pathLst>
              <a:path w="721" h="721">
                <a:moveTo>
                  <a:pt x="721" y="721"/>
                </a:moveTo>
                <a:lnTo>
                  <a:pt x="0" y="360"/>
                </a:lnTo>
                <a:lnTo>
                  <a:pt x="721" y="0"/>
                </a:lnTo>
                <a:lnTo>
                  <a:pt x="721" y="721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7" name=""/>
          <p:cNvSpPr/>
          <p:nvPr/>
        </p:nvSpPr>
        <p:spPr>
          <a:xfrm>
            <a:off x="5875200" y="3997080"/>
            <a:ext cx="259560" cy="259560"/>
          </a:xfrm>
          <a:custGeom>
            <a:avLst/>
            <a:gdLst/>
            <a:ahLst/>
            <a:rect l="0" t="0" r="r" b="b"/>
            <a:pathLst>
              <a:path w="721" h="721">
                <a:moveTo>
                  <a:pt x="721" y="721"/>
                </a:moveTo>
                <a:lnTo>
                  <a:pt x="0" y="360"/>
                </a:lnTo>
                <a:lnTo>
                  <a:pt x="721" y="0"/>
                </a:lnTo>
                <a:lnTo>
                  <a:pt x="721" y="721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8" name=""/>
          <p:cNvSpPr/>
          <p:nvPr/>
        </p:nvSpPr>
        <p:spPr>
          <a:xfrm>
            <a:off x="5875200" y="3997080"/>
            <a:ext cx="259560" cy="259560"/>
          </a:xfrm>
          <a:custGeom>
            <a:avLst/>
            <a:gdLst/>
            <a:ahLst/>
            <a:rect l="0" t="0" r="r" b="b"/>
            <a:pathLst>
              <a:path w="721" h="721">
                <a:moveTo>
                  <a:pt x="721" y="721"/>
                </a:moveTo>
                <a:lnTo>
                  <a:pt x="0" y="360"/>
                </a:lnTo>
                <a:lnTo>
                  <a:pt x="721" y="0"/>
                </a:lnTo>
                <a:lnTo>
                  <a:pt x="721" y="721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9" name=""/>
          <p:cNvSpPr/>
          <p:nvPr/>
        </p:nvSpPr>
        <p:spPr>
          <a:xfrm flipH="1">
            <a:off x="3107160" y="4126680"/>
            <a:ext cx="194760" cy="0"/>
          </a:xfrm>
          <a:prstGeom prst="line">
            <a:avLst/>
          </a:prstGeom>
          <a:ln w="25920">
            <a:solidFill>
              <a:srgbClr val="44444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2960" rIns="102960" tIns="-57960" bIns="-5796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0" name=""/>
          <p:cNvSpPr/>
          <p:nvPr/>
        </p:nvSpPr>
        <p:spPr>
          <a:xfrm>
            <a:off x="3081240" y="3997080"/>
            <a:ext cx="259920" cy="259560"/>
          </a:xfrm>
          <a:custGeom>
            <a:avLst/>
            <a:gdLst/>
            <a:ahLst/>
            <a:rect l="0" t="0" r="r" b="b"/>
            <a:pathLst>
              <a:path w="722" h="721">
                <a:moveTo>
                  <a:pt x="722" y="721"/>
                </a:moveTo>
                <a:lnTo>
                  <a:pt x="0" y="360"/>
                </a:lnTo>
                <a:lnTo>
                  <a:pt x="722" y="0"/>
                </a:lnTo>
                <a:lnTo>
                  <a:pt x="722" y="721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1" name=""/>
          <p:cNvSpPr/>
          <p:nvPr/>
        </p:nvSpPr>
        <p:spPr>
          <a:xfrm>
            <a:off x="3081240" y="3997080"/>
            <a:ext cx="259920" cy="259560"/>
          </a:xfrm>
          <a:custGeom>
            <a:avLst/>
            <a:gdLst/>
            <a:ahLst/>
            <a:rect l="0" t="0" r="r" b="b"/>
            <a:pathLst>
              <a:path w="722" h="721">
                <a:moveTo>
                  <a:pt x="722" y="721"/>
                </a:moveTo>
                <a:lnTo>
                  <a:pt x="0" y="360"/>
                </a:lnTo>
                <a:lnTo>
                  <a:pt x="722" y="0"/>
                </a:lnTo>
                <a:lnTo>
                  <a:pt x="722" y="721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2" name=""/>
          <p:cNvSpPr/>
          <p:nvPr/>
        </p:nvSpPr>
        <p:spPr>
          <a:xfrm>
            <a:off x="3081240" y="3997080"/>
            <a:ext cx="259920" cy="259560"/>
          </a:xfrm>
          <a:custGeom>
            <a:avLst/>
            <a:gdLst/>
            <a:ahLst/>
            <a:rect l="0" t="0" r="r" b="b"/>
            <a:pathLst>
              <a:path w="722" h="721">
                <a:moveTo>
                  <a:pt x="722" y="721"/>
                </a:moveTo>
                <a:lnTo>
                  <a:pt x="0" y="360"/>
                </a:lnTo>
                <a:lnTo>
                  <a:pt x="722" y="0"/>
                </a:lnTo>
                <a:lnTo>
                  <a:pt x="722" y="721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3" name=""/>
          <p:cNvSpPr/>
          <p:nvPr/>
        </p:nvSpPr>
        <p:spPr>
          <a:xfrm>
            <a:off x="3081240" y="3997080"/>
            <a:ext cx="259920" cy="259560"/>
          </a:xfrm>
          <a:custGeom>
            <a:avLst/>
            <a:gdLst/>
            <a:ahLst/>
            <a:rect l="0" t="0" r="r" b="b"/>
            <a:pathLst>
              <a:path w="722" h="721">
                <a:moveTo>
                  <a:pt x="722" y="721"/>
                </a:moveTo>
                <a:lnTo>
                  <a:pt x="0" y="360"/>
                </a:lnTo>
                <a:lnTo>
                  <a:pt x="722" y="0"/>
                </a:lnTo>
                <a:lnTo>
                  <a:pt x="722" y="721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4" name=""/>
          <p:cNvSpPr/>
          <p:nvPr/>
        </p:nvSpPr>
        <p:spPr>
          <a:xfrm>
            <a:off x="3081240" y="3997080"/>
            <a:ext cx="259920" cy="259560"/>
          </a:xfrm>
          <a:custGeom>
            <a:avLst/>
            <a:gdLst/>
            <a:ahLst/>
            <a:rect l="0" t="0" r="r" b="b"/>
            <a:pathLst>
              <a:path w="722" h="721">
                <a:moveTo>
                  <a:pt x="722" y="721"/>
                </a:moveTo>
                <a:lnTo>
                  <a:pt x="0" y="360"/>
                </a:lnTo>
                <a:lnTo>
                  <a:pt x="722" y="0"/>
                </a:lnTo>
                <a:lnTo>
                  <a:pt x="722" y="721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5" name=""/>
          <p:cNvSpPr/>
          <p:nvPr/>
        </p:nvSpPr>
        <p:spPr>
          <a:xfrm>
            <a:off x="3081240" y="3997080"/>
            <a:ext cx="259920" cy="259560"/>
          </a:xfrm>
          <a:custGeom>
            <a:avLst/>
            <a:gdLst/>
            <a:ahLst/>
            <a:rect l="0" t="0" r="r" b="b"/>
            <a:pathLst>
              <a:path w="722" h="721">
                <a:moveTo>
                  <a:pt x="722" y="721"/>
                </a:moveTo>
                <a:lnTo>
                  <a:pt x="0" y="360"/>
                </a:lnTo>
                <a:lnTo>
                  <a:pt x="722" y="0"/>
                </a:lnTo>
                <a:lnTo>
                  <a:pt x="722" y="721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6" name=""/>
          <p:cNvSpPr/>
          <p:nvPr/>
        </p:nvSpPr>
        <p:spPr>
          <a:xfrm>
            <a:off x="3081240" y="3997080"/>
            <a:ext cx="259920" cy="259560"/>
          </a:xfrm>
          <a:custGeom>
            <a:avLst/>
            <a:gdLst/>
            <a:ahLst/>
            <a:rect l="0" t="0" r="r" b="b"/>
            <a:pathLst>
              <a:path w="722" h="721">
                <a:moveTo>
                  <a:pt x="722" y="721"/>
                </a:moveTo>
                <a:lnTo>
                  <a:pt x="0" y="360"/>
                </a:lnTo>
                <a:lnTo>
                  <a:pt x="722" y="0"/>
                </a:lnTo>
                <a:lnTo>
                  <a:pt x="722" y="721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7" name=""/>
          <p:cNvSpPr/>
          <p:nvPr/>
        </p:nvSpPr>
        <p:spPr>
          <a:xfrm>
            <a:off x="3081240" y="3997080"/>
            <a:ext cx="259920" cy="259560"/>
          </a:xfrm>
          <a:custGeom>
            <a:avLst/>
            <a:gdLst/>
            <a:ahLst/>
            <a:rect l="0" t="0" r="r" b="b"/>
            <a:pathLst>
              <a:path w="722" h="721">
                <a:moveTo>
                  <a:pt x="722" y="721"/>
                </a:moveTo>
                <a:lnTo>
                  <a:pt x="0" y="360"/>
                </a:lnTo>
                <a:lnTo>
                  <a:pt x="722" y="0"/>
                </a:lnTo>
                <a:lnTo>
                  <a:pt x="722" y="721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8" name=""/>
          <p:cNvSpPr/>
          <p:nvPr/>
        </p:nvSpPr>
        <p:spPr>
          <a:xfrm>
            <a:off x="1677600" y="2061720"/>
            <a:ext cx="1851840" cy="3660480"/>
          </a:xfrm>
          <a:custGeom>
            <a:avLst/>
            <a:gdLst/>
            <a:ahLst/>
            <a:rect l="0" t="0" r="r" b="b"/>
            <a:pathLst>
              <a:path fill="none" w="5144" h="10168">
                <a:moveTo>
                  <a:pt x="0" y="7541"/>
                </a:moveTo>
                <a:lnTo>
                  <a:pt x="0" y="9345"/>
                </a:lnTo>
                <a:cubicBezTo>
                  <a:pt x="0" y="10427"/>
                  <a:pt x="3971" y="10518"/>
                  <a:pt x="4242" y="9164"/>
                </a:cubicBezTo>
                <a:lnTo>
                  <a:pt x="4242" y="1047"/>
                </a:lnTo>
                <a:cubicBezTo>
                  <a:pt x="4242" y="505"/>
                  <a:pt x="4693" y="145"/>
                  <a:pt x="5144" y="0"/>
                </a:cubicBezTo>
              </a:path>
            </a:pathLst>
          </a:custGeom>
          <a:ln w="25920">
            <a:solidFill>
              <a:srgbClr val="777777"/>
            </a:solidFill>
            <a:miter/>
          </a:ln>
        </p:spPr>
        <p:txBody>
          <a:bodyPr lIns="102960" rIns="102960" tIns="57960" bIns="5796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9" name=""/>
          <p:cNvSpPr/>
          <p:nvPr/>
        </p:nvSpPr>
        <p:spPr>
          <a:xfrm>
            <a:off x="3267000" y="2009160"/>
            <a:ext cx="287280" cy="247680"/>
          </a:xfrm>
          <a:custGeom>
            <a:avLst/>
            <a:gdLst/>
            <a:ahLst/>
            <a:rect l="0" t="0" r="r" b="b"/>
            <a:pathLst>
              <a:path w="798" h="688">
                <a:moveTo>
                  <a:pt x="0" y="0"/>
                </a:moveTo>
                <a:lnTo>
                  <a:pt x="798" y="124"/>
                </a:lnTo>
                <a:lnTo>
                  <a:pt x="220" y="688"/>
                </a:lnTo>
                <a:lnTo>
                  <a:pt x="0" y="0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0" name=""/>
          <p:cNvSpPr/>
          <p:nvPr/>
        </p:nvSpPr>
        <p:spPr>
          <a:xfrm>
            <a:off x="3267000" y="2009160"/>
            <a:ext cx="287280" cy="247680"/>
          </a:xfrm>
          <a:custGeom>
            <a:avLst/>
            <a:gdLst/>
            <a:ahLst/>
            <a:rect l="0" t="0" r="r" b="b"/>
            <a:pathLst>
              <a:path w="798" h="688">
                <a:moveTo>
                  <a:pt x="0" y="0"/>
                </a:moveTo>
                <a:lnTo>
                  <a:pt x="798" y="124"/>
                </a:lnTo>
                <a:lnTo>
                  <a:pt x="220" y="688"/>
                </a:lnTo>
                <a:lnTo>
                  <a:pt x="0" y="0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1" name=""/>
          <p:cNvSpPr/>
          <p:nvPr/>
        </p:nvSpPr>
        <p:spPr>
          <a:xfrm>
            <a:off x="3267000" y="2009160"/>
            <a:ext cx="287280" cy="247680"/>
          </a:xfrm>
          <a:custGeom>
            <a:avLst/>
            <a:gdLst/>
            <a:ahLst/>
            <a:rect l="0" t="0" r="r" b="b"/>
            <a:pathLst>
              <a:path w="798" h="688">
                <a:moveTo>
                  <a:pt x="0" y="0"/>
                </a:moveTo>
                <a:lnTo>
                  <a:pt x="798" y="124"/>
                </a:lnTo>
                <a:lnTo>
                  <a:pt x="220" y="688"/>
                </a:lnTo>
                <a:lnTo>
                  <a:pt x="0" y="0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2" name=""/>
          <p:cNvSpPr/>
          <p:nvPr/>
        </p:nvSpPr>
        <p:spPr>
          <a:xfrm>
            <a:off x="3267000" y="2009160"/>
            <a:ext cx="287280" cy="247680"/>
          </a:xfrm>
          <a:custGeom>
            <a:avLst/>
            <a:gdLst/>
            <a:ahLst/>
            <a:rect l="0" t="0" r="r" b="b"/>
            <a:pathLst>
              <a:path w="798" h="688">
                <a:moveTo>
                  <a:pt x="0" y="0"/>
                </a:moveTo>
                <a:lnTo>
                  <a:pt x="798" y="124"/>
                </a:lnTo>
                <a:lnTo>
                  <a:pt x="220" y="688"/>
                </a:lnTo>
                <a:lnTo>
                  <a:pt x="0" y="0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3" name=""/>
          <p:cNvSpPr/>
          <p:nvPr/>
        </p:nvSpPr>
        <p:spPr>
          <a:xfrm>
            <a:off x="3267000" y="2009160"/>
            <a:ext cx="287280" cy="247680"/>
          </a:xfrm>
          <a:custGeom>
            <a:avLst/>
            <a:gdLst/>
            <a:ahLst/>
            <a:rect l="0" t="0" r="r" b="b"/>
            <a:pathLst>
              <a:path w="798" h="688">
                <a:moveTo>
                  <a:pt x="0" y="0"/>
                </a:moveTo>
                <a:lnTo>
                  <a:pt x="798" y="124"/>
                </a:lnTo>
                <a:lnTo>
                  <a:pt x="220" y="688"/>
                </a:lnTo>
                <a:lnTo>
                  <a:pt x="0" y="0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4" name=""/>
          <p:cNvSpPr/>
          <p:nvPr/>
        </p:nvSpPr>
        <p:spPr>
          <a:xfrm>
            <a:off x="3267000" y="2009160"/>
            <a:ext cx="287280" cy="247680"/>
          </a:xfrm>
          <a:custGeom>
            <a:avLst/>
            <a:gdLst/>
            <a:ahLst/>
            <a:rect l="0" t="0" r="r" b="b"/>
            <a:pathLst>
              <a:path w="798" h="688">
                <a:moveTo>
                  <a:pt x="0" y="0"/>
                </a:moveTo>
                <a:lnTo>
                  <a:pt x="798" y="124"/>
                </a:lnTo>
                <a:lnTo>
                  <a:pt x="220" y="688"/>
                </a:lnTo>
                <a:lnTo>
                  <a:pt x="0" y="0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5" name=""/>
          <p:cNvSpPr/>
          <p:nvPr/>
        </p:nvSpPr>
        <p:spPr>
          <a:xfrm>
            <a:off x="3267000" y="2009160"/>
            <a:ext cx="287280" cy="247680"/>
          </a:xfrm>
          <a:custGeom>
            <a:avLst/>
            <a:gdLst/>
            <a:ahLst/>
            <a:rect l="0" t="0" r="r" b="b"/>
            <a:pathLst>
              <a:path w="798" h="688">
                <a:moveTo>
                  <a:pt x="0" y="0"/>
                </a:moveTo>
                <a:lnTo>
                  <a:pt x="798" y="124"/>
                </a:lnTo>
                <a:lnTo>
                  <a:pt x="220" y="688"/>
                </a:lnTo>
                <a:lnTo>
                  <a:pt x="0" y="0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6" name=""/>
          <p:cNvSpPr/>
          <p:nvPr/>
        </p:nvSpPr>
        <p:spPr>
          <a:xfrm>
            <a:off x="3267000" y="2009160"/>
            <a:ext cx="287280" cy="247680"/>
          </a:xfrm>
          <a:custGeom>
            <a:avLst/>
            <a:gdLst/>
            <a:ahLst/>
            <a:rect l="0" t="0" r="r" b="b"/>
            <a:pathLst>
              <a:path w="798" h="688">
                <a:moveTo>
                  <a:pt x="0" y="0"/>
                </a:moveTo>
                <a:lnTo>
                  <a:pt x="798" y="124"/>
                </a:lnTo>
                <a:lnTo>
                  <a:pt x="220" y="688"/>
                </a:lnTo>
                <a:lnTo>
                  <a:pt x="0" y="0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7" name=""/>
          <p:cNvSpPr/>
          <p:nvPr/>
        </p:nvSpPr>
        <p:spPr>
          <a:xfrm>
            <a:off x="3267000" y="2009160"/>
            <a:ext cx="287280" cy="247680"/>
          </a:xfrm>
          <a:custGeom>
            <a:avLst/>
            <a:gdLst/>
            <a:ahLst/>
            <a:rect l="0" t="0" r="r" b="b"/>
            <a:pathLst>
              <a:path w="798" h="688">
                <a:moveTo>
                  <a:pt x="0" y="0"/>
                </a:moveTo>
                <a:lnTo>
                  <a:pt x="798" y="124"/>
                </a:lnTo>
                <a:lnTo>
                  <a:pt x="220" y="688"/>
                </a:lnTo>
                <a:lnTo>
                  <a:pt x="0" y="0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8" name=""/>
          <p:cNvSpPr txBox="1"/>
          <p:nvPr/>
        </p:nvSpPr>
        <p:spPr>
          <a:xfrm>
            <a:off x="3630240" y="6182640"/>
            <a:ext cx="478224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138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a failed test or changed authority reopens the upstream commitment</a:t>
            </a:r>
            <a:endParaRPr b="0" i="1" lang="en-US" sz="138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"/>
          <p:cNvSpPr/>
          <p:nvPr/>
        </p:nvSpPr>
        <p:spPr>
          <a:xfrm>
            <a:off x="498600" y="165240"/>
            <a:ext cx="11194200" cy="6527160"/>
          </a:xfrm>
          <a:custGeom>
            <a:avLst/>
            <a:gdLst/>
            <a:ahLst/>
            <a:rect l="0" t="0" r="r" b="b"/>
            <a:pathLst>
              <a:path w="31095" h="18131">
                <a:moveTo>
                  <a:pt x="0" y="0"/>
                </a:moveTo>
                <a:lnTo>
                  <a:pt x="31095" y="0"/>
                </a:lnTo>
                <a:lnTo>
                  <a:pt x="31095" y="18131"/>
                </a:lnTo>
                <a:lnTo>
                  <a:pt x="0" y="1813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0" name=""/>
          <p:cNvSpPr/>
          <p:nvPr/>
        </p:nvSpPr>
        <p:spPr>
          <a:xfrm>
            <a:off x="4292280" y="289440"/>
            <a:ext cx="3606840" cy="994680"/>
          </a:xfrm>
          <a:custGeom>
            <a:avLst/>
            <a:gdLst/>
            <a:ahLst/>
            <a:rect l="0" t="0" r="r" b="b"/>
            <a:pathLst>
              <a:path w="10019" h="2763">
                <a:moveTo>
                  <a:pt x="5010" y="2763"/>
                </a:moveTo>
                <a:lnTo>
                  <a:pt x="9691" y="2763"/>
                </a:lnTo>
                <a:cubicBezTo>
                  <a:pt x="9872" y="2763"/>
                  <a:pt x="10019" y="2616"/>
                  <a:pt x="10019" y="2435"/>
                </a:cubicBezTo>
                <a:lnTo>
                  <a:pt x="10019" y="328"/>
                </a:lnTo>
                <a:cubicBezTo>
                  <a:pt x="10019" y="147"/>
                  <a:pt x="9872" y="0"/>
                  <a:pt x="9691" y="0"/>
                </a:cubicBezTo>
                <a:lnTo>
                  <a:pt x="328" y="0"/>
                </a:lnTo>
                <a:cubicBezTo>
                  <a:pt x="147" y="0"/>
                  <a:pt x="0" y="147"/>
                  <a:pt x="0" y="328"/>
                </a:cubicBezTo>
                <a:lnTo>
                  <a:pt x="0" y="2435"/>
                </a:lnTo>
                <a:cubicBezTo>
                  <a:pt x="0" y="2616"/>
                  <a:pt x="147" y="2763"/>
                  <a:pt x="328" y="2763"/>
                </a:cubicBezTo>
                <a:lnTo>
                  <a:pt x="5010" y="2763"/>
                </a:lnTo>
                <a:close/>
              </a:path>
            </a:pathLst>
          </a:custGeom>
          <a:solidFill>
            <a:srgbClr val="eeeee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1" name=""/>
          <p:cNvSpPr/>
          <p:nvPr/>
        </p:nvSpPr>
        <p:spPr>
          <a:xfrm>
            <a:off x="4292280" y="289440"/>
            <a:ext cx="3606840" cy="994680"/>
          </a:xfrm>
          <a:custGeom>
            <a:avLst/>
            <a:gdLst/>
            <a:ahLst/>
            <a:rect l="0" t="0" r="r" b="b"/>
            <a:pathLst>
              <a:path w="10019" h="2763">
                <a:moveTo>
                  <a:pt x="5010" y="2763"/>
                </a:moveTo>
                <a:lnTo>
                  <a:pt x="9691" y="2763"/>
                </a:lnTo>
                <a:cubicBezTo>
                  <a:pt x="9872" y="2763"/>
                  <a:pt x="10019" y="2616"/>
                  <a:pt x="10019" y="2435"/>
                </a:cubicBezTo>
                <a:lnTo>
                  <a:pt x="10019" y="328"/>
                </a:lnTo>
                <a:cubicBezTo>
                  <a:pt x="10019" y="147"/>
                  <a:pt x="9872" y="0"/>
                  <a:pt x="9691" y="0"/>
                </a:cubicBezTo>
                <a:lnTo>
                  <a:pt x="328" y="0"/>
                </a:lnTo>
                <a:cubicBezTo>
                  <a:pt x="147" y="0"/>
                  <a:pt x="0" y="147"/>
                  <a:pt x="0" y="328"/>
                </a:cubicBezTo>
                <a:lnTo>
                  <a:pt x="0" y="2435"/>
                </a:lnTo>
                <a:cubicBezTo>
                  <a:pt x="0" y="2616"/>
                  <a:pt x="147" y="2763"/>
                  <a:pt x="328" y="2763"/>
                </a:cubicBezTo>
                <a:lnTo>
                  <a:pt x="5010" y="2763"/>
                </a:lnTo>
                <a:close/>
              </a:path>
            </a:pathLst>
          </a:custGeom>
          <a:noFill/>
          <a:ln w="24840">
            <a:solidFill>
              <a:srgbClr val="333333"/>
            </a:solidFill>
            <a:miter/>
          </a:ln>
        </p:spPr>
        <p:txBody>
          <a:bodyPr lIns="102240" rIns="102240" tIns="57240" bIns="5724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2" name=""/>
          <p:cNvSpPr txBox="1"/>
          <p:nvPr/>
        </p:nvSpPr>
        <p:spPr>
          <a:xfrm>
            <a:off x="5501880" y="522360"/>
            <a:ext cx="1199520" cy="229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57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D — DEFINE</a:t>
            </a:r>
            <a:endParaRPr b="1" lang="en-US" sz="157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553" name=""/>
          <p:cNvSpPr txBox="1"/>
          <p:nvPr/>
        </p:nvSpPr>
        <p:spPr>
          <a:xfrm>
            <a:off x="5240880" y="901800"/>
            <a:ext cx="1707120" cy="15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8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drivers · boundaries · authority</a:t>
            </a:r>
            <a:endParaRPr b="0" lang="en-US" sz="108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554" name=""/>
          <p:cNvSpPr/>
          <p:nvPr/>
        </p:nvSpPr>
        <p:spPr>
          <a:xfrm>
            <a:off x="8085600" y="1470600"/>
            <a:ext cx="3296520" cy="1056960"/>
          </a:xfrm>
          <a:custGeom>
            <a:avLst/>
            <a:gdLst/>
            <a:ahLst/>
            <a:rect l="0" t="0" r="r" b="b"/>
            <a:pathLst>
              <a:path w="9157" h="2936">
                <a:moveTo>
                  <a:pt x="4578" y="2936"/>
                </a:moveTo>
                <a:lnTo>
                  <a:pt x="8828" y="2936"/>
                </a:lnTo>
                <a:cubicBezTo>
                  <a:pt x="9010" y="2936"/>
                  <a:pt x="9157" y="2789"/>
                  <a:pt x="9157" y="2608"/>
                </a:cubicBezTo>
                <a:lnTo>
                  <a:pt x="9157" y="328"/>
                </a:lnTo>
                <a:cubicBezTo>
                  <a:pt x="9157" y="147"/>
                  <a:pt x="9010" y="0"/>
                  <a:pt x="8828" y="0"/>
                </a:cubicBezTo>
                <a:lnTo>
                  <a:pt x="329" y="0"/>
                </a:lnTo>
                <a:cubicBezTo>
                  <a:pt x="147" y="0"/>
                  <a:pt x="0" y="147"/>
                  <a:pt x="0" y="328"/>
                </a:cubicBezTo>
                <a:lnTo>
                  <a:pt x="0" y="2608"/>
                </a:lnTo>
                <a:cubicBezTo>
                  <a:pt x="0" y="2789"/>
                  <a:pt x="147" y="2936"/>
                  <a:pt x="329" y="2936"/>
                </a:cubicBezTo>
                <a:lnTo>
                  <a:pt x="4578" y="2936"/>
                </a:lnTo>
                <a:close/>
              </a:path>
            </a:pathLst>
          </a:custGeom>
          <a:solidFill>
            <a:srgbClr val="eeeee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5" name=""/>
          <p:cNvSpPr/>
          <p:nvPr/>
        </p:nvSpPr>
        <p:spPr>
          <a:xfrm>
            <a:off x="8085600" y="1470600"/>
            <a:ext cx="3296520" cy="1056960"/>
          </a:xfrm>
          <a:custGeom>
            <a:avLst/>
            <a:gdLst/>
            <a:ahLst/>
            <a:rect l="0" t="0" r="r" b="b"/>
            <a:pathLst>
              <a:path w="9157" h="2936">
                <a:moveTo>
                  <a:pt x="4578" y="2936"/>
                </a:moveTo>
                <a:lnTo>
                  <a:pt x="8828" y="2936"/>
                </a:lnTo>
                <a:cubicBezTo>
                  <a:pt x="9010" y="2936"/>
                  <a:pt x="9157" y="2789"/>
                  <a:pt x="9157" y="2608"/>
                </a:cubicBezTo>
                <a:lnTo>
                  <a:pt x="9157" y="328"/>
                </a:lnTo>
                <a:cubicBezTo>
                  <a:pt x="9157" y="147"/>
                  <a:pt x="9010" y="0"/>
                  <a:pt x="8828" y="0"/>
                </a:cubicBezTo>
                <a:lnTo>
                  <a:pt x="329" y="0"/>
                </a:lnTo>
                <a:cubicBezTo>
                  <a:pt x="147" y="0"/>
                  <a:pt x="0" y="147"/>
                  <a:pt x="0" y="328"/>
                </a:cubicBezTo>
                <a:lnTo>
                  <a:pt x="0" y="2608"/>
                </a:lnTo>
                <a:cubicBezTo>
                  <a:pt x="0" y="2789"/>
                  <a:pt x="147" y="2936"/>
                  <a:pt x="329" y="2936"/>
                </a:cubicBezTo>
                <a:lnTo>
                  <a:pt x="4578" y="2936"/>
                </a:lnTo>
                <a:close/>
              </a:path>
            </a:pathLst>
          </a:custGeom>
          <a:noFill/>
          <a:ln w="24840">
            <a:solidFill>
              <a:srgbClr val="333333"/>
            </a:solidFill>
            <a:miter/>
          </a:ln>
        </p:spPr>
        <p:txBody>
          <a:bodyPr lIns="102240" rIns="102240" tIns="57240" bIns="5724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6" name=""/>
          <p:cNvSpPr txBox="1"/>
          <p:nvPr/>
        </p:nvSpPr>
        <p:spPr>
          <a:xfrm>
            <a:off x="8965800" y="1703880"/>
            <a:ext cx="1554120" cy="229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57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E — ESTABLISH</a:t>
            </a:r>
            <a:endParaRPr b="1" lang="en-US" sz="157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557" name=""/>
          <p:cNvSpPr txBox="1"/>
          <p:nvPr/>
        </p:nvSpPr>
        <p:spPr>
          <a:xfrm>
            <a:off x="9233280" y="2082960"/>
            <a:ext cx="990720" cy="15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8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evidence · criteria</a:t>
            </a:r>
            <a:endParaRPr b="0" lang="en-US" sz="108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558" name=""/>
          <p:cNvSpPr/>
          <p:nvPr/>
        </p:nvSpPr>
        <p:spPr>
          <a:xfrm>
            <a:off x="8085600" y="4205880"/>
            <a:ext cx="3296520" cy="1056600"/>
          </a:xfrm>
          <a:custGeom>
            <a:avLst/>
            <a:gdLst/>
            <a:ahLst/>
            <a:rect l="0" t="0" r="r" b="b"/>
            <a:pathLst>
              <a:path w="9157" h="2935">
                <a:moveTo>
                  <a:pt x="4578" y="2935"/>
                </a:moveTo>
                <a:lnTo>
                  <a:pt x="8828" y="2935"/>
                </a:lnTo>
                <a:cubicBezTo>
                  <a:pt x="9010" y="2935"/>
                  <a:pt x="9157" y="2789"/>
                  <a:pt x="9157" y="2607"/>
                </a:cubicBezTo>
                <a:lnTo>
                  <a:pt x="9157" y="328"/>
                </a:lnTo>
                <a:cubicBezTo>
                  <a:pt x="9157" y="147"/>
                  <a:pt x="9010" y="0"/>
                  <a:pt x="8828" y="0"/>
                </a:cubicBezTo>
                <a:lnTo>
                  <a:pt x="329" y="0"/>
                </a:lnTo>
                <a:cubicBezTo>
                  <a:pt x="147" y="0"/>
                  <a:pt x="0" y="147"/>
                  <a:pt x="0" y="328"/>
                </a:cubicBezTo>
                <a:lnTo>
                  <a:pt x="0" y="2607"/>
                </a:lnTo>
                <a:cubicBezTo>
                  <a:pt x="0" y="2789"/>
                  <a:pt x="147" y="2935"/>
                  <a:pt x="329" y="2935"/>
                </a:cubicBezTo>
                <a:lnTo>
                  <a:pt x="4578" y="2935"/>
                </a:lnTo>
                <a:close/>
              </a:path>
            </a:pathLst>
          </a:custGeom>
          <a:solidFill>
            <a:srgbClr val="eeeee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9" name=""/>
          <p:cNvSpPr/>
          <p:nvPr/>
        </p:nvSpPr>
        <p:spPr>
          <a:xfrm>
            <a:off x="8085600" y="4205880"/>
            <a:ext cx="3296520" cy="1056600"/>
          </a:xfrm>
          <a:custGeom>
            <a:avLst/>
            <a:gdLst/>
            <a:ahLst/>
            <a:rect l="0" t="0" r="r" b="b"/>
            <a:pathLst>
              <a:path w="9157" h="2935">
                <a:moveTo>
                  <a:pt x="4578" y="2935"/>
                </a:moveTo>
                <a:lnTo>
                  <a:pt x="8828" y="2935"/>
                </a:lnTo>
                <a:cubicBezTo>
                  <a:pt x="9010" y="2935"/>
                  <a:pt x="9157" y="2789"/>
                  <a:pt x="9157" y="2607"/>
                </a:cubicBezTo>
                <a:lnTo>
                  <a:pt x="9157" y="328"/>
                </a:lnTo>
                <a:cubicBezTo>
                  <a:pt x="9157" y="147"/>
                  <a:pt x="9010" y="0"/>
                  <a:pt x="8828" y="0"/>
                </a:cubicBezTo>
                <a:lnTo>
                  <a:pt x="329" y="0"/>
                </a:lnTo>
                <a:cubicBezTo>
                  <a:pt x="147" y="0"/>
                  <a:pt x="0" y="147"/>
                  <a:pt x="0" y="328"/>
                </a:cubicBezTo>
                <a:lnTo>
                  <a:pt x="0" y="2607"/>
                </a:lnTo>
                <a:cubicBezTo>
                  <a:pt x="0" y="2789"/>
                  <a:pt x="147" y="2935"/>
                  <a:pt x="329" y="2935"/>
                </a:cubicBezTo>
                <a:lnTo>
                  <a:pt x="4578" y="2935"/>
                </a:lnTo>
                <a:close/>
              </a:path>
            </a:pathLst>
          </a:custGeom>
          <a:noFill/>
          <a:ln w="24840">
            <a:solidFill>
              <a:srgbClr val="333333"/>
            </a:solidFill>
            <a:miter/>
          </a:ln>
        </p:spPr>
        <p:txBody>
          <a:bodyPr lIns="102240" rIns="102240" tIns="57240" bIns="5724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0" name=""/>
          <p:cNvSpPr txBox="1"/>
          <p:nvPr/>
        </p:nvSpPr>
        <p:spPr>
          <a:xfrm>
            <a:off x="8891280" y="4438800"/>
            <a:ext cx="1697760" cy="229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57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C — CONSTRUCT</a:t>
            </a:r>
            <a:endParaRPr b="1" lang="en-US" sz="157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561" name=""/>
          <p:cNvSpPr txBox="1"/>
          <p:nvPr/>
        </p:nvSpPr>
        <p:spPr>
          <a:xfrm>
            <a:off x="9177120" y="4818240"/>
            <a:ext cx="1108800" cy="15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8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credible alternatives</a:t>
            </a:r>
            <a:endParaRPr b="0" lang="en-US" sz="108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562" name=""/>
          <p:cNvSpPr/>
          <p:nvPr/>
        </p:nvSpPr>
        <p:spPr>
          <a:xfrm>
            <a:off x="4292280" y="5573520"/>
            <a:ext cx="3606840" cy="963720"/>
          </a:xfrm>
          <a:custGeom>
            <a:avLst/>
            <a:gdLst/>
            <a:ahLst/>
            <a:rect l="0" t="0" r="r" b="b"/>
            <a:pathLst>
              <a:path w="10019" h="2677">
                <a:moveTo>
                  <a:pt x="5010" y="2677"/>
                </a:moveTo>
                <a:lnTo>
                  <a:pt x="9691" y="2677"/>
                </a:lnTo>
                <a:cubicBezTo>
                  <a:pt x="9872" y="2677"/>
                  <a:pt x="10019" y="2530"/>
                  <a:pt x="10019" y="2349"/>
                </a:cubicBezTo>
                <a:lnTo>
                  <a:pt x="10019" y="328"/>
                </a:lnTo>
                <a:cubicBezTo>
                  <a:pt x="10019" y="147"/>
                  <a:pt x="9872" y="0"/>
                  <a:pt x="9691" y="0"/>
                </a:cubicBezTo>
                <a:lnTo>
                  <a:pt x="328" y="0"/>
                </a:lnTo>
                <a:cubicBezTo>
                  <a:pt x="147" y="0"/>
                  <a:pt x="0" y="147"/>
                  <a:pt x="0" y="328"/>
                </a:cubicBezTo>
                <a:lnTo>
                  <a:pt x="0" y="2349"/>
                </a:lnTo>
                <a:cubicBezTo>
                  <a:pt x="0" y="2530"/>
                  <a:pt x="147" y="2677"/>
                  <a:pt x="328" y="2677"/>
                </a:cubicBezTo>
                <a:lnTo>
                  <a:pt x="5010" y="2677"/>
                </a:lnTo>
                <a:close/>
              </a:path>
            </a:pathLst>
          </a:custGeom>
          <a:solidFill>
            <a:srgbClr val="eeeee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3" name=""/>
          <p:cNvSpPr/>
          <p:nvPr/>
        </p:nvSpPr>
        <p:spPr>
          <a:xfrm>
            <a:off x="4292280" y="5573520"/>
            <a:ext cx="3606840" cy="963720"/>
          </a:xfrm>
          <a:custGeom>
            <a:avLst/>
            <a:gdLst/>
            <a:ahLst/>
            <a:rect l="0" t="0" r="r" b="b"/>
            <a:pathLst>
              <a:path w="10019" h="2677">
                <a:moveTo>
                  <a:pt x="5010" y="2677"/>
                </a:moveTo>
                <a:lnTo>
                  <a:pt x="9691" y="2677"/>
                </a:lnTo>
                <a:cubicBezTo>
                  <a:pt x="9872" y="2677"/>
                  <a:pt x="10019" y="2530"/>
                  <a:pt x="10019" y="2349"/>
                </a:cubicBezTo>
                <a:lnTo>
                  <a:pt x="10019" y="328"/>
                </a:lnTo>
                <a:cubicBezTo>
                  <a:pt x="10019" y="147"/>
                  <a:pt x="9872" y="0"/>
                  <a:pt x="9691" y="0"/>
                </a:cubicBezTo>
                <a:lnTo>
                  <a:pt x="328" y="0"/>
                </a:lnTo>
                <a:cubicBezTo>
                  <a:pt x="147" y="0"/>
                  <a:pt x="0" y="147"/>
                  <a:pt x="0" y="328"/>
                </a:cubicBezTo>
                <a:lnTo>
                  <a:pt x="0" y="2349"/>
                </a:lnTo>
                <a:cubicBezTo>
                  <a:pt x="0" y="2530"/>
                  <a:pt x="147" y="2677"/>
                  <a:pt x="328" y="2677"/>
                </a:cubicBezTo>
                <a:lnTo>
                  <a:pt x="5010" y="2677"/>
                </a:lnTo>
                <a:close/>
              </a:path>
            </a:pathLst>
          </a:custGeom>
          <a:noFill/>
          <a:ln w="24840">
            <a:solidFill>
              <a:srgbClr val="333333"/>
            </a:solidFill>
            <a:miter/>
          </a:ln>
        </p:spPr>
        <p:txBody>
          <a:bodyPr lIns="102240" rIns="102240" tIns="57240" bIns="5724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4" name=""/>
          <p:cNvSpPr txBox="1"/>
          <p:nvPr/>
        </p:nvSpPr>
        <p:spPr>
          <a:xfrm>
            <a:off x="5477040" y="5806440"/>
            <a:ext cx="1243080" cy="229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57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I — INSPECT</a:t>
            </a:r>
            <a:endParaRPr b="1" lang="en-US" sz="157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565" name=""/>
          <p:cNvSpPr txBox="1"/>
          <p:nvPr/>
        </p:nvSpPr>
        <p:spPr>
          <a:xfrm>
            <a:off x="5122440" y="6185880"/>
            <a:ext cx="1935720" cy="15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8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implications · threats · reversibility</a:t>
            </a:r>
            <a:endParaRPr b="0" lang="en-US" sz="108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566" name=""/>
          <p:cNvSpPr/>
          <p:nvPr/>
        </p:nvSpPr>
        <p:spPr>
          <a:xfrm>
            <a:off x="809280" y="4205880"/>
            <a:ext cx="3296520" cy="1056600"/>
          </a:xfrm>
          <a:custGeom>
            <a:avLst/>
            <a:gdLst/>
            <a:ahLst/>
            <a:rect l="0" t="0" r="r" b="b"/>
            <a:pathLst>
              <a:path w="9157" h="2935">
                <a:moveTo>
                  <a:pt x="4579" y="2935"/>
                </a:moveTo>
                <a:lnTo>
                  <a:pt x="8828" y="2935"/>
                </a:lnTo>
                <a:cubicBezTo>
                  <a:pt x="9010" y="2935"/>
                  <a:pt x="9157" y="2789"/>
                  <a:pt x="9157" y="2607"/>
                </a:cubicBezTo>
                <a:lnTo>
                  <a:pt x="9157" y="328"/>
                </a:lnTo>
                <a:cubicBezTo>
                  <a:pt x="9157" y="147"/>
                  <a:pt x="9010" y="0"/>
                  <a:pt x="8828" y="0"/>
                </a:cubicBezTo>
                <a:lnTo>
                  <a:pt x="329" y="0"/>
                </a:lnTo>
                <a:cubicBezTo>
                  <a:pt x="147" y="0"/>
                  <a:pt x="0" y="147"/>
                  <a:pt x="0" y="328"/>
                </a:cubicBezTo>
                <a:lnTo>
                  <a:pt x="0" y="2607"/>
                </a:lnTo>
                <a:cubicBezTo>
                  <a:pt x="0" y="2789"/>
                  <a:pt x="147" y="2935"/>
                  <a:pt x="329" y="2935"/>
                </a:cubicBezTo>
                <a:lnTo>
                  <a:pt x="4579" y="2935"/>
                </a:lnTo>
                <a:close/>
              </a:path>
            </a:pathLst>
          </a:custGeom>
          <a:solidFill>
            <a:srgbClr val="eeeee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7" name=""/>
          <p:cNvSpPr/>
          <p:nvPr/>
        </p:nvSpPr>
        <p:spPr>
          <a:xfrm>
            <a:off x="809280" y="4205880"/>
            <a:ext cx="3296520" cy="1056600"/>
          </a:xfrm>
          <a:custGeom>
            <a:avLst/>
            <a:gdLst/>
            <a:ahLst/>
            <a:rect l="0" t="0" r="r" b="b"/>
            <a:pathLst>
              <a:path w="9157" h="2935">
                <a:moveTo>
                  <a:pt x="4579" y="2935"/>
                </a:moveTo>
                <a:lnTo>
                  <a:pt x="8828" y="2935"/>
                </a:lnTo>
                <a:cubicBezTo>
                  <a:pt x="9010" y="2935"/>
                  <a:pt x="9157" y="2789"/>
                  <a:pt x="9157" y="2607"/>
                </a:cubicBezTo>
                <a:lnTo>
                  <a:pt x="9157" y="328"/>
                </a:lnTo>
                <a:cubicBezTo>
                  <a:pt x="9157" y="147"/>
                  <a:pt x="9010" y="0"/>
                  <a:pt x="8828" y="0"/>
                </a:cubicBezTo>
                <a:lnTo>
                  <a:pt x="329" y="0"/>
                </a:lnTo>
                <a:cubicBezTo>
                  <a:pt x="147" y="0"/>
                  <a:pt x="0" y="147"/>
                  <a:pt x="0" y="328"/>
                </a:cubicBezTo>
                <a:lnTo>
                  <a:pt x="0" y="2607"/>
                </a:lnTo>
                <a:cubicBezTo>
                  <a:pt x="0" y="2789"/>
                  <a:pt x="147" y="2935"/>
                  <a:pt x="329" y="2935"/>
                </a:cubicBezTo>
                <a:lnTo>
                  <a:pt x="4579" y="2935"/>
                </a:lnTo>
                <a:close/>
              </a:path>
            </a:pathLst>
          </a:custGeom>
          <a:noFill/>
          <a:ln w="24840">
            <a:solidFill>
              <a:srgbClr val="333333"/>
            </a:solidFill>
            <a:miter/>
          </a:ln>
        </p:spPr>
        <p:txBody>
          <a:bodyPr lIns="102240" rIns="102240" tIns="57240" bIns="5724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8" name=""/>
          <p:cNvSpPr txBox="1"/>
          <p:nvPr/>
        </p:nvSpPr>
        <p:spPr>
          <a:xfrm>
            <a:off x="1851120" y="4438800"/>
            <a:ext cx="1224360" cy="229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57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D — DECIDE</a:t>
            </a:r>
            <a:endParaRPr b="1" lang="en-US" sz="157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569" name=""/>
          <p:cNvSpPr txBox="1"/>
          <p:nvPr/>
        </p:nvSpPr>
        <p:spPr>
          <a:xfrm>
            <a:off x="1745280" y="4818240"/>
            <a:ext cx="1417320" cy="15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8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rationale · owner · trigger</a:t>
            </a:r>
            <a:endParaRPr b="0" lang="en-US" sz="108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570" name=""/>
          <p:cNvSpPr/>
          <p:nvPr/>
        </p:nvSpPr>
        <p:spPr>
          <a:xfrm>
            <a:off x="809280" y="1470600"/>
            <a:ext cx="3296520" cy="1056960"/>
          </a:xfrm>
          <a:custGeom>
            <a:avLst/>
            <a:gdLst/>
            <a:ahLst/>
            <a:rect l="0" t="0" r="r" b="b"/>
            <a:pathLst>
              <a:path w="9157" h="2936">
                <a:moveTo>
                  <a:pt x="4579" y="2936"/>
                </a:moveTo>
                <a:lnTo>
                  <a:pt x="8828" y="2936"/>
                </a:lnTo>
                <a:cubicBezTo>
                  <a:pt x="9010" y="2936"/>
                  <a:pt x="9157" y="2789"/>
                  <a:pt x="9157" y="2608"/>
                </a:cubicBezTo>
                <a:lnTo>
                  <a:pt x="9157" y="328"/>
                </a:lnTo>
                <a:cubicBezTo>
                  <a:pt x="9157" y="147"/>
                  <a:pt x="9010" y="0"/>
                  <a:pt x="8828" y="0"/>
                </a:cubicBezTo>
                <a:lnTo>
                  <a:pt x="329" y="0"/>
                </a:lnTo>
                <a:cubicBezTo>
                  <a:pt x="147" y="0"/>
                  <a:pt x="0" y="147"/>
                  <a:pt x="0" y="328"/>
                </a:cubicBezTo>
                <a:lnTo>
                  <a:pt x="0" y="2608"/>
                </a:lnTo>
                <a:cubicBezTo>
                  <a:pt x="0" y="2789"/>
                  <a:pt x="147" y="2936"/>
                  <a:pt x="329" y="2936"/>
                </a:cubicBezTo>
                <a:lnTo>
                  <a:pt x="4579" y="2936"/>
                </a:lnTo>
                <a:close/>
              </a:path>
            </a:pathLst>
          </a:custGeom>
          <a:solidFill>
            <a:srgbClr val="eeeee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1" name=""/>
          <p:cNvSpPr/>
          <p:nvPr/>
        </p:nvSpPr>
        <p:spPr>
          <a:xfrm>
            <a:off x="809280" y="1470600"/>
            <a:ext cx="3296520" cy="1056960"/>
          </a:xfrm>
          <a:custGeom>
            <a:avLst/>
            <a:gdLst/>
            <a:ahLst/>
            <a:rect l="0" t="0" r="r" b="b"/>
            <a:pathLst>
              <a:path w="9157" h="2936">
                <a:moveTo>
                  <a:pt x="4579" y="2936"/>
                </a:moveTo>
                <a:lnTo>
                  <a:pt x="8828" y="2936"/>
                </a:lnTo>
                <a:cubicBezTo>
                  <a:pt x="9010" y="2936"/>
                  <a:pt x="9157" y="2789"/>
                  <a:pt x="9157" y="2608"/>
                </a:cubicBezTo>
                <a:lnTo>
                  <a:pt x="9157" y="328"/>
                </a:lnTo>
                <a:cubicBezTo>
                  <a:pt x="9157" y="147"/>
                  <a:pt x="9010" y="0"/>
                  <a:pt x="8828" y="0"/>
                </a:cubicBezTo>
                <a:lnTo>
                  <a:pt x="329" y="0"/>
                </a:lnTo>
                <a:cubicBezTo>
                  <a:pt x="147" y="0"/>
                  <a:pt x="0" y="147"/>
                  <a:pt x="0" y="328"/>
                </a:cubicBezTo>
                <a:lnTo>
                  <a:pt x="0" y="2608"/>
                </a:lnTo>
                <a:cubicBezTo>
                  <a:pt x="0" y="2789"/>
                  <a:pt x="147" y="2936"/>
                  <a:pt x="329" y="2936"/>
                </a:cubicBezTo>
                <a:lnTo>
                  <a:pt x="4579" y="2936"/>
                </a:lnTo>
                <a:close/>
              </a:path>
            </a:pathLst>
          </a:custGeom>
          <a:noFill/>
          <a:ln w="24840">
            <a:solidFill>
              <a:srgbClr val="333333"/>
            </a:solidFill>
            <a:miter/>
          </a:ln>
        </p:spPr>
        <p:txBody>
          <a:bodyPr lIns="102240" rIns="102240" tIns="57240" bIns="5724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2" name=""/>
          <p:cNvSpPr txBox="1"/>
          <p:nvPr/>
        </p:nvSpPr>
        <p:spPr>
          <a:xfrm>
            <a:off x="1353600" y="1703880"/>
            <a:ext cx="2238120" cy="229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57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E — EVALUATE EARLY</a:t>
            </a:r>
            <a:endParaRPr b="1" lang="en-US" sz="157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573" name=""/>
          <p:cNvSpPr txBox="1"/>
          <p:nvPr/>
        </p:nvSpPr>
        <p:spPr>
          <a:xfrm>
            <a:off x="1521720" y="2082960"/>
            <a:ext cx="1855800" cy="15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8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probe the highest-risk assumption</a:t>
            </a:r>
            <a:endParaRPr b="0" lang="en-US" sz="108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574" name=""/>
          <p:cNvSpPr/>
          <p:nvPr/>
        </p:nvSpPr>
        <p:spPr>
          <a:xfrm>
            <a:off x="4261320" y="2278800"/>
            <a:ext cx="3668760" cy="2237760"/>
          </a:xfrm>
          <a:custGeom>
            <a:avLst/>
            <a:gdLst/>
            <a:ahLst/>
            <a:rect l="0" t="0" r="r" b="b"/>
            <a:pathLst>
              <a:path w="10191" h="6216">
                <a:moveTo>
                  <a:pt x="10191" y="3109"/>
                </a:moveTo>
                <a:cubicBezTo>
                  <a:pt x="10191" y="3653"/>
                  <a:pt x="9957" y="4190"/>
                  <a:pt x="9509" y="4662"/>
                </a:cubicBezTo>
                <a:cubicBezTo>
                  <a:pt x="9062" y="5135"/>
                  <a:pt x="8418" y="5528"/>
                  <a:pt x="7643" y="5800"/>
                </a:cubicBezTo>
                <a:cubicBezTo>
                  <a:pt x="6868" y="6073"/>
                  <a:pt x="5990" y="6216"/>
                  <a:pt x="5096" y="6216"/>
                </a:cubicBezTo>
                <a:cubicBezTo>
                  <a:pt x="4201" y="6216"/>
                  <a:pt x="3323" y="6073"/>
                  <a:pt x="2548" y="5800"/>
                </a:cubicBezTo>
                <a:cubicBezTo>
                  <a:pt x="1773" y="5528"/>
                  <a:pt x="1129" y="5135"/>
                  <a:pt x="682" y="4662"/>
                </a:cubicBezTo>
                <a:cubicBezTo>
                  <a:pt x="234" y="4190"/>
                  <a:pt x="0" y="3653"/>
                  <a:pt x="0" y="3109"/>
                </a:cubicBezTo>
                <a:cubicBezTo>
                  <a:pt x="0" y="2563"/>
                  <a:pt x="235" y="2027"/>
                  <a:pt x="682" y="1554"/>
                </a:cubicBezTo>
                <a:cubicBezTo>
                  <a:pt x="1130" y="1082"/>
                  <a:pt x="1773" y="689"/>
                  <a:pt x="2548" y="417"/>
                </a:cubicBezTo>
                <a:cubicBezTo>
                  <a:pt x="3323" y="144"/>
                  <a:pt x="4201" y="0"/>
                  <a:pt x="5096" y="0"/>
                </a:cubicBezTo>
                <a:cubicBezTo>
                  <a:pt x="5990" y="0"/>
                  <a:pt x="6868" y="144"/>
                  <a:pt x="7643" y="417"/>
                </a:cubicBezTo>
                <a:cubicBezTo>
                  <a:pt x="8418" y="689"/>
                  <a:pt x="9061" y="1082"/>
                  <a:pt x="9509" y="1554"/>
                </a:cubicBezTo>
                <a:cubicBezTo>
                  <a:pt x="9956" y="2027"/>
                  <a:pt x="10191" y="2563"/>
                  <a:pt x="10191" y="3109"/>
                </a:cubicBezTo>
                <a:close/>
              </a:path>
            </a:pathLst>
          </a:custGeom>
          <a:solidFill>
            <a:srgbClr val="d6d6d6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5" name=""/>
          <p:cNvSpPr/>
          <p:nvPr/>
        </p:nvSpPr>
        <p:spPr>
          <a:xfrm>
            <a:off x="4261320" y="2278800"/>
            <a:ext cx="3668760" cy="2237760"/>
          </a:xfrm>
          <a:custGeom>
            <a:avLst/>
            <a:gdLst/>
            <a:ahLst/>
            <a:rect l="0" t="0" r="r" b="b"/>
            <a:pathLst>
              <a:path w="10191" h="6216">
                <a:moveTo>
                  <a:pt x="10191" y="3109"/>
                </a:moveTo>
                <a:cubicBezTo>
                  <a:pt x="10191" y="3653"/>
                  <a:pt x="9957" y="4190"/>
                  <a:pt x="9509" y="4662"/>
                </a:cubicBezTo>
                <a:cubicBezTo>
                  <a:pt x="9062" y="5135"/>
                  <a:pt x="8418" y="5528"/>
                  <a:pt x="7643" y="5800"/>
                </a:cubicBezTo>
                <a:cubicBezTo>
                  <a:pt x="6868" y="6073"/>
                  <a:pt x="5990" y="6216"/>
                  <a:pt x="5096" y="6216"/>
                </a:cubicBezTo>
                <a:cubicBezTo>
                  <a:pt x="4201" y="6216"/>
                  <a:pt x="3323" y="6073"/>
                  <a:pt x="2548" y="5800"/>
                </a:cubicBezTo>
                <a:cubicBezTo>
                  <a:pt x="1773" y="5528"/>
                  <a:pt x="1129" y="5135"/>
                  <a:pt x="682" y="4662"/>
                </a:cubicBezTo>
                <a:cubicBezTo>
                  <a:pt x="234" y="4190"/>
                  <a:pt x="0" y="3653"/>
                  <a:pt x="0" y="3109"/>
                </a:cubicBezTo>
                <a:cubicBezTo>
                  <a:pt x="0" y="2563"/>
                  <a:pt x="235" y="2027"/>
                  <a:pt x="682" y="1554"/>
                </a:cubicBezTo>
                <a:cubicBezTo>
                  <a:pt x="1130" y="1082"/>
                  <a:pt x="1773" y="689"/>
                  <a:pt x="2548" y="417"/>
                </a:cubicBezTo>
                <a:cubicBezTo>
                  <a:pt x="3323" y="144"/>
                  <a:pt x="4201" y="0"/>
                  <a:pt x="5096" y="0"/>
                </a:cubicBezTo>
                <a:cubicBezTo>
                  <a:pt x="5990" y="0"/>
                  <a:pt x="6868" y="144"/>
                  <a:pt x="7643" y="417"/>
                </a:cubicBezTo>
                <a:cubicBezTo>
                  <a:pt x="8418" y="689"/>
                  <a:pt x="9061" y="1082"/>
                  <a:pt x="9509" y="1554"/>
                </a:cubicBezTo>
                <a:cubicBezTo>
                  <a:pt x="9956" y="2027"/>
                  <a:pt x="10191" y="2563"/>
                  <a:pt x="10191" y="3109"/>
                </a:cubicBezTo>
                <a:close/>
              </a:path>
            </a:pathLst>
          </a:custGeom>
          <a:noFill/>
          <a:ln w="30960">
            <a:solidFill>
              <a:srgbClr val="333333"/>
            </a:solidFill>
            <a:miter/>
          </a:ln>
        </p:spPr>
        <p:txBody>
          <a:bodyPr lIns="105480" rIns="105480" tIns="60480" bIns="604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6" name=""/>
          <p:cNvSpPr txBox="1"/>
          <p:nvPr/>
        </p:nvSpPr>
        <p:spPr>
          <a:xfrm>
            <a:off x="5184720" y="2903760"/>
            <a:ext cx="1809000" cy="274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96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CONDITIONAL</a:t>
            </a:r>
            <a:endParaRPr b="1" lang="en-US" sz="196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577" name=""/>
          <p:cNvSpPr txBox="1"/>
          <p:nvPr/>
        </p:nvSpPr>
        <p:spPr>
          <a:xfrm>
            <a:off x="5159880" y="3232800"/>
            <a:ext cx="1850040" cy="274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96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COMMITMENT</a:t>
            </a:r>
            <a:endParaRPr b="1" lang="en-US" sz="196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578" name=""/>
          <p:cNvSpPr txBox="1"/>
          <p:nvPr/>
        </p:nvSpPr>
        <p:spPr>
          <a:xfrm>
            <a:off x="4998240" y="3642840"/>
            <a:ext cx="2150640" cy="172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122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decision + reconsideration trigger</a:t>
            </a:r>
            <a:endParaRPr b="0" i="1" lang="en-US" sz="122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579" name=""/>
          <p:cNvSpPr/>
          <p:nvPr/>
        </p:nvSpPr>
        <p:spPr>
          <a:xfrm>
            <a:off x="7899120" y="786960"/>
            <a:ext cx="590760" cy="621360"/>
          </a:xfrm>
          <a:custGeom>
            <a:avLst/>
            <a:gdLst/>
            <a:ahLst/>
            <a:rect l="0" t="0" r="r" b="b"/>
            <a:pathLst>
              <a:path fill="none" w="1641" h="1726">
                <a:moveTo>
                  <a:pt x="0" y="0"/>
                </a:moveTo>
                <a:cubicBezTo>
                  <a:pt x="1209" y="86"/>
                  <a:pt x="1641" y="863"/>
                  <a:pt x="1641" y="1726"/>
                </a:cubicBezTo>
              </a:path>
            </a:pathLst>
          </a:custGeom>
          <a:ln w="24840">
            <a:solidFill>
              <a:srgbClr val="444444"/>
            </a:solidFill>
            <a:miter/>
          </a:ln>
        </p:spPr>
        <p:txBody>
          <a:bodyPr lIns="102240" rIns="102240" tIns="57240" bIns="5724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0" name=""/>
          <p:cNvSpPr/>
          <p:nvPr/>
        </p:nvSpPr>
        <p:spPr>
          <a:xfrm>
            <a:off x="8365680" y="1184760"/>
            <a:ext cx="248760" cy="248760"/>
          </a:xfrm>
          <a:custGeom>
            <a:avLst/>
            <a:gdLst/>
            <a:ahLst/>
            <a:rect l="0" t="0" r="r" b="b"/>
            <a:pathLst>
              <a:path w="691" h="691">
                <a:moveTo>
                  <a:pt x="691" y="0"/>
                </a:moveTo>
                <a:lnTo>
                  <a:pt x="345" y="691"/>
                </a:lnTo>
                <a:lnTo>
                  <a:pt x="0" y="0"/>
                </a:lnTo>
                <a:lnTo>
                  <a:pt x="691" y="0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1" name=""/>
          <p:cNvSpPr/>
          <p:nvPr/>
        </p:nvSpPr>
        <p:spPr>
          <a:xfrm>
            <a:off x="10760040" y="2558520"/>
            <a:ext cx="419760" cy="1585080"/>
          </a:xfrm>
          <a:custGeom>
            <a:avLst/>
            <a:gdLst/>
            <a:ahLst/>
            <a:rect l="0" t="0" r="r" b="b"/>
            <a:pathLst>
              <a:path fill="none" w="1166" h="4403">
                <a:moveTo>
                  <a:pt x="0" y="0"/>
                </a:moveTo>
                <a:cubicBezTo>
                  <a:pt x="1555" y="1468"/>
                  <a:pt x="1555" y="3194"/>
                  <a:pt x="0" y="4403"/>
                </a:cubicBezTo>
              </a:path>
            </a:pathLst>
          </a:custGeom>
          <a:ln w="24840">
            <a:solidFill>
              <a:srgbClr val="444444"/>
            </a:solidFill>
            <a:miter/>
          </a:ln>
        </p:spPr>
        <p:txBody>
          <a:bodyPr lIns="102240" rIns="102240" tIns="57240" bIns="5724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2" name=""/>
          <p:cNvSpPr/>
          <p:nvPr/>
        </p:nvSpPr>
        <p:spPr>
          <a:xfrm>
            <a:off x="10740240" y="3908160"/>
            <a:ext cx="272880" cy="250560"/>
          </a:xfrm>
          <a:custGeom>
            <a:avLst/>
            <a:gdLst/>
            <a:ahLst/>
            <a:rect l="0" t="0" r="r" b="b"/>
            <a:pathLst>
              <a:path w="758" h="696">
                <a:moveTo>
                  <a:pt x="758" y="545"/>
                </a:moveTo>
                <a:lnTo>
                  <a:pt x="0" y="696"/>
                </a:lnTo>
                <a:lnTo>
                  <a:pt x="334" y="0"/>
                </a:lnTo>
                <a:lnTo>
                  <a:pt x="758" y="545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3" name=""/>
          <p:cNvSpPr/>
          <p:nvPr/>
        </p:nvSpPr>
        <p:spPr>
          <a:xfrm>
            <a:off x="10740240" y="3908160"/>
            <a:ext cx="272880" cy="250560"/>
          </a:xfrm>
          <a:custGeom>
            <a:avLst/>
            <a:gdLst/>
            <a:ahLst/>
            <a:rect l="0" t="0" r="r" b="b"/>
            <a:pathLst>
              <a:path w="758" h="696">
                <a:moveTo>
                  <a:pt x="758" y="545"/>
                </a:moveTo>
                <a:lnTo>
                  <a:pt x="0" y="696"/>
                </a:lnTo>
                <a:lnTo>
                  <a:pt x="334" y="0"/>
                </a:lnTo>
                <a:lnTo>
                  <a:pt x="758" y="545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4" name=""/>
          <p:cNvSpPr/>
          <p:nvPr/>
        </p:nvSpPr>
        <p:spPr>
          <a:xfrm>
            <a:off x="7494840" y="5045040"/>
            <a:ext cx="590760" cy="497520"/>
          </a:xfrm>
          <a:custGeom>
            <a:avLst/>
            <a:gdLst/>
            <a:ahLst/>
            <a:rect l="0" t="0" r="r" b="b"/>
            <a:pathLst>
              <a:path fill="none" w="1641" h="1382">
                <a:moveTo>
                  <a:pt x="1641" y="0"/>
                </a:moveTo>
                <a:cubicBezTo>
                  <a:pt x="605" y="863"/>
                  <a:pt x="259" y="1209"/>
                  <a:pt x="0" y="1382"/>
                </a:cubicBezTo>
              </a:path>
            </a:pathLst>
          </a:custGeom>
          <a:ln w="24840">
            <a:solidFill>
              <a:srgbClr val="444444"/>
            </a:solidFill>
            <a:miter/>
          </a:ln>
        </p:spPr>
        <p:txBody>
          <a:bodyPr lIns="102240" rIns="102240" tIns="57240" bIns="5724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5" name=""/>
          <p:cNvSpPr/>
          <p:nvPr/>
        </p:nvSpPr>
        <p:spPr>
          <a:xfrm>
            <a:off x="7474320" y="5314680"/>
            <a:ext cx="275760" cy="241560"/>
          </a:xfrm>
          <a:custGeom>
            <a:avLst/>
            <a:gdLst/>
            <a:ahLst/>
            <a:rect l="0" t="0" r="r" b="b"/>
            <a:pathLst>
              <a:path w="766" h="671">
                <a:moveTo>
                  <a:pt x="766" y="575"/>
                </a:moveTo>
                <a:lnTo>
                  <a:pt x="0" y="671"/>
                </a:lnTo>
                <a:lnTo>
                  <a:pt x="383" y="0"/>
                </a:lnTo>
                <a:lnTo>
                  <a:pt x="766" y="575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6" name=""/>
          <p:cNvSpPr/>
          <p:nvPr/>
        </p:nvSpPr>
        <p:spPr>
          <a:xfrm>
            <a:off x="7474320" y="5314680"/>
            <a:ext cx="275760" cy="241560"/>
          </a:xfrm>
          <a:custGeom>
            <a:avLst/>
            <a:gdLst/>
            <a:ahLst/>
            <a:rect l="0" t="0" r="r" b="b"/>
            <a:pathLst>
              <a:path w="766" h="671">
                <a:moveTo>
                  <a:pt x="766" y="575"/>
                </a:moveTo>
                <a:lnTo>
                  <a:pt x="0" y="671"/>
                </a:lnTo>
                <a:lnTo>
                  <a:pt x="383" y="0"/>
                </a:lnTo>
                <a:lnTo>
                  <a:pt x="766" y="575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7" name=""/>
          <p:cNvSpPr/>
          <p:nvPr/>
        </p:nvSpPr>
        <p:spPr>
          <a:xfrm>
            <a:off x="7474320" y="5314680"/>
            <a:ext cx="275760" cy="241560"/>
          </a:xfrm>
          <a:custGeom>
            <a:avLst/>
            <a:gdLst/>
            <a:ahLst/>
            <a:rect l="0" t="0" r="r" b="b"/>
            <a:pathLst>
              <a:path w="766" h="671">
                <a:moveTo>
                  <a:pt x="766" y="575"/>
                </a:moveTo>
                <a:lnTo>
                  <a:pt x="0" y="671"/>
                </a:lnTo>
                <a:lnTo>
                  <a:pt x="383" y="0"/>
                </a:lnTo>
                <a:lnTo>
                  <a:pt x="766" y="575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8" name=""/>
          <p:cNvSpPr/>
          <p:nvPr/>
        </p:nvSpPr>
        <p:spPr>
          <a:xfrm>
            <a:off x="4074480" y="5045040"/>
            <a:ext cx="622080" cy="528480"/>
          </a:xfrm>
          <a:custGeom>
            <a:avLst/>
            <a:gdLst/>
            <a:ahLst/>
            <a:rect l="0" t="0" r="r" b="b"/>
            <a:pathLst>
              <a:path fill="none" w="1728" h="1468">
                <a:moveTo>
                  <a:pt x="1728" y="1468"/>
                </a:moveTo>
                <a:cubicBezTo>
                  <a:pt x="778" y="863"/>
                  <a:pt x="346" y="518"/>
                  <a:pt x="0" y="0"/>
                </a:cubicBezTo>
              </a:path>
            </a:pathLst>
          </a:custGeom>
          <a:ln w="24840">
            <a:solidFill>
              <a:srgbClr val="444444"/>
            </a:solidFill>
            <a:miter/>
          </a:ln>
        </p:spPr>
        <p:txBody>
          <a:bodyPr lIns="102240" rIns="102240" tIns="57240" bIns="5724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9" name=""/>
          <p:cNvSpPr/>
          <p:nvPr/>
        </p:nvSpPr>
        <p:spPr>
          <a:xfrm>
            <a:off x="4060800" y="5024520"/>
            <a:ext cx="241560" cy="275760"/>
          </a:xfrm>
          <a:custGeom>
            <a:avLst/>
            <a:gdLst/>
            <a:ahLst/>
            <a:rect l="0" t="0" r="r" b="b"/>
            <a:pathLst>
              <a:path w="671" h="766">
                <a:moveTo>
                  <a:pt x="96" y="766"/>
                </a:moveTo>
                <a:lnTo>
                  <a:pt x="0" y="0"/>
                </a:lnTo>
                <a:lnTo>
                  <a:pt x="671" y="383"/>
                </a:lnTo>
                <a:lnTo>
                  <a:pt x="96" y="766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0" name=""/>
          <p:cNvSpPr/>
          <p:nvPr/>
        </p:nvSpPr>
        <p:spPr>
          <a:xfrm>
            <a:off x="4060800" y="5024520"/>
            <a:ext cx="241560" cy="275760"/>
          </a:xfrm>
          <a:custGeom>
            <a:avLst/>
            <a:gdLst/>
            <a:ahLst/>
            <a:rect l="0" t="0" r="r" b="b"/>
            <a:pathLst>
              <a:path w="671" h="766">
                <a:moveTo>
                  <a:pt x="96" y="766"/>
                </a:moveTo>
                <a:lnTo>
                  <a:pt x="0" y="0"/>
                </a:lnTo>
                <a:lnTo>
                  <a:pt x="671" y="383"/>
                </a:lnTo>
                <a:lnTo>
                  <a:pt x="96" y="766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1" name=""/>
          <p:cNvSpPr/>
          <p:nvPr/>
        </p:nvSpPr>
        <p:spPr>
          <a:xfrm>
            <a:off x="4060800" y="5024520"/>
            <a:ext cx="241560" cy="275760"/>
          </a:xfrm>
          <a:custGeom>
            <a:avLst/>
            <a:gdLst/>
            <a:ahLst/>
            <a:rect l="0" t="0" r="r" b="b"/>
            <a:pathLst>
              <a:path w="671" h="766">
                <a:moveTo>
                  <a:pt x="96" y="766"/>
                </a:moveTo>
                <a:lnTo>
                  <a:pt x="0" y="0"/>
                </a:lnTo>
                <a:lnTo>
                  <a:pt x="671" y="383"/>
                </a:lnTo>
                <a:lnTo>
                  <a:pt x="96" y="766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2" name=""/>
          <p:cNvSpPr/>
          <p:nvPr/>
        </p:nvSpPr>
        <p:spPr>
          <a:xfrm>
            <a:off x="4060800" y="5024520"/>
            <a:ext cx="241560" cy="275760"/>
          </a:xfrm>
          <a:custGeom>
            <a:avLst/>
            <a:gdLst/>
            <a:ahLst/>
            <a:rect l="0" t="0" r="r" b="b"/>
            <a:pathLst>
              <a:path w="671" h="766">
                <a:moveTo>
                  <a:pt x="96" y="766"/>
                </a:moveTo>
                <a:lnTo>
                  <a:pt x="0" y="0"/>
                </a:lnTo>
                <a:lnTo>
                  <a:pt x="671" y="383"/>
                </a:lnTo>
                <a:lnTo>
                  <a:pt x="96" y="766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3" name=""/>
          <p:cNvSpPr/>
          <p:nvPr/>
        </p:nvSpPr>
        <p:spPr>
          <a:xfrm>
            <a:off x="1011600" y="2558520"/>
            <a:ext cx="419760" cy="1647360"/>
          </a:xfrm>
          <a:custGeom>
            <a:avLst/>
            <a:gdLst/>
            <a:ahLst/>
            <a:rect l="0" t="0" r="r" b="b"/>
            <a:pathLst>
              <a:path fill="none" w="1166" h="4576">
                <a:moveTo>
                  <a:pt x="1166" y="4576"/>
                </a:moveTo>
                <a:cubicBezTo>
                  <a:pt x="-389" y="3194"/>
                  <a:pt x="-389" y="1468"/>
                  <a:pt x="1166" y="0"/>
                </a:cubicBezTo>
              </a:path>
            </a:pathLst>
          </a:custGeom>
          <a:ln w="24840">
            <a:solidFill>
              <a:srgbClr val="444444"/>
            </a:solidFill>
            <a:miter/>
          </a:ln>
        </p:spPr>
        <p:txBody>
          <a:bodyPr lIns="102240" rIns="102240" tIns="57240" bIns="5724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4" name=""/>
          <p:cNvSpPr/>
          <p:nvPr/>
        </p:nvSpPr>
        <p:spPr>
          <a:xfrm>
            <a:off x="1183320" y="2541600"/>
            <a:ext cx="266040" cy="261000"/>
          </a:xfrm>
          <a:custGeom>
            <a:avLst/>
            <a:gdLst/>
            <a:ahLst/>
            <a:rect l="0" t="0" r="r" b="b"/>
            <a:pathLst>
              <a:path w="739" h="725">
                <a:moveTo>
                  <a:pt x="0" y="223"/>
                </a:moveTo>
                <a:lnTo>
                  <a:pt x="739" y="0"/>
                </a:lnTo>
                <a:lnTo>
                  <a:pt x="474" y="725"/>
                </a:lnTo>
                <a:lnTo>
                  <a:pt x="0" y="223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5" name=""/>
          <p:cNvSpPr/>
          <p:nvPr/>
        </p:nvSpPr>
        <p:spPr>
          <a:xfrm>
            <a:off x="1183320" y="2541600"/>
            <a:ext cx="266040" cy="261000"/>
          </a:xfrm>
          <a:custGeom>
            <a:avLst/>
            <a:gdLst/>
            <a:ahLst/>
            <a:rect l="0" t="0" r="r" b="b"/>
            <a:pathLst>
              <a:path w="739" h="725">
                <a:moveTo>
                  <a:pt x="0" y="223"/>
                </a:moveTo>
                <a:lnTo>
                  <a:pt x="739" y="0"/>
                </a:lnTo>
                <a:lnTo>
                  <a:pt x="474" y="725"/>
                </a:lnTo>
                <a:lnTo>
                  <a:pt x="0" y="223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6" name=""/>
          <p:cNvSpPr/>
          <p:nvPr/>
        </p:nvSpPr>
        <p:spPr>
          <a:xfrm>
            <a:off x="1183320" y="2541600"/>
            <a:ext cx="266040" cy="261000"/>
          </a:xfrm>
          <a:custGeom>
            <a:avLst/>
            <a:gdLst/>
            <a:ahLst/>
            <a:rect l="0" t="0" r="r" b="b"/>
            <a:pathLst>
              <a:path w="739" h="725">
                <a:moveTo>
                  <a:pt x="0" y="223"/>
                </a:moveTo>
                <a:lnTo>
                  <a:pt x="739" y="0"/>
                </a:lnTo>
                <a:lnTo>
                  <a:pt x="474" y="725"/>
                </a:lnTo>
                <a:lnTo>
                  <a:pt x="0" y="223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7" name=""/>
          <p:cNvSpPr/>
          <p:nvPr/>
        </p:nvSpPr>
        <p:spPr>
          <a:xfrm>
            <a:off x="1183320" y="2541600"/>
            <a:ext cx="266040" cy="261000"/>
          </a:xfrm>
          <a:custGeom>
            <a:avLst/>
            <a:gdLst/>
            <a:ahLst/>
            <a:rect l="0" t="0" r="r" b="b"/>
            <a:pathLst>
              <a:path w="739" h="725">
                <a:moveTo>
                  <a:pt x="0" y="223"/>
                </a:moveTo>
                <a:lnTo>
                  <a:pt x="739" y="0"/>
                </a:lnTo>
                <a:lnTo>
                  <a:pt x="474" y="725"/>
                </a:lnTo>
                <a:lnTo>
                  <a:pt x="0" y="223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8" name=""/>
          <p:cNvSpPr/>
          <p:nvPr/>
        </p:nvSpPr>
        <p:spPr>
          <a:xfrm>
            <a:off x="1183320" y="2541600"/>
            <a:ext cx="266040" cy="261000"/>
          </a:xfrm>
          <a:custGeom>
            <a:avLst/>
            <a:gdLst/>
            <a:ahLst/>
            <a:rect l="0" t="0" r="r" b="b"/>
            <a:pathLst>
              <a:path w="739" h="725">
                <a:moveTo>
                  <a:pt x="0" y="223"/>
                </a:moveTo>
                <a:lnTo>
                  <a:pt x="739" y="0"/>
                </a:lnTo>
                <a:lnTo>
                  <a:pt x="474" y="725"/>
                </a:lnTo>
                <a:lnTo>
                  <a:pt x="0" y="223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9" name=""/>
          <p:cNvSpPr/>
          <p:nvPr/>
        </p:nvSpPr>
        <p:spPr>
          <a:xfrm>
            <a:off x="3732480" y="786960"/>
            <a:ext cx="559800" cy="683640"/>
          </a:xfrm>
          <a:custGeom>
            <a:avLst/>
            <a:gdLst/>
            <a:ahLst/>
            <a:rect l="0" t="0" r="r" b="b"/>
            <a:pathLst>
              <a:path fill="none" w="1555" h="1899">
                <a:moveTo>
                  <a:pt x="0" y="1899"/>
                </a:moveTo>
                <a:cubicBezTo>
                  <a:pt x="691" y="863"/>
                  <a:pt x="1209" y="259"/>
                  <a:pt x="1555" y="0"/>
                </a:cubicBezTo>
              </a:path>
            </a:pathLst>
          </a:custGeom>
          <a:ln w="24840">
            <a:solidFill>
              <a:srgbClr val="444444"/>
            </a:solidFill>
            <a:miter/>
          </a:ln>
        </p:spPr>
        <p:txBody>
          <a:bodyPr lIns="102240" rIns="102240" tIns="57240" bIns="5724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0" name=""/>
          <p:cNvSpPr/>
          <p:nvPr/>
        </p:nvSpPr>
        <p:spPr>
          <a:xfrm>
            <a:off x="4038480" y="771840"/>
            <a:ext cx="273600" cy="248760"/>
          </a:xfrm>
          <a:custGeom>
            <a:avLst/>
            <a:gdLst/>
            <a:ahLst/>
            <a:rect l="0" t="0" r="r" b="b"/>
            <a:pathLst>
              <a:path w="760" h="691">
                <a:moveTo>
                  <a:pt x="0" y="138"/>
                </a:moveTo>
                <a:lnTo>
                  <a:pt x="760" y="0"/>
                </a:lnTo>
                <a:lnTo>
                  <a:pt x="415" y="691"/>
                </a:lnTo>
                <a:lnTo>
                  <a:pt x="0" y="138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1" name=""/>
          <p:cNvSpPr/>
          <p:nvPr/>
        </p:nvSpPr>
        <p:spPr>
          <a:xfrm>
            <a:off x="4038480" y="771840"/>
            <a:ext cx="273600" cy="248760"/>
          </a:xfrm>
          <a:custGeom>
            <a:avLst/>
            <a:gdLst/>
            <a:ahLst/>
            <a:rect l="0" t="0" r="r" b="b"/>
            <a:pathLst>
              <a:path w="760" h="691">
                <a:moveTo>
                  <a:pt x="0" y="138"/>
                </a:moveTo>
                <a:lnTo>
                  <a:pt x="760" y="0"/>
                </a:lnTo>
                <a:lnTo>
                  <a:pt x="415" y="691"/>
                </a:lnTo>
                <a:lnTo>
                  <a:pt x="0" y="138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2" name=""/>
          <p:cNvSpPr/>
          <p:nvPr/>
        </p:nvSpPr>
        <p:spPr>
          <a:xfrm>
            <a:off x="4038480" y="771840"/>
            <a:ext cx="273600" cy="248760"/>
          </a:xfrm>
          <a:custGeom>
            <a:avLst/>
            <a:gdLst/>
            <a:ahLst/>
            <a:rect l="0" t="0" r="r" b="b"/>
            <a:pathLst>
              <a:path w="760" h="691">
                <a:moveTo>
                  <a:pt x="0" y="138"/>
                </a:moveTo>
                <a:lnTo>
                  <a:pt x="760" y="0"/>
                </a:lnTo>
                <a:lnTo>
                  <a:pt x="415" y="691"/>
                </a:lnTo>
                <a:lnTo>
                  <a:pt x="0" y="138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3" name=""/>
          <p:cNvSpPr/>
          <p:nvPr/>
        </p:nvSpPr>
        <p:spPr>
          <a:xfrm>
            <a:off x="4038480" y="771840"/>
            <a:ext cx="273600" cy="248760"/>
          </a:xfrm>
          <a:custGeom>
            <a:avLst/>
            <a:gdLst/>
            <a:ahLst/>
            <a:rect l="0" t="0" r="r" b="b"/>
            <a:pathLst>
              <a:path w="760" h="691">
                <a:moveTo>
                  <a:pt x="0" y="138"/>
                </a:moveTo>
                <a:lnTo>
                  <a:pt x="760" y="0"/>
                </a:lnTo>
                <a:lnTo>
                  <a:pt x="415" y="691"/>
                </a:lnTo>
                <a:lnTo>
                  <a:pt x="0" y="138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4" name=""/>
          <p:cNvSpPr/>
          <p:nvPr/>
        </p:nvSpPr>
        <p:spPr>
          <a:xfrm>
            <a:off x="4038480" y="771840"/>
            <a:ext cx="273600" cy="248760"/>
          </a:xfrm>
          <a:custGeom>
            <a:avLst/>
            <a:gdLst/>
            <a:ahLst/>
            <a:rect l="0" t="0" r="r" b="b"/>
            <a:pathLst>
              <a:path w="760" h="691">
                <a:moveTo>
                  <a:pt x="0" y="138"/>
                </a:moveTo>
                <a:lnTo>
                  <a:pt x="760" y="0"/>
                </a:lnTo>
                <a:lnTo>
                  <a:pt x="415" y="691"/>
                </a:lnTo>
                <a:lnTo>
                  <a:pt x="0" y="138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5" name=""/>
          <p:cNvSpPr/>
          <p:nvPr/>
        </p:nvSpPr>
        <p:spPr>
          <a:xfrm>
            <a:off x="4038480" y="771840"/>
            <a:ext cx="273600" cy="248760"/>
          </a:xfrm>
          <a:custGeom>
            <a:avLst/>
            <a:gdLst/>
            <a:ahLst/>
            <a:rect l="0" t="0" r="r" b="b"/>
            <a:pathLst>
              <a:path w="760" h="691">
                <a:moveTo>
                  <a:pt x="0" y="138"/>
                </a:moveTo>
                <a:lnTo>
                  <a:pt x="760" y="0"/>
                </a:lnTo>
                <a:lnTo>
                  <a:pt x="415" y="691"/>
                </a:lnTo>
                <a:lnTo>
                  <a:pt x="0" y="138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6" name=""/>
          <p:cNvSpPr/>
          <p:nvPr/>
        </p:nvSpPr>
        <p:spPr>
          <a:xfrm>
            <a:off x="6095880" y="1284120"/>
            <a:ext cx="0" cy="963720"/>
          </a:xfrm>
          <a:prstGeom prst="line">
            <a:avLst/>
          </a:prstGeom>
          <a:ln w="18720">
            <a:solidFill>
              <a:srgbClr val="888888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9360" rIns="99360" tIns="54360" bIns="5436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7" name=""/>
          <p:cNvSpPr/>
          <p:nvPr/>
        </p:nvSpPr>
        <p:spPr>
          <a:xfrm flipH="1">
            <a:off x="7401600" y="1999080"/>
            <a:ext cx="684000" cy="714960"/>
          </a:xfrm>
          <a:prstGeom prst="line">
            <a:avLst/>
          </a:prstGeom>
          <a:ln w="18720">
            <a:solidFill>
              <a:srgbClr val="888888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9360" rIns="99360" tIns="54360" bIns="5436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8" name=""/>
          <p:cNvSpPr/>
          <p:nvPr/>
        </p:nvSpPr>
        <p:spPr>
          <a:xfrm flipH="1" flipV="1">
            <a:off x="7401600" y="4081320"/>
            <a:ext cx="684000" cy="653040"/>
          </a:xfrm>
          <a:prstGeom prst="line">
            <a:avLst/>
          </a:prstGeom>
          <a:ln w="18720">
            <a:solidFill>
              <a:srgbClr val="888888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9360" rIns="99360" tIns="54360" bIns="5436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9" name=""/>
          <p:cNvSpPr/>
          <p:nvPr/>
        </p:nvSpPr>
        <p:spPr>
          <a:xfrm flipV="1">
            <a:off x="6095880" y="4547520"/>
            <a:ext cx="0" cy="1026000"/>
          </a:xfrm>
          <a:prstGeom prst="line">
            <a:avLst/>
          </a:prstGeom>
          <a:ln w="18720">
            <a:solidFill>
              <a:srgbClr val="888888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9360" rIns="99360" tIns="54360" bIns="5436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0" name=""/>
          <p:cNvSpPr/>
          <p:nvPr/>
        </p:nvSpPr>
        <p:spPr>
          <a:xfrm flipV="1">
            <a:off x="4105800" y="4081320"/>
            <a:ext cx="684000" cy="653040"/>
          </a:xfrm>
          <a:prstGeom prst="line">
            <a:avLst/>
          </a:prstGeom>
          <a:ln w="18720">
            <a:solidFill>
              <a:srgbClr val="888888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9360" rIns="99360" tIns="54360" bIns="5436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1" name=""/>
          <p:cNvSpPr/>
          <p:nvPr/>
        </p:nvSpPr>
        <p:spPr>
          <a:xfrm>
            <a:off x="4105800" y="1999080"/>
            <a:ext cx="684000" cy="714960"/>
          </a:xfrm>
          <a:prstGeom prst="line">
            <a:avLst/>
          </a:prstGeom>
          <a:ln w="18720">
            <a:solidFill>
              <a:srgbClr val="888888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9360" rIns="99360" tIns="54360" bIns="5436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"/>
          <p:cNvSpPr/>
          <p:nvPr/>
        </p:nvSpPr>
        <p:spPr>
          <a:xfrm>
            <a:off x="165240" y="267480"/>
            <a:ext cx="11861280" cy="6322680"/>
          </a:xfrm>
          <a:custGeom>
            <a:avLst/>
            <a:gdLst/>
            <a:ahLst/>
            <a:rect l="0" t="0" r="r" b="b"/>
            <a:pathLst>
              <a:path w="32948" h="17563">
                <a:moveTo>
                  <a:pt x="0" y="0"/>
                </a:moveTo>
                <a:lnTo>
                  <a:pt x="32948" y="0"/>
                </a:lnTo>
                <a:lnTo>
                  <a:pt x="32948" y="17563"/>
                </a:lnTo>
                <a:lnTo>
                  <a:pt x="0" y="1756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3" name=""/>
          <p:cNvSpPr txBox="1"/>
          <p:nvPr/>
        </p:nvSpPr>
        <p:spPr>
          <a:xfrm>
            <a:off x="3535920" y="415440"/>
            <a:ext cx="505692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1510" strike="noStrike" u="none">
                <a:solidFill>
                  <a:srgbClr val="4c6078"/>
                </a:solidFill>
                <a:effectLst/>
                <a:uFillTx/>
                <a:latin typeface="Times New Roman"/>
              </a:rPr>
              <a:t>acceptance admits a known unit; it does not prove the thesis claim</a:t>
            </a:r>
            <a:endParaRPr b="0" i="1" lang="en-US" sz="1510" strike="noStrike" u="none">
              <a:solidFill>
                <a:srgbClr val="4c6078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614" name=""/>
          <p:cNvSpPr/>
          <p:nvPr/>
        </p:nvSpPr>
        <p:spPr>
          <a:xfrm>
            <a:off x="396000" y="959040"/>
            <a:ext cx="1976760" cy="1185480"/>
          </a:xfrm>
          <a:custGeom>
            <a:avLst/>
            <a:gdLst/>
            <a:ahLst/>
            <a:rect l="0" t="0" r="r" b="b"/>
            <a:pathLst>
              <a:path w="5491" h="3293">
                <a:moveTo>
                  <a:pt x="2746" y="3293"/>
                </a:moveTo>
                <a:lnTo>
                  <a:pt x="5162" y="3293"/>
                </a:lnTo>
                <a:cubicBezTo>
                  <a:pt x="5344" y="3293"/>
                  <a:pt x="5491" y="3146"/>
                  <a:pt x="5491" y="2964"/>
                </a:cubicBezTo>
                <a:lnTo>
                  <a:pt x="5491" y="329"/>
                </a:lnTo>
                <a:cubicBezTo>
                  <a:pt x="5491" y="148"/>
                  <a:pt x="5344" y="0"/>
                  <a:pt x="5162" y="0"/>
                </a:cubicBezTo>
                <a:lnTo>
                  <a:pt x="329" y="0"/>
                </a:lnTo>
                <a:cubicBezTo>
                  <a:pt x="147" y="0"/>
                  <a:pt x="0" y="148"/>
                  <a:pt x="0" y="329"/>
                </a:cubicBezTo>
                <a:lnTo>
                  <a:pt x="0" y="2964"/>
                </a:lnTo>
                <a:cubicBezTo>
                  <a:pt x="0" y="3146"/>
                  <a:pt x="147" y="3293"/>
                  <a:pt x="329" y="3293"/>
                </a:cubicBezTo>
                <a:lnTo>
                  <a:pt x="2746" y="3293"/>
                </a:lnTo>
                <a:close/>
              </a:path>
            </a:pathLst>
          </a:custGeom>
          <a:solidFill>
            <a:srgbClr val="e8eef5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5" name=""/>
          <p:cNvSpPr/>
          <p:nvPr/>
        </p:nvSpPr>
        <p:spPr>
          <a:xfrm>
            <a:off x="396000" y="959040"/>
            <a:ext cx="1976760" cy="1185480"/>
          </a:xfrm>
          <a:custGeom>
            <a:avLst/>
            <a:gdLst/>
            <a:ahLst/>
            <a:rect l="0" t="0" r="r" b="b"/>
            <a:pathLst>
              <a:path w="5491" h="3293">
                <a:moveTo>
                  <a:pt x="2746" y="3293"/>
                </a:moveTo>
                <a:lnTo>
                  <a:pt x="5162" y="3293"/>
                </a:lnTo>
                <a:cubicBezTo>
                  <a:pt x="5344" y="3293"/>
                  <a:pt x="5491" y="3146"/>
                  <a:pt x="5491" y="2964"/>
                </a:cubicBezTo>
                <a:lnTo>
                  <a:pt x="5491" y="329"/>
                </a:lnTo>
                <a:cubicBezTo>
                  <a:pt x="5491" y="148"/>
                  <a:pt x="5344" y="0"/>
                  <a:pt x="5162" y="0"/>
                </a:cubicBezTo>
                <a:lnTo>
                  <a:pt x="329" y="0"/>
                </a:lnTo>
                <a:cubicBezTo>
                  <a:pt x="147" y="0"/>
                  <a:pt x="0" y="148"/>
                  <a:pt x="0" y="329"/>
                </a:cubicBezTo>
                <a:lnTo>
                  <a:pt x="0" y="2964"/>
                </a:lnTo>
                <a:cubicBezTo>
                  <a:pt x="0" y="3146"/>
                  <a:pt x="147" y="3293"/>
                  <a:pt x="329" y="3293"/>
                </a:cubicBezTo>
                <a:lnTo>
                  <a:pt x="2746" y="3293"/>
                </a:lnTo>
                <a:close/>
              </a:path>
            </a:pathLst>
          </a:custGeom>
          <a:noFill/>
          <a:ln w="26280">
            <a:solidFill>
              <a:srgbClr val="284d7a"/>
            </a:solidFill>
            <a:miter/>
          </a:ln>
        </p:spPr>
        <p:txBody>
          <a:bodyPr lIns="102960" rIns="102960" tIns="57960" bIns="5796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6" name=""/>
          <p:cNvSpPr txBox="1"/>
          <p:nvPr/>
        </p:nvSpPr>
        <p:spPr>
          <a:xfrm>
            <a:off x="900000" y="1179720"/>
            <a:ext cx="100764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400" strike="noStrike" u="none">
                <a:solidFill>
                  <a:srgbClr val="1f2d3d"/>
                </a:solidFill>
                <a:effectLst/>
                <a:uFillTx/>
                <a:latin typeface="Times New Roman"/>
              </a:rPr>
              <a:t>APPROVED</a:t>
            </a:r>
            <a:endParaRPr b="1" lang="en-US" sz="1400" strike="noStrike" u="none">
              <a:solidFill>
                <a:srgbClr val="1f2d3d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617" name=""/>
          <p:cNvSpPr txBox="1"/>
          <p:nvPr/>
        </p:nvSpPr>
        <p:spPr>
          <a:xfrm>
            <a:off x="728640" y="1430280"/>
            <a:ext cx="134352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400" strike="noStrike" u="none">
                <a:solidFill>
                  <a:srgbClr val="1f2d3d"/>
                </a:solidFill>
                <a:effectLst/>
                <a:uFillTx/>
                <a:latin typeface="Times New Roman"/>
              </a:rPr>
              <a:t>COMMITMENT</a:t>
            </a:r>
            <a:endParaRPr b="1" lang="en-US" sz="1400" strike="noStrike" u="none">
              <a:solidFill>
                <a:srgbClr val="1f2d3d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618" name=""/>
          <p:cNvSpPr txBox="1"/>
          <p:nvPr/>
        </p:nvSpPr>
        <p:spPr>
          <a:xfrm>
            <a:off x="827640" y="1792440"/>
            <a:ext cx="1084680" cy="144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989" strike="noStrike" u="none">
                <a:solidFill>
                  <a:srgbClr val="42566d"/>
                </a:solidFill>
                <a:effectLst/>
                <a:uFillTx/>
                <a:latin typeface="Times New Roman"/>
              </a:rPr>
              <a:t>authority + boundary</a:t>
            </a:r>
            <a:endParaRPr b="0" i="1" lang="en-US" sz="989" strike="noStrike" u="none">
              <a:solidFill>
                <a:srgbClr val="42566d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619" name=""/>
          <p:cNvSpPr/>
          <p:nvPr/>
        </p:nvSpPr>
        <p:spPr>
          <a:xfrm>
            <a:off x="2669400" y="959040"/>
            <a:ext cx="1976760" cy="1185480"/>
          </a:xfrm>
          <a:custGeom>
            <a:avLst/>
            <a:gdLst/>
            <a:ahLst/>
            <a:rect l="0" t="0" r="r" b="b"/>
            <a:pathLst>
              <a:path w="5491" h="3293">
                <a:moveTo>
                  <a:pt x="2746" y="3293"/>
                </a:moveTo>
                <a:lnTo>
                  <a:pt x="5162" y="3293"/>
                </a:lnTo>
                <a:cubicBezTo>
                  <a:pt x="5344" y="3293"/>
                  <a:pt x="5491" y="3146"/>
                  <a:pt x="5491" y="2964"/>
                </a:cubicBezTo>
                <a:lnTo>
                  <a:pt x="5491" y="329"/>
                </a:lnTo>
                <a:cubicBezTo>
                  <a:pt x="5491" y="148"/>
                  <a:pt x="5344" y="0"/>
                  <a:pt x="5162" y="0"/>
                </a:cubicBezTo>
                <a:lnTo>
                  <a:pt x="329" y="0"/>
                </a:lnTo>
                <a:cubicBezTo>
                  <a:pt x="148" y="0"/>
                  <a:pt x="0" y="148"/>
                  <a:pt x="0" y="329"/>
                </a:cubicBezTo>
                <a:lnTo>
                  <a:pt x="0" y="2964"/>
                </a:lnTo>
                <a:cubicBezTo>
                  <a:pt x="0" y="3146"/>
                  <a:pt x="148" y="3293"/>
                  <a:pt x="329" y="3293"/>
                </a:cubicBezTo>
                <a:lnTo>
                  <a:pt x="2746" y="3293"/>
                </a:lnTo>
                <a:close/>
              </a:path>
            </a:pathLst>
          </a:custGeom>
          <a:solidFill>
            <a:srgbClr val="e8eef5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0" name=""/>
          <p:cNvSpPr/>
          <p:nvPr/>
        </p:nvSpPr>
        <p:spPr>
          <a:xfrm>
            <a:off x="2669400" y="959040"/>
            <a:ext cx="1976760" cy="1185480"/>
          </a:xfrm>
          <a:custGeom>
            <a:avLst/>
            <a:gdLst/>
            <a:ahLst/>
            <a:rect l="0" t="0" r="r" b="b"/>
            <a:pathLst>
              <a:path w="5491" h="3293">
                <a:moveTo>
                  <a:pt x="2746" y="3293"/>
                </a:moveTo>
                <a:lnTo>
                  <a:pt x="5162" y="3293"/>
                </a:lnTo>
                <a:cubicBezTo>
                  <a:pt x="5344" y="3293"/>
                  <a:pt x="5491" y="3146"/>
                  <a:pt x="5491" y="2964"/>
                </a:cubicBezTo>
                <a:lnTo>
                  <a:pt x="5491" y="329"/>
                </a:lnTo>
                <a:cubicBezTo>
                  <a:pt x="5491" y="148"/>
                  <a:pt x="5344" y="0"/>
                  <a:pt x="5162" y="0"/>
                </a:cubicBezTo>
                <a:lnTo>
                  <a:pt x="329" y="0"/>
                </a:lnTo>
                <a:cubicBezTo>
                  <a:pt x="148" y="0"/>
                  <a:pt x="0" y="148"/>
                  <a:pt x="0" y="329"/>
                </a:cubicBezTo>
                <a:lnTo>
                  <a:pt x="0" y="2964"/>
                </a:lnTo>
                <a:cubicBezTo>
                  <a:pt x="0" y="3146"/>
                  <a:pt x="148" y="3293"/>
                  <a:pt x="329" y="3293"/>
                </a:cubicBezTo>
                <a:lnTo>
                  <a:pt x="2746" y="3293"/>
                </a:lnTo>
                <a:close/>
              </a:path>
            </a:pathLst>
          </a:custGeom>
          <a:noFill/>
          <a:ln w="26280">
            <a:solidFill>
              <a:srgbClr val="284d7a"/>
            </a:solidFill>
            <a:miter/>
          </a:ln>
        </p:spPr>
        <p:txBody>
          <a:bodyPr lIns="102960" rIns="102960" tIns="57960" bIns="5796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1" name=""/>
          <p:cNvSpPr txBox="1"/>
          <p:nvPr/>
        </p:nvSpPr>
        <p:spPr>
          <a:xfrm>
            <a:off x="3219480" y="1179720"/>
            <a:ext cx="90216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400" strike="noStrike" u="none">
                <a:solidFill>
                  <a:srgbClr val="1f2d3d"/>
                </a:solidFill>
                <a:effectLst/>
                <a:uFillTx/>
                <a:latin typeface="Times New Roman"/>
              </a:rPr>
              <a:t>BOUNDED</a:t>
            </a:r>
            <a:endParaRPr b="1" lang="en-US" sz="1400" strike="noStrike" u="none">
              <a:solidFill>
                <a:srgbClr val="1f2d3d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622" name=""/>
          <p:cNvSpPr txBox="1"/>
          <p:nvPr/>
        </p:nvSpPr>
        <p:spPr>
          <a:xfrm>
            <a:off x="3120840" y="1430280"/>
            <a:ext cx="109332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400" strike="noStrike" u="none">
                <a:solidFill>
                  <a:srgbClr val="1f2d3d"/>
                </a:solidFill>
                <a:effectLst/>
                <a:uFillTx/>
                <a:latin typeface="Times New Roman"/>
              </a:rPr>
              <a:t>WORK UNIT</a:t>
            </a:r>
            <a:endParaRPr b="1" lang="en-US" sz="1400" strike="noStrike" u="none">
              <a:solidFill>
                <a:srgbClr val="1f2d3d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623" name=""/>
          <p:cNvSpPr txBox="1"/>
          <p:nvPr/>
        </p:nvSpPr>
        <p:spPr>
          <a:xfrm>
            <a:off x="3120840" y="1792440"/>
            <a:ext cx="1050120" cy="144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989" strike="noStrike" u="none">
                <a:solidFill>
                  <a:srgbClr val="42566d"/>
                </a:solidFill>
                <a:effectLst/>
                <a:uFillTx/>
                <a:latin typeface="Times New Roman"/>
              </a:rPr>
              <a:t>purpose + non-goals</a:t>
            </a:r>
            <a:endParaRPr b="0" i="1" lang="en-US" sz="989" strike="noStrike" u="none">
              <a:solidFill>
                <a:srgbClr val="42566d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624" name=""/>
          <p:cNvSpPr/>
          <p:nvPr/>
        </p:nvSpPr>
        <p:spPr>
          <a:xfrm>
            <a:off x="4942800" y="959040"/>
            <a:ext cx="1976760" cy="1185480"/>
          </a:xfrm>
          <a:custGeom>
            <a:avLst/>
            <a:gdLst/>
            <a:ahLst/>
            <a:rect l="0" t="0" r="r" b="b"/>
            <a:pathLst>
              <a:path w="5491" h="3293">
                <a:moveTo>
                  <a:pt x="2746" y="3293"/>
                </a:moveTo>
                <a:lnTo>
                  <a:pt x="5161" y="3293"/>
                </a:lnTo>
                <a:cubicBezTo>
                  <a:pt x="5343" y="3293"/>
                  <a:pt x="5491" y="3146"/>
                  <a:pt x="5491" y="2964"/>
                </a:cubicBezTo>
                <a:lnTo>
                  <a:pt x="5491" y="329"/>
                </a:lnTo>
                <a:cubicBezTo>
                  <a:pt x="5491" y="148"/>
                  <a:pt x="5343" y="0"/>
                  <a:pt x="5161" y="0"/>
                </a:cubicBezTo>
                <a:lnTo>
                  <a:pt x="330" y="0"/>
                </a:lnTo>
                <a:cubicBezTo>
                  <a:pt x="148" y="0"/>
                  <a:pt x="0" y="148"/>
                  <a:pt x="0" y="329"/>
                </a:cubicBezTo>
                <a:lnTo>
                  <a:pt x="0" y="2964"/>
                </a:lnTo>
                <a:cubicBezTo>
                  <a:pt x="0" y="3146"/>
                  <a:pt x="148" y="3293"/>
                  <a:pt x="330" y="3293"/>
                </a:cubicBezTo>
                <a:lnTo>
                  <a:pt x="2746" y="3293"/>
                </a:lnTo>
                <a:close/>
              </a:path>
            </a:pathLst>
          </a:custGeom>
          <a:solidFill>
            <a:srgbClr val="e8eef5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5" name=""/>
          <p:cNvSpPr/>
          <p:nvPr/>
        </p:nvSpPr>
        <p:spPr>
          <a:xfrm>
            <a:off x="4942800" y="959040"/>
            <a:ext cx="1976760" cy="1185480"/>
          </a:xfrm>
          <a:custGeom>
            <a:avLst/>
            <a:gdLst/>
            <a:ahLst/>
            <a:rect l="0" t="0" r="r" b="b"/>
            <a:pathLst>
              <a:path w="5491" h="3293">
                <a:moveTo>
                  <a:pt x="2746" y="3293"/>
                </a:moveTo>
                <a:lnTo>
                  <a:pt x="5161" y="3293"/>
                </a:lnTo>
                <a:cubicBezTo>
                  <a:pt x="5343" y="3293"/>
                  <a:pt x="5491" y="3146"/>
                  <a:pt x="5491" y="2964"/>
                </a:cubicBezTo>
                <a:lnTo>
                  <a:pt x="5491" y="329"/>
                </a:lnTo>
                <a:cubicBezTo>
                  <a:pt x="5491" y="148"/>
                  <a:pt x="5343" y="0"/>
                  <a:pt x="5161" y="0"/>
                </a:cubicBezTo>
                <a:lnTo>
                  <a:pt x="330" y="0"/>
                </a:lnTo>
                <a:cubicBezTo>
                  <a:pt x="148" y="0"/>
                  <a:pt x="0" y="148"/>
                  <a:pt x="0" y="329"/>
                </a:cubicBezTo>
                <a:lnTo>
                  <a:pt x="0" y="2964"/>
                </a:lnTo>
                <a:cubicBezTo>
                  <a:pt x="0" y="3146"/>
                  <a:pt x="148" y="3293"/>
                  <a:pt x="330" y="3293"/>
                </a:cubicBezTo>
                <a:lnTo>
                  <a:pt x="2746" y="3293"/>
                </a:lnTo>
                <a:close/>
              </a:path>
            </a:pathLst>
          </a:custGeom>
          <a:noFill/>
          <a:ln w="26280">
            <a:solidFill>
              <a:srgbClr val="284d7a"/>
            </a:solidFill>
            <a:miter/>
          </a:ln>
        </p:spPr>
        <p:txBody>
          <a:bodyPr lIns="102960" rIns="102960" tIns="57960" bIns="5796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6" name=""/>
          <p:cNvSpPr txBox="1"/>
          <p:nvPr/>
        </p:nvSpPr>
        <p:spPr>
          <a:xfrm>
            <a:off x="5565600" y="1179720"/>
            <a:ext cx="75060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400" strike="noStrike" u="none">
                <a:solidFill>
                  <a:srgbClr val="1f2d3d"/>
                </a:solidFill>
                <a:effectLst/>
                <a:uFillTx/>
                <a:latin typeface="Times New Roman"/>
              </a:rPr>
              <a:t>FROZEN</a:t>
            </a:r>
            <a:endParaRPr b="1" lang="en-US" sz="1400" strike="noStrike" u="none">
              <a:solidFill>
                <a:srgbClr val="1f2d3d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627" name=""/>
          <p:cNvSpPr txBox="1"/>
          <p:nvPr/>
        </p:nvSpPr>
        <p:spPr>
          <a:xfrm>
            <a:off x="5176800" y="1430280"/>
            <a:ext cx="153468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400" strike="noStrike" u="none">
                <a:solidFill>
                  <a:srgbClr val="1f2d3d"/>
                </a:solidFill>
                <a:effectLst/>
                <a:uFillTx/>
                <a:latin typeface="Times New Roman"/>
              </a:rPr>
              <a:t>STARTING STATE</a:t>
            </a:r>
            <a:endParaRPr b="1" lang="en-US" sz="1400" strike="noStrike" u="none">
              <a:solidFill>
                <a:srgbClr val="1f2d3d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628" name=""/>
          <p:cNvSpPr txBox="1"/>
          <p:nvPr/>
        </p:nvSpPr>
        <p:spPr>
          <a:xfrm>
            <a:off x="5374440" y="1792440"/>
            <a:ext cx="1119600" cy="144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989" strike="noStrike" u="none">
                <a:solidFill>
                  <a:srgbClr val="42566d"/>
                </a:solidFill>
                <a:effectLst/>
                <a:uFillTx/>
                <a:latin typeface="Times New Roman"/>
              </a:rPr>
              <a:t>identity + permissions</a:t>
            </a:r>
            <a:endParaRPr b="0" i="1" lang="en-US" sz="989" strike="noStrike" u="none">
              <a:solidFill>
                <a:srgbClr val="42566d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629" name=""/>
          <p:cNvSpPr/>
          <p:nvPr/>
        </p:nvSpPr>
        <p:spPr>
          <a:xfrm>
            <a:off x="7215840" y="959040"/>
            <a:ext cx="1977120" cy="1185480"/>
          </a:xfrm>
          <a:custGeom>
            <a:avLst/>
            <a:gdLst/>
            <a:ahLst/>
            <a:rect l="0" t="0" r="r" b="b"/>
            <a:pathLst>
              <a:path w="5492" h="3293">
                <a:moveTo>
                  <a:pt x="2746" y="3293"/>
                </a:moveTo>
                <a:lnTo>
                  <a:pt x="5162" y="3293"/>
                </a:lnTo>
                <a:cubicBezTo>
                  <a:pt x="5344" y="3293"/>
                  <a:pt x="5492" y="3146"/>
                  <a:pt x="5492" y="2964"/>
                </a:cubicBezTo>
                <a:lnTo>
                  <a:pt x="5492" y="329"/>
                </a:lnTo>
                <a:cubicBezTo>
                  <a:pt x="5492" y="148"/>
                  <a:pt x="5344" y="0"/>
                  <a:pt x="5162" y="0"/>
                </a:cubicBezTo>
                <a:lnTo>
                  <a:pt x="330" y="0"/>
                </a:lnTo>
                <a:cubicBezTo>
                  <a:pt x="148" y="0"/>
                  <a:pt x="0" y="148"/>
                  <a:pt x="0" y="329"/>
                </a:cubicBezTo>
                <a:lnTo>
                  <a:pt x="0" y="2964"/>
                </a:lnTo>
                <a:cubicBezTo>
                  <a:pt x="0" y="3146"/>
                  <a:pt x="148" y="3293"/>
                  <a:pt x="330" y="3293"/>
                </a:cubicBezTo>
                <a:lnTo>
                  <a:pt x="2746" y="3293"/>
                </a:lnTo>
                <a:close/>
              </a:path>
            </a:pathLst>
          </a:custGeom>
          <a:solidFill>
            <a:srgbClr val="e8eef5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0" name=""/>
          <p:cNvSpPr/>
          <p:nvPr/>
        </p:nvSpPr>
        <p:spPr>
          <a:xfrm>
            <a:off x="7215840" y="959040"/>
            <a:ext cx="1977120" cy="1185480"/>
          </a:xfrm>
          <a:custGeom>
            <a:avLst/>
            <a:gdLst/>
            <a:ahLst/>
            <a:rect l="0" t="0" r="r" b="b"/>
            <a:pathLst>
              <a:path w="5492" h="3293">
                <a:moveTo>
                  <a:pt x="2746" y="3293"/>
                </a:moveTo>
                <a:lnTo>
                  <a:pt x="5162" y="3293"/>
                </a:lnTo>
                <a:cubicBezTo>
                  <a:pt x="5344" y="3293"/>
                  <a:pt x="5492" y="3146"/>
                  <a:pt x="5492" y="2964"/>
                </a:cubicBezTo>
                <a:lnTo>
                  <a:pt x="5492" y="329"/>
                </a:lnTo>
                <a:cubicBezTo>
                  <a:pt x="5492" y="148"/>
                  <a:pt x="5344" y="0"/>
                  <a:pt x="5162" y="0"/>
                </a:cubicBezTo>
                <a:lnTo>
                  <a:pt x="330" y="0"/>
                </a:lnTo>
                <a:cubicBezTo>
                  <a:pt x="148" y="0"/>
                  <a:pt x="0" y="148"/>
                  <a:pt x="0" y="329"/>
                </a:cubicBezTo>
                <a:lnTo>
                  <a:pt x="0" y="2964"/>
                </a:lnTo>
                <a:cubicBezTo>
                  <a:pt x="0" y="3146"/>
                  <a:pt x="148" y="3293"/>
                  <a:pt x="330" y="3293"/>
                </a:cubicBezTo>
                <a:lnTo>
                  <a:pt x="2746" y="3293"/>
                </a:lnTo>
                <a:close/>
              </a:path>
            </a:pathLst>
          </a:custGeom>
          <a:noFill/>
          <a:ln w="26280">
            <a:solidFill>
              <a:srgbClr val="284d7a"/>
            </a:solidFill>
            <a:miter/>
          </a:ln>
        </p:spPr>
        <p:txBody>
          <a:bodyPr lIns="102960" rIns="102960" tIns="57960" bIns="5796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1" name=""/>
          <p:cNvSpPr txBox="1"/>
          <p:nvPr/>
        </p:nvSpPr>
        <p:spPr>
          <a:xfrm>
            <a:off x="7680600" y="1179720"/>
            <a:ext cx="108000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400" strike="noStrike" u="none">
                <a:solidFill>
                  <a:srgbClr val="1f2d3d"/>
                </a:solidFill>
                <a:effectLst/>
                <a:uFillTx/>
                <a:latin typeface="Times New Roman"/>
              </a:rPr>
              <a:t>CANDIDATE</a:t>
            </a:r>
            <a:endParaRPr b="1" lang="en-US" sz="1400" strike="noStrike" u="none">
              <a:solidFill>
                <a:srgbClr val="1f2d3d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632" name=""/>
          <p:cNvSpPr txBox="1"/>
          <p:nvPr/>
        </p:nvSpPr>
        <p:spPr>
          <a:xfrm>
            <a:off x="7838640" y="1430280"/>
            <a:ext cx="75060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400" strike="noStrike" u="none">
                <a:solidFill>
                  <a:srgbClr val="1f2d3d"/>
                </a:solidFill>
                <a:effectLst/>
                <a:uFillTx/>
                <a:latin typeface="Times New Roman"/>
              </a:rPr>
              <a:t>OUTPUT</a:t>
            </a:r>
            <a:endParaRPr b="1" lang="en-US" sz="1400" strike="noStrike" u="none">
              <a:solidFill>
                <a:srgbClr val="1f2d3d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633" name=""/>
          <p:cNvSpPr txBox="1"/>
          <p:nvPr/>
        </p:nvSpPr>
        <p:spPr>
          <a:xfrm>
            <a:off x="7607880" y="1792440"/>
            <a:ext cx="1158840" cy="144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989" strike="noStrike" u="none">
                <a:solidFill>
                  <a:srgbClr val="42566d"/>
                </a:solidFill>
                <a:effectLst/>
                <a:uFillTx/>
                <a:latin typeface="Times New Roman"/>
              </a:rPr>
              <a:t>produced, not admitted</a:t>
            </a:r>
            <a:endParaRPr b="0" i="1" lang="en-US" sz="989" strike="noStrike" u="none">
              <a:solidFill>
                <a:srgbClr val="42566d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634" name=""/>
          <p:cNvSpPr/>
          <p:nvPr/>
        </p:nvSpPr>
        <p:spPr>
          <a:xfrm>
            <a:off x="9489240" y="959040"/>
            <a:ext cx="1977120" cy="1185480"/>
          </a:xfrm>
          <a:custGeom>
            <a:avLst/>
            <a:gdLst/>
            <a:ahLst/>
            <a:rect l="0" t="0" r="r" b="b"/>
            <a:pathLst>
              <a:path w="5492" h="3293">
                <a:moveTo>
                  <a:pt x="2746" y="3293"/>
                </a:moveTo>
                <a:lnTo>
                  <a:pt x="5162" y="3293"/>
                </a:lnTo>
                <a:cubicBezTo>
                  <a:pt x="5344" y="3293"/>
                  <a:pt x="5492" y="3146"/>
                  <a:pt x="5492" y="2964"/>
                </a:cubicBezTo>
                <a:lnTo>
                  <a:pt x="5492" y="329"/>
                </a:lnTo>
                <a:cubicBezTo>
                  <a:pt x="5492" y="148"/>
                  <a:pt x="5344" y="0"/>
                  <a:pt x="5162" y="0"/>
                </a:cubicBezTo>
                <a:lnTo>
                  <a:pt x="330" y="0"/>
                </a:lnTo>
                <a:cubicBezTo>
                  <a:pt x="148" y="0"/>
                  <a:pt x="0" y="148"/>
                  <a:pt x="0" y="329"/>
                </a:cubicBezTo>
                <a:lnTo>
                  <a:pt x="0" y="2964"/>
                </a:lnTo>
                <a:cubicBezTo>
                  <a:pt x="0" y="3146"/>
                  <a:pt x="148" y="3293"/>
                  <a:pt x="330" y="3293"/>
                </a:cubicBezTo>
                <a:lnTo>
                  <a:pt x="2746" y="3293"/>
                </a:lnTo>
                <a:close/>
              </a:path>
            </a:pathLst>
          </a:custGeom>
          <a:solidFill>
            <a:srgbClr val="e8eef5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5" name=""/>
          <p:cNvSpPr/>
          <p:nvPr/>
        </p:nvSpPr>
        <p:spPr>
          <a:xfrm>
            <a:off x="9489240" y="959040"/>
            <a:ext cx="1977120" cy="1185480"/>
          </a:xfrm>
          <a:custGeom>
            <a:avLst/>
            <a:gdLst/>
            <a:ahLst/>
            <a:rect l="0" t="0" r="r" b="b"/>
            <a:pathLst>
              <a:path w="5492" h="3293">
                <a:moveTo>
                  <a:pt x="2746" y="3293"/>
                </a:moveTo>
                <a:lnTo>
                  <a:pt x="5162" y="3293"/>
                </a:lnTo>
                <a:cubicBezTo>
                  <a:pt x="5344" y="3293"/>
                  <a:pt x="5492" y="3146"/>
                  <a:pt x="5492" y="2964"/>
                </a:cubicBezTo>
                <a:lnTo>
                  <a:pt x="5492" y="329"/>
                </a:lnTo>
                <a:cubicBezTo>
                  <a:pt x="5492" y="148"/>
                  <a:pt x="5344" y="0"/>
                  <a:pt x="5162" y="0"/>
                </a:cubicBezTo>
                <a:lnTo>
                  <a:pt x="330" y="0"/>
                </a:lnTo>
                <a:cubicBezTo>
                  <a:pt x="148" y="0"/>
                  <a:pt x="0" y="148"/>
                  <a:pt x="0" y="329"/>
                </a:cubicBezTo>
                <a:lnTo>
                  <a:pt x="0" y="2964"/>
                </a:lnTo>
                <a:cubicBezTo>
                  <a:pt x="0" y="3146"/>
                  <a:pt x="148" y="3293"/>
                  <a:pt x="330" y="3293"/>
                </a:cubicBezTo>
                <a:lnTo>
                  <a:pt x="2746" y="3293"/>
                </a:lnTo>
                <a:close/>
              </a:path>
            </a:pathLst>
          </a:custGeom>
          <a:noFill/>
          <a:ln w="26280">
            <a:solidFill>
              <a:srgbClr val="284d7a"/>
            </a:solidFill>
            <a:miter/>
          </a:ln>
        </p:spPr>
        <p:txBody>
          <a:bodyPr lIns="102960" rIns="102960" tIns="57960" bIns="5796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6" name=""/>
          <p:cNvSpPr txBox="1"/>
          <p:nvPr/>
        </p:nvSpPr>
        <p:spPr>
          <a:xfrm>
            <a:off x="9855000" y="1179720"/>
            <a:ext cx="127116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400" strike="noStrike" u="none">
                <a:solidFill>
                  <a:srgbClr val="1f2d3d"/>
                </a:solidFill>
                <a:effectLst/>
                <a:uFillTx/>
                <a:latin typeface="Times New Roman"/>
              </a:rPr>
              <a:t>INSPECTION +</a:t>
            </a:r>
            <a:endParaRPr b="1" lang="en-US" sz="1400" strike="noStrike" u="none">
              <a:solidFill>
                <a:srgbClr val="1f2d3d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637" name=""/>
          <p:cNvSpPr txBox="1"/>
          <p:nvPr/>
        </p:nvSpPr>
        <p:spPr>
          <a:xfrm>
            <a:off x="9769320" y="1430280"/>
            <a:ext cx="144252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400" strike="noStrike" u="none">
                <a:solidFill>
                  <a:srgbClr val="1f2d3d"/>
                </a:solidFill>
                <a:effectLst/>
                <a:uFillTx/>
                <a:latin typeface="Times New Roman"/>
              </a:rPr>
              <a:t>LOCAL CHECKS</a:t>
            </a:r>
            <a:endParaRPr b="1" lang="en-US" sz="1400" strike="noStrike" u="none">
              <a:solidFill>
                <a:srgbClr val="1f2d3d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638" name=""/>
          <p:cNvSpPr txBox="1"/>
          <p:nvPr/>
        </p:nvSpPr>
        <p:spPr>
          <a:xfrm>
            <a:off x="9861840" y="1792440"/>
            <a:ext cx="1227240" cy="144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989" strike="noStrike" u="none">
                <a:solidFill>
                  <a:srgbClr val="42566d"/>
                </a:solidFill>
                <a:effectLst/>
                <a:uFillTx/>
                <a:latin typeface="Times New Roman"/>
              </a:rPr>
              <a:t>primary artefact + basis</a:t>
            </a:r>
            <a:endParaRPr b="0" i="1" lang="en-US" sz="989" strike="noStrike" u="none">
              <a:solidFill>
                <a:srgbClr val="42566d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639" name=""/>
          <p:cNvSpPr/>
          <p:nvPr/>
        </p:nvSpPr>
        <p:spPr>
          <a:xfrm>
            <a:off x="2372760" y="1551960"/>
            <a:ext cx="230760" cy="0"/>
          </a:xfrm>
          <a:prstGeom prst="line">
            <a:avLst/>
          </a:prstGeom>
          <a:ln w="33120">
            <a:solidFill>
              <a:srgbClr val="284d7a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6560" rIns="106560" tIns="-61560" bIns="-6156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0" name=""/>
          <p:cNvSpPr/>
          <p:nvPr/>
        </p:nvSpPr>
        <p:spPr>
          <a:xfrm>
            <a:off x="2306880" y="1387080"/>
            <a:ext cx="329400" cy="329400"/>
          </a:xfrm>
          <a:custGeom>
            <a:avLst/>
            <a:gdLst/>
            <a:ahLst/>
            <a:rect l="0" t="0" r="r" b="b"/>
            <a:pathLst>
              <a:path w="915" h="915">
                <a:moveTo>
                  <a:pt x="0" y="0"/>
                </a:moveTo>
                <a:lnTo>
                  <a:pt x="915" y="458"/>
                </a:lnTo>
                <a:lnTo>
                  <a:pt x="0" y="915"/>
                </a:lnTo>
                <a:lnTo>
                  <a:pt x="0" y="0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1" name=""/>
          <p:cNvSpPr/>
          <p:nvPr/>
        </p:nvSpPr>
        <p:spPr>
          <a:xfrm>
            <a:off x="4646160" y="1551960"/>
            <a:ext cx="230760" cy="0"/>
          </a:xfrm>
          <a:prstGeom prst="line">
            <a:avLst/>
          </a:prstGeom>
          <a:ln w="33120">
            <a:solidFill>
              <a:srgbClr val="284d7a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6560" rIns="106560" tIns="-61560" bIns="-6156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2" name=""/>
          <p:cNvSpPr/>
          <p:nvPr/>
        </p:nvSpPr>
        <p:spPr>
          <a:xfrm>
            <a:off x="4580280" y="1387080"/>
            <a:ext cx="329760" cy="329400"/>
          </a:xfrm>
          <a:custGeom>
            <a:avLst/>
            <a:gdLst/>
            <a:ahLst/>
            <a:rect l="0" t="0" r="r" b="b"/>
            <a:pathLst>
              <a:path w="916" h="915">
                <a:moveTo>
                  <a:pt x="0" y="0"/>
                </a:moveTo>
                <a:lnTo>
                  <a:pt x="916" y="458"/>
                </a:lnTo>
                <a:lnTo>
                  <a:pt x="0" y="915"/>
                </a:lnTo>
                <a:lnTo>
                  <a:pt x="0" y="0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3" name=""/>
          <p:cNvSpPr/>
          <p:nvPr/>
        </p:nvSpPr>
        <p:spPr>
          <a:xfrm>
            <a:off x="4580280" y="1387080"/>
            <a:ext cx="329760" cy="329400"/>
          </a:xfrm>
          <a:custGeom>
            <a:avLst/>
            <a:gdLst/>
            <a:ahLst/>
            <a:rect l="0" t="0" r="r" b="b"/>
            <a:pathLst>
              <a:path w="916" h="915">
                <a:moveTo>
                  <a:pt x="0" y="0"/>
                </a:moveTo>
                <a:lnTo>
                  <a:pt x="916" y="458"/>
                </a:lnTo>
                <a:lnTo>
                  <a:pt x="0" y="915"/>
                </a:lnTo>
                <a:lnTo>
                  <a:pt x="0" y="0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4" name=""/>
          <p:cNvSpPr/>
          <p:nvPr/>
        </p:nvSpPr>
        <p:spPr>
          <a:xfrm>
            <a:off x="6919560" y="1551960"/>
            <a:ext cx="230400" cy="0"/>
          </a:xfrm>
          <a:prstGeom prst="line">
            <a:avLst/>
          </a:prstGeom>
          <a:ln w="33120">
            <a:solidFill>
              <a:srgbClr val="284d7a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6560" rIns="106560" tIns="-61560" bIns="-6156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5" name=""/>
          <p:cNvSpPr/>
          <p:nvPr/>
        </p:nvSpPr>
        <p:spPr>
          <a:xfrm>
            <a:off x="6853680" y="1387080"/>
            <a:ext cx="329400" cy="329400"/>
          </a:xfrm>
          <a:custGeom>
            <a:avLst/>
            <a:gdLst/>
            <a:ahLst/>
            <a:rect l="0" t="0" r="r" b="b"/>
            <a:pathLst>
              <a:path w="915" h="915">
                <a:moveTo>
                  <a:pt x="0" y="0"/>
                </a:moveTo>
                <a:lnTo>
                  <a:pt x="915" y="458"/>
                </a:lnTo>
                <a:lnTo>
                  <a:pt x="0" y="915"/>
                </a:lnTo>
                <a:lnTo>
                  <a:pt x="0" y="0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6" name=""/>
          <p:cNvSpPr/>
          <p:nvPr/>
        </p:nvSpPr>
        <p:spPr>
          <a:xfrm>
            <a:off x="6853680" y="1387080"/>
            <a:ext cx="329400" cy="329400"/>
          </a:xfrm>
          <a:custGeom>
            <a:avLst/>
            <a:gdLst/>
            <a:ahLst/>
            <a:rect l="0" t="0" r="r" b="b"/>
            <a:pathLst>
              <a:path w="915" h="915">
                <a:moveTo>
                  <a:pt x="0" y="0"/>
                </a:moveTo>
                <a:lnTo>
                  <a:pt x="915" y="458"/>
                </a:lnTo>
                <a:lnTo>
                  <a:pt x="0" y="915"/>
                </a:lnTo>
                <a:lnTo>
                  <a:pt x="0" y="0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7" name=""/>
          <p:cNvSpPr/>
          <p:nvPr/>
        </p:nvSpPr>
        <p:spPr>
          <a:xfrm>
            <a:off x="6853680" y="1387080"/>
            <a:ext cx="329400" cy="329400"/>
          </a:xfrm>
          <a:custGeom>
            <a:avLst/>
            <a:gdLst/>
            <a:ahLst/>
            <a:rect l="0" t="0" r="r" b="b"/>
            <a:pathLst>
              <a:path w="915" h="915">
                <a:moveTo>
                  <a:pt x="0" y="0"/>
                </a:moveTo>
                <a:lnTo>
                  <a:pt x="915" y="458"/>
                </a:lnTo>
                <a:lnTo>
                  <a:pt x="0" y="915"/>
                </a:lnTo>
                <a:lnTo>
                  <a:pt x="0" y="0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8" name=""/>
          <p:cNvSpPr/>
          <p:nvPr/>
        </p:nvSpPr>
        <p:spPr>
          <a:xfrm>
            <a:off x="9192960" y="1551960"/>
            <a:ext cx="230400" cy="0"/>
          </a:xfrm>
          <a:prstGeom prst="line">
            <a:avLst/>
          </a:prstGeom>
          <a:ln w="33120">
            <a:solidFill>
              <a:srgbClr val="284d7a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6560" rIns="106560" tIns="-61560" bIns="-6156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9" name=""/>
          <p:cNvSpPr/>
          <p:nvPr/>
        </p:nvSpPr>
        <p:spPr>
          <a:xfrm>
            <a:off x="9127080" y="1387080"/>
            <a:ext cx="329400" cy="329400"/>
          </a:xfrm>
          <a:custGeom>
            <a:avLst/>
            <a:gdLst/>
            <a:ahLst/>
            <a:rect l="0" t="0" r="r" b="b"/>
            <a:pathLst>
              <a:path w="915" h="915">
                <a:moveTo>
                  <a:pt x="0" y="0"/>
                </a:moveTo>
                <a:lnTo>
                  <a:pt x="915" y="458"/>
                </a:lnTo>
                <a:lnTo>
                  <a:pt x="0" y="915"/>
                </a:lnTo>
                <a:lnTo>
                  <a:pt x="0" y="0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0" name=""/>
          <p:cNvSpPr/>
          <p:nvPr/>
        </p:nvSpPr>
        <p:spPr>
          <a:xfrm>
            <a:off x="9127080" y="1387080"/>
            <a:ext cx="329400" cy="329400"/>
          </a:xfrm>
          <a:custGeom>
            <a:avLst/>
            <a:gdLst/>
            <a:ahLst/>
            <a:rect l="0" t="0" r="r" b="b"/>
            <a:pathLst>
              <a:path w="915" h="915">
                <a:moveTo>
                  <a:pt x="0" y="0"/>
                </a:moveTo>
                <a:lnTo>
                  <a:pt x="915" y="458"/>
                </a:lnTo>
                <a:lnTo>
                  <a:pt x="0" y="915"/>
                </a:lnTo>
                <a:lnTo>
                  <a:pt x="0" y="0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1" name=""/>
          <p:cNvSpPr/>
          <p:nvPr/>
        </p:nvSpPr>
        <p:spPr>
          <a:xfrm>
            <a:off x="9127080" y="1387080"/>
            <a:ext cx="329400" cy="329400"/>
          </a:xfrm>
          <a:custGeom>
            <a:avLst/>
            <a:gdLst/>
            <a:ahLst/>
            <a:rect l="0" t="0" r="r" b="b"/>
            <a:pathLst>
              <a:path w="915" h="915">
                <a:moveTo>
                  <a:pt x="0" y="0"/>
                </a:moveTo>
                <a:lnTo>
                  <a:pt x="915" y="458"/>
                </a:lnTo>
                <a:lnTo>
                  <a:pt x="0" y="915"/>
                </a:lnTo>
                <a:lnTo>
                  <a:pt x="0" y="0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2" name=""/>
          <p:cNvSpPr/>
          <p:nvPr/>
        </p:nvSpPr>
        <p:spPr>
          <a:xfrm>
            <a:off x="9127080" y="1387080"/>
            <a:ext cx="329400" cy="329400"/>
          </a:xfrm>
          <a:custGeom>
            <a:avLst/>
            <a:gdLst/>
            <a:ahLst/>
            <a:rect l="0" t="0" r="r" b="b"/>
            <a:pathLst>
              <a:path w="915" h="915">
                <a:moveTo>
                  <a:pt x="0" y="0"/>
                </a:moveTo>
                <a:lnTo>
                  <a:pt x="915" y="458"/>
                </a:lnTo>
                <a:lnTo>
                  <a:pt x="0" y="915"/>
                </a:lnTo>
                <a:lnTo>
                  <a:pt x="0" y="0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3" name=""/>
          <p:cNvSpPr/>
          <p:nvPr/>
        </p:nvSpPr>
        <p:spPr>
          <a:xfrm>
            <a:off x="8665560" y="3000960"/>
            <a:ext cx="2570040" cy="1185120"/>
          </a:xfrm>
          <a:custGeom>
            <a:avLst/>
            <a:gdLst/>
            <a:ahLst/>
            <a:rect l="0" t="0" r="r" b="b"/>
            <a:pathLst>
              <a:path w="7139" h="3292">
                <a:moveTo>
                  <a:pt x="3570" y="3292"/>
                </a:moveTo>
                <a:lnTo>
                  <a:pt x="6810" y="3292"/>
                </a:lnTo>
                <a:cubicBezTo>
                  <a:pt x="6992" y="3292"/>
                  <a:pt x="7139" y="3145"/>
                  <a:pt x="7139" y="2963"/>
                </a:cubicBezTo>
                <a:lnTo>
                  <a:pt x="7139" y="329"/>
                </a:lnTo>
                <a:cubicBezTo>
                  <a:pt x="7139" y="147"/>
                  <a:pt x="6992" y="0"/>
                  <a:pt x="6810" y="0"/>
                </a:cubicBezTo>
                <a:lnTo>
                  <a:pt x="330" y="0"/>
                </a:lnTo>
                <a:cubicBezTo>
                  <a:pt x="148" y="0"/>
                  <a:pt x="0" y="147"/>
                  <a:pt x="0" y="329"/>
                </a:cubicBezTo>
                <a:lnTo>
                  <a:pt x="0" y="2963"/>
                </a:lnTo>
                <a:cubicBezTo>
                  <a:pt x="0" y="3145"/>
                  <a:pt x="148" y="3292"/>
                  <a:pt x="330" y="3292"/>
                </a:cubicBezTo>
                <a:lnTo>
                  <a:pt x="3570" y="3292"/>
                </a:lnTo>
                <a:close/>
              </a:path>
            </a:pathLst>
          </a:custGeom>
          <a:solidFill>
            <a:srgbClr val="d9e4f1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4" name=""/>
          <p:cNvSpPr/>
          <p:nvPr/>
        </p:nvSpPr>
        <p:spPr>
          <a:xfrm>
            <a:off x="8665560" y="3000960"/>
            <a:ext cx="2570040" cy="1185120"/>
          </a:xfrm>
          <a:custGeom>
            <a:avLst/>
            <a:gdLst/>
            <a:ahLst/>
            <a:rect l="0" t="0" r="r" b="b"/>
            <a:pathLst>
              <a:path w="7139" h="3292">
                <a:moveTo>
                  <a:pt x="3570" y="3292"/>
                </a:moveTo>
                <a:lnTo>
                  <a:pt x="6810" y="3292"/>
                </a:lnTo>
                <a:cubicBezTo>
                  <a:pt x="6992" y="3292"/>
                  <a:pt x="7139" y="3145"/>
                  <a:pt x="7139" y="2963"/>
                </a:cubicBezTo>
                <a:lnTo>
                  <a:pt x="7139" y="329"/>
                </a:lnTo>
                <a:cubicBezTo>
                  <a:pt x="7139" y="147"/>
                  <a:pt x="6992" y="0"/>
                  <a:pt x="6810" y="0"/>
                </a:cubicBezTo>
                <a:lnTo>
                  <a:pt x="330" y="0"/>
                </a:lnTo>
                <a:cubicBezTo>
                  <a:pt x="148" y="0"/>
                  <a:pt x="0" y="147"/>
                  <a:pt x="0" y="329"/>
                </a:cubicBezTo>
                <a:lnTo>
                  <a:pt x="0" y="2963"/>
                </a:lnTo>
                <a:cubicBezTo>
                  <a:pt x="0" y="3145"/>
                  <a:pt x="148" y="3292"/>
                  <a:pt x="330" y="3292"/>
                </a:cubicBezTo>
                <a:lnTo>
                  <a:pt x="3570" y="3292"/>
                </a:lnTo>
                <a:close/>
              </a:path>
            </a:pathLst>
          </a:custGeom>
          <a:noFill/>
          <a:ln w="26280">
            <a:solidFill>
              <a:srgbClr val="284d7a"/>
            </a:solidFill>
            <a:miter/>
          </a:ln>
        </p:spPr>
        <p:txBody>
          <a:bodyPr lIns="102960" rIns="102960" tIns="57960" bIns="5796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5" name=""/>
          <p:cNvSpPr txBox="1"/>
          <p:nvPr/>
        </p:nvSpPr>
        <p:spPr>
          <a:xfrm>
            <a:off x="9281880" y="3234600"/>
            <a:ext cx="1339920" cy="229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610" strike="noStrike" u="none">
                <a:solidFill>
                  <a:srgbClr val="1f2d3d"/>
                </a:solidFill>
                <a:effectLst/>
                <a:uFillTx/>
                <a:latin typeface="Times New Roman"/>
              </a:rPr>
              <a:t>DISPOSITION</a:t>
            </a:r>
            <a:endParaRPr b="1" lang="en-US" sz="1610" strike="noStrike" u="none">
              <a:solidFill>
                <a:srgbClr val="1f2d3d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656" name=""/>
          <p:cNvSpPr txBox="1"/>
          <p:nvPr/>
        </p:nvSpPr>
        <p:spPr>
          <a:xfrm>
            <a:off x="9235800" y="3570120"/>
            <a:ext cx="1462320" cy="154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90" strike="noStrike" u="none">
                <a:solidFill>
                  <a:srgbClr val="1f2d3d"/>
                </a:solidFill>
                <a:effectLst/>
                <a:uFillTx/>
                <a:latin typeface="Times New Roman"/>
              </a:rPr>
              <a:t>accept / condition / repair</a:t>
            </a:r>
            <a:endParaRPr b="0" lang="en-US" sz="1090" strike="noStrike" u="none">
              <a:solidFill>
                <a:srgbClr val="1f2d3d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657" name=""/>
          <p:cNvSpPr txBox="1"/>
          <p:nvPr/>
        </p:nvSpPr>
        <p:spPr>
          <a:xfrm>
            <a:off x="9228960" y="3787560"/>
            <a:ext cx="1488600" cy="154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90" strike="noStrike" u="none">
                <a:solidFill>
                  <a:srgbClr val="1f2d3d"/>
                </a:solidFill>
                <a:effectLst/>
                <a:uFillTx/>
                <a:latin typeface="Times New Roman"/>
              </a:rPr>
              <a:t>repeat / reject / quarantine</a:t>
            </a:r>
            <a:endParaRPr b="0" lang="en-US" sz="1090" strike="noStrike" u="none">
              <a:solidFill>
                <a:srgbClr val="1f2d3d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658" name=""/>
          <p:cNvSpPr/>
          <p:nvPr/>
        </p:nvSpPr>
        <p:spPr>
          <a:xfrm flipH="1">
            <a:off x="10148400" y="2144520"/>
            <a:ext cx="329400" cy="790560"/>
          </a:xfrm>
          <a:prstGeom prst="line">
            <a:avLst/>
          </a:prstGeom>
          <a:ln w="33120">
            <a:solidFill>
              <a:srgbClr val="284d7a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6560" rIns="106560" tIns="61560" bIns="6156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9" name=""/>
          <p:cNvSpPr/>
          <p:nvPr/>
        </p:nvSpPr>
        <p:spPr>
          <a:xfrm>
            <a:off x="10110240" y="2598120"/>
            <a:ext cx="304200" cy="367200"/>
          </a:xfrm>
          <a:custGeom>
            <a:avLst/>
            <a:gdLst/>
            <a:ahLst/>
            <a:rect l="0" t="0" r="r" b="b"/>
            <a:pathLst>
              <a:path w="845" h="1020">
                <a:moveTo>
                  <a:pt x="845" y="352"/>
                </a:moveTo>
                <a:lnTo>
                  <a:pt x="71" y="1020"/>
                </a:lnTo>
                <a:lnTo>
                  <a:pt x="0" y="0"/>
                </a:lnTo>
                <a:lnTo>
                  <a:pt x="845" y="352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0" name=""/>
          <p:cNvSpPr/>
          <p:nvPr/>
        </p:nvSpPr>
        <p:spPr>
          <a:xfrm>
            <a:off x="10110240" y="2598120"/>
            <a:ext cx="304200" cy="367200"/>
          </a:xfrm>
          <a:custGeom>
            <a:avLst/>
            <a:gdLst/>
            <a:ahLst/>
            <a:rect l="0" t="0" r="r" b="b"/>
            <a:pathLst>
              <a:path w="845" h="1020">
                <a:moveTo>
                  <a:pt x="845" y="352"/>
                </a:moveTo>
                <a:lnTo>
                  <a:pt x="71" y="1020"/>
                </a:lnTo>
                <a:lnTo>
                  <a:pt x="0" y="0"/>
                </a:lnTo>
                <a:lnTo>
                  <a:pt x="845" y="352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1" name=""/>
          <p:cNvSpPr/>
          <p:nvPr/>
        </p:nvSpPr>
        <p:spPr>
          <a:xfrm>
            <a:off x="10110240" y="2598120"/>
            <a:ext cx="304200" cy="367200"/>
          </a:xfrm>
          <a:custGeom>
            <a:avLst/>
            <a:gdLst/>
            <a:ahLst/>
            <a:rect l="0" t="0" r="r" b="b"/>
            <a:pathLst>
              <a:path w="845" h="1020">
                <a:moveTo>
                  <a:pt x="845" y="352"/>
                </a:moveTo>
                <a:lnTo>
                  <a:pt x="71" y="1020"/>
                </a:lnTo>
                <a:lnTo>
                  <a:pt x="0" y="0"/>
                </a:lnTo>
                <a:lnTo>
                  <a:pt x="845" y="352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2" name=""/>
          <p:cNvSpPr/>
          <p:nvPr/>
        </p:nvSpPr>
        <p:spPr>
          <a:xfrm>
            <a:off x="10110240" y="2598120"/>
            <a:ext cx="304200" cy="367200"/>
          </a:xfrm>
          <a:custGeom>
            <a:avLst/>
            <a:gdLst/>
            <a:ahLst/>
            <a:rect l="0" t="0" r="r" b="b"/>
            <a:pathLst>
              <a:path w="845" h="1020">
                <a:moveTo>
                  <a:pt x="845" y="352"/>
                </a:moveTo>
                <a:lnTo>
                  <a:pt x="71" y="1020"/>
                </a:lnTo>
                <a:lnTo>
                  <a:pt x="0" y="0"/>
                </a:lnTo>
                <a:lnTo>
                  <a:pt x="845" y="352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3" name=""/>
          <p:cNvSpPr/>
          <p:nvPr/>
        </p:nvSpPr>
        <p:spPr>
          <a:xfrm>
            <a:off x="10110240" y="2598120"/>
            <a:ext cx="304200" cy="367200"/>
          </a:xfrm>
          <a:custGeom>
            <a:avLst/>
            <a:gdLst/>
            <a:ahLst/>
            <a:rect l="0" t="0" r="r" b="b"/>
            <a:pathLst>
              <a:path w="845" h="1020">
                <a:moveTo>
                  <a:pt x="845" y="352"/>
                </a:moveTo>
                <a:lnTo>
                  <a:pt x="71" y="1020"/>
                </a:lnTo>
                <a:lnTo>
                  <a:pt x="0" y="0"/>
                </a:lnTo>
                <a:lnTo>
                  <a:pt x="845" y="352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4" name=""/>
          <p:cNvSpPr/>
          <p:nvPr/>
        </p:nvSpPr>
        <p:spPr>
          <a:xfrm>
            <a:off x="6260400" y="4548240"/>
            <a:ext cx="2174760" cy="1119600"/>
          </a:xfrm>
          <a:custGeom>
            <a:avLst/>
            <a:gdLst/>
            <a:ahLst/>
            <a:rect l="0" t="0" r="r" b="b"/>
            <a:pathLst>
              <a:path w="6041" h="3110">
                <a:moveTo>
                  <a:pt x="3020" y="3110"/>
                </a:moveTo>
                <a:lnTo>
                  <a:pt x="5711" y="3110"/>
                </a:lnTo>
                <a:cubicBezTo>
                  <a:pt x="5893" y="3110"/>
                  <a:pt x="6041" y="2963"/>
                  <a:pt x="6041" y="2781"/>
                </a:cubicBezTo>
                <a:lnTo>
                  <a:pt x="6041" y="330"/>
                </a:lnTo>
                <a:cubicBezTo>
                  <a:pt x="6041" y="148"/>
                  <a:pt x="5893" y="0"/>
                  <a:pt x="5711" y="0"/>
                </a:cubicBezTo>
                <a:lnTo>
                  <a:pt x="330" y="0"/>
                </a:lnTo>
                <a:cubicBezTo>
                  <a:pt x="148" y="0"/>
                  <a:pt x="0" y="148"/>
                  <a:pt x="0" y="330"/>
                </a:cubicBezTo>
                <a:lnTo>
                  <a:pt x="0" y="2781"/>
                </a:lnTo>
                <a:cubicBezTo>
                  <a:pt x="0" y="2963"/>
                  <a:pt x="148" y="3110"/>
                  <a:pt x="330" y="3110"/>
                </a:cubicBezTo>
                <a:lnTo>
                  <a:pt x="3020" y="3110"/>
                </a:lnTo>
                <a:close/>
              </a:path>
            </a:pathLst>
          </a:custGeom>
          <a:solidFill>
            <a:srgbClr val="e3e8ec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5" name=""/>
          <p:cNvSpPr/>
          <p:nvPr/>
        </p:nvSpPr>
        <p:spPr>
          <a:xfrm>
            <a:off x="6260400" y="4548240"/>
            <a:ext cx="2174760" cy="1119600"/>
          </a:xfrm>
          <a:custGeom>
            <a:avLst/>
            <a:gdLst/>
            <a:ahLst/>
            <a:rect l="0" t="0" r="r" b="b"/>
            <a:pathLst>
              <a:path w="6041" h="3110">
                <a:moveTo>
                  <a:pt x="3020" y="3110"/>
                </a:moveTo>
                <a:lnTo>
                  <a:pt x="5711" y="3110"/>
                </a:lnTo>
                <a:cubicBezTo>
                  <a:pt x="5893" y="3110"/>
                  <a:pt x="6041" y="2963"/>
                  <a:pt x="6041" y="2781"/>
                </a:cubicBezTo>
                <a:lnTo>
                  <a:pt x="6041" y="330"/>
                </a:lnTo>
                <a:cubicBezTo>
                  <a:pt x="6041" y="148"/>
                  <a:pt x="5893" y="0"/>
                  <a:pt x="5711" y="0"/>
                </a:cubicBezTo>
                <a:lnTo>
                  <a:pt x="330" y="0"/>
                </a:lnTo>
                <a:cubicBezTo>
                  <a:pt x="148" y="0"/>
                  <a:pt x="0" y="148"/>
                  <a:pt x="0" y="330"/>
                </a:cubicBezTo>
                <a:lnTo>
                  <a:pt x="0" y="2781"/>
                </a:lnTo>
                <a:cubicBezTo>
                  <a:pt x="0" y="2963"/>
                  <a:pt x="148" y="3110"/>
                  <a:pt x="330" y="3110"/>
                </a:cubicBezTo>
                <a:lnTo>
                  <a:pt x="3020" y="3110"/>
                </a:lnTo>
                <a:close/>
              </a:path>
            </a:pathLst>
          </a:custGeom>
          <a:noFill/>
          <a:ln w="26280">
            <a:solidFill>
              <a:srgbClr val="3d4b58"/>
            </a:solidFill>
            <a:miter/>
          </a:ln>
        </p:spPr>
        <p:txBody>
          <a:bodyPr lIns="102960" rIns="102960" tIns="57960" bIns="5796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6" name=""/>
          <p:cNvSpPr txBox="1"/>
          <p:nvPr/>
        </p:nvSpPr>
        <p:spPr>
          <a:xfrm>
            <a:off x="6863400" y="4762440"/>
            <a:ext cx="99432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400" strike="noStrike" u="none">
                <a:solidFill>
                  <a:srgbClr val="1f2d3d"/>
                </a:solidFill>
                <a:effectLst/>
                <a:uFillTx/>
                <a:latin typeface="Times New Roman"/>
              </a:rPr>
              <a:t>ACCEPTED</a:t>
            </a:r>
            <a:endParaRPr b="1" lang="en-US" sz="1400" strike="noStrike" u="none">
              <a:solidFill>
                <a:srgbClr val="1f2d3d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667" name=""/>
          <p:cNvSpPr txBox="1"/>
          <p:nvPr/>
        </p:nvSpPr>
        <p:spPr>
          <a:xfrm>
            <a:off x="6810840" y="5006160"/>
            <a:ext cx="109332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400" strike="noStrike" u="none">
                <a:solidFill>
                  <a:srgbClr val="1f2d3d"/>
                </a:solidFill>
                <a:effectLst/>
                <a:uFillTx/>
                <a:latin typeface="Times New Roman"/>
              </a:rPr>
              <a:t>WORK UNIT</a:t>
            </a:r>
            <a:endParaRPr b="1" lang="en-US" sz="1400" strike="noStrike" u="none">
              <a:solidFill>
                <a:srgbClr val="1f2d3d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668" name=""/>
          <p:cNvSpPr txBox="1"/>
          <p:nvPr/>
        </p:nvSpPr>
        <p:spPr>
          <a:xfrm>
            <a:off x="6481080" y="5361480"/>
            <a:ext cx="172692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930" strike="noStrike" u="none">
                <a:solidFill>
                  <a:srgbClr val="4f5c68"/>
                </a:solidFill>
                <a:effectLst/>
                <a:uFillTx/>
                <a:latin typeface="Times New Roman"/>
              </a:rPr>
              <a:t>exact version + residual uncertainty</a:t>
            </a:r>
            <a:endParaRPr b="0" i="1" lang="en-US" sz="930" strike="noStrike" u="none">
              <a:solidFill>
                <a:srgbClr val="4f5c68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669" name=""/>
          <p:cNvSpPr/>
          <p:nvPr/>
        </p:nvSpPr>
        <p:spPr>
          <a:xfrm>
            <a:off x="3592080" y="4548240"/>
            <a:ext cx="2174400" cy="1119600"/>
          </a:xfrm>
          <a:custGeom>
            <a:avLst/>
            <a:gdLst/>
            <a:ahLst/>
            <a:rect l="0" t="0" r="r" b="b"/>
            <a:pathLst>
              <a:path w="6040" h="3110">
                <a:moveTo>
                  <a:pt x="3020" y="3110"/>
                </a:moveTo>
                <a:lnTo>
                  <a:pt x="5711" y="3110"/>
                </a:lnTo>
                <a:cubicBezTo>
                  <a:pt x="5893" y="3110"/>
                  <a:pt x="6040" y="2963"/>
                  <a:pt x="6040" y="2781"/>
                </a:cubicBezTo>
                <a:lnTo>
                  <a:pt x="6040" y="330"/>
                </a:lnTo>
                <a:cubicBezTo>
                  <a:pt x="6040" y="148"/>
                  <a:pt x="5893" y="0"/>
                  <a:pt x="5711" y="0"/>
                </a:cubicBezTo>
                <a:lnTo>
                  <a:pt x="329" y="0"/>
                </a:lnTo>
                <a:cubicBezTo>
                  <a:pt x="147" y="0"/>
                  <a:pt x="0" y="148"/>
                  <a:pt x="0" y="330"/>
                </a:cubicBezTo>
                <a:lnTo>
                  <a:pt x="0" y="2781"/>
                </a:lnTo>
                <a:cubicBezTo>
                  <a:pt x="0" y="2963"/>
                  <a:pt x="147" y="3110"/>
                  <a:pt x="329" y="3110"/>
                </a:cubicBezTo>
                <a:lnTo>
                  <a:pt x="3020" y="3110"/>
                </a:lnTo>
                <a:close/>
              </a:path>
            </a:pathLst>
          </a:custGeom>
          <a:solidFill>
            <a:srgbClr val="e3e8ec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0" name=""/>
          <p:cNvSpPr/>
          <p:nvPr/>
        </p:nvSpPr>
        <p:spPr>
          <a:xfrm>
            <a:off x="3592080" y="4548240"/>
            <a:ext cx="2174400" cy="1119600"/>
          </a:xfrm>
          <a:custGeom>
            <a:avLst/>
            <a:gdLst/>
            <a:ahLst/>
            <a:rect l="0" t="0" r="r" b="b"/>
            <a:pathLst>
              <a:path w="6040" h="3110">
                <a:moveTo>
                  <a:pt x="3020" y="3110"/>
                </a:moveTo>
                <a:lnTo>
                  <a:pt x="5711" y="3110"/>
                </a:lnTo>
                <a:cubicBezTo>
                  <a:pt x="5893" y="3110"/>
                  <a:pt x="6040" y="2963"/>
                  <a:pt x="6040" y="2781"/>
                </a:cubicBezTo>
                <a:lnTo>
                  <a:pt x="6040" y="330"/>
                </a:lnTo>
                <a:cubicBezTo>
                  <a:pt x="6040" y="148"/>
                  <a:pt x="5893" y="0"/>
                  <a:pt x="5711" y="0"/>
                </a:cubicBezTo>
                <a:lnTo>
                  <a:pt x="329" y="0"/>
                </a:lnTo>
                <a:cubicBezTo>
                  <a:pt x="147" y="0"/>
                  <a:pt x="0" y="148"/>
                  <a:pt x="0" y="330"/>
                </a:cubicBezTo>
                <a:lnTo>
                  <a:pt x="0" y="2781"/>
                </a:lnTo>
                <a:cubicBezTo>
                  <a:pt x="0" y="2963"/>
                  <a:pt x="147" y="3110"/>
                  <a:pt x="329" y="3110"/>
                </a:cubicBezTo>
                <a:lnTo>
                  <a:pt x="3020" y="3110"/>
                </a:lnTo>
                <a:close/>
              </a:path>
            </a:pathLst>
          </a:custGeom>
          <a:noFill/>
          <a:ln w="26280">
            <a:solidFill>
              <a:srgbClr val="3d4b58"/>
            </a:solidFill>
            <a:miter/>
          </a:ln>
        </p:spPr>
        <p:txBody>
          <a:bodyPr lIns="102960" rIns="102960" tIns="57960" bIns="5796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1" name=""/>
          <p:cNvSpPr txBox="1"/>
          <p:nvPr/>
        </p:nvSpPr>
        <p:spPr>
          <a:xfrm>
            <a:off x="4142160" y="4762440"/>
            <a:ext cx="109332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400" strike="noStrike" u="none">
                <a:solidFill>
                  <a:srgbClr val="1f2d3d"/>
                </a:solidFill>
                <a:effectLst/>
                <a:uFillTx/>
                <a:latin typeface="Times New Roman"/>
              </a:rPr>
              <a:t>EXECUTION</a:t>
            </a:r>
            <a:endParaRPr b="1" lang="en-US" sz="1400" strike="noStrike" u="none">
              <a:solidFill>
                <a:srgbClr val="1f2d3d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672" name=""/>
          <p:cNvSpPr txBox="1"/>
          <p:nvPr/>
        </p:nvSpPr>
        <p:spPr>
          <a:xfrm>
            <a:off x="4287240" y="5006160"/>
            <a:ext cx="79668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400" strike="noStrike" u="none">
                <a:solidFill>
                  <a:srgbClr val="1f2d3d"/>
                </a:solidFill>
                <a:effectLst/>
                <a:uFillTx/>
                <a:latin typeface="Times New Roman"/>
              </a:rPr>
              <a:t>DOSSIER</a:t>
            </a:r>
            <a:endParaRPr b="1" lang="en-US" sz="1400" strike="noStrike" u="none">
              <a:solidFill>
                <a:srgbClr val="1f2d3d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673" name=""/>
          <p:cNvSpPr txBox="1"/>
          <p:nvPr/>
        </p:nvSpPr>
        <p:spPr>
          <a:xfrm>
            <a:off x="4016880" y="5361480"/>
            <a:ext cx="131904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930" strike="noStrike" u="none">
                <a:solidFill>
                  <a:srgbClr val="4f5c68"/>
                </a:solidFill>
                <a:effectLst/>
                <a:uFillTx/>
                <a:latin typeface="Times New Roman"/>
              </a:rPr>
              <a:t>accepted units + conditions</a:t>
            </a:r>
            <a:endParaRPr b="0" i="1" lang="en-US" sz="930" strike="noStrike" u="none">
              <a:solidFill>
                <a:srgbClr val="4f5c68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674" name=""/>
          <p:cNvSpPr/>
          <p:nvPr/>
        </p:nvSpPr>
        <p:spPr>
          <a:xfrm>
            <a:off x="923040" y="4548240"/>
            <a:ext cx="2174760" cy="1119600"/>
          </a:xfrm>
          <a:custGeom>
            <a:avLst/>
            <a:gdLst/>
            <a:ahLst/>
            <a:rect l="0" t="0" r="r" b="b"/>
            <a:pathLst>
              <a:path w="6041" h="3110">
                <a:moveTo>
                  <a:pt x="3021" y="3110"/>
                </a:moveTo>
                <a:lnTo>
                  <a:pt x="5711" y="3110"/>
                </a:lnTo>
                <a:cubicBezTo>
                  <a:pt x="5893" y="3110"/>
                  <a:pt x="6041" y="2963"/>
                  <a:pt x="6041" y="2781"/>
                </a:cubicBezTo>
                <a:lnTo>
                  <a:pt x="6041" y="330"/>
                </a:lnTo>
                <a:cubicBezTo>
                  <a:pt x="6041" y="148"/>
                  <a:pt x="5893" y="0"/>
                  <a:pt x="5711" y="0"/>
                </a:cubicBezTo>
                <a:lnTo>
                  <a:pt x="330" y="0"/>
                </a:lnTo>
                <a:cubicBezTo>
                  <a:pt x="148" y="0"/>
                  <a:pt x="0" y="148"/>
                  <a:pt x="0" y="330"/>
                </a:cubicBezTo>
                <a:lnTo>
                  <a:pt x="0" y="2781"/>
                </a:lnTo>
                <a:cubicBezTo>
                  <a:pt x="0" y="2963"/>
                  <a:pt x="148" y="3110"/>
                  <a:pt x="330" y="3110"/>
                </a:cubicBezTo>
                <a:lnTo>
                  <a:pt x="3021" y="3110"/>
                </a:lnTo>
                <a:close/>
              </a:path>
            </a:pathLst>
          </a:custGeom>
          <a:solidFill>
            <a:srgbClr val="e3e8ec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5" name=""/>
          <p:cNvSpPr/>
          <p:nvPr/>
        </p:nvSpPr>
        <p:spPr>
          <a:xfrm>
            <a:off x="923040" y="4548240"/>
            <a:ext cx="2174760" cy="1119600"/>
          </a:xfrm>
          <a:custGeom>
            <a:avLst/>
            <a:gdLst/>
            <a:ahLst/>
            <a:rect l="0" t="0" r="r" b="b"/>
            <a:pathLst>
              <a:path w="6041" h="3110">
                <a:moveTo>
                  <a:pt x="3021" y="3110"/>
                </a:moveTo>
                <a:lnTo>
                  <a:pt x="5711" y="3110"/>
                </a:lnTo>
                <a:cubicBezTo>
                  <a:pt x="5893" y="3110"/>
                  <a:pt x="6041" y="2963"/>
                  <a:pt x="6041" y="2781"/>
                </a:cubicBezTo>
                <a:lnTo>
                  <a:pt x="6041" y="330"/>
                </a:lnTo>
                <a:cubicBezTo>
                  <a:pt x="6041" y="148"/>
                  <a:pt x="5893" y="0"/>
                  <a:pt x="5711" y="0"/>
                </a:cubicBezTo>
                <a:lnTo>
                  <a:pt x="330" y="0"/>
                </a:lnTo>
                <a:cubicBezTo>
                  <a:pt x="148" y="0"/>
                  <a:pt x="0" y="148"/>
                  <a:pt x="0" y="330"/>
                </a:cubicBezTo>
                <a:lnTo>
                  <a:pt x="0" y="2781"/>
                </a:lnTo>
                <a:cubicBezTo>
                  <a:pt x="0" y="2963"/>
                  <a:pt x="148" y="3110"/>
                  <a:pt x="330" y="3110"/>
                </a:cubicBezTo>
                <a:lnTo>
                  <a:pt x="3021" y="3110"/>
                </a:lnTo>
                <a:close/>
              </a:path>
            </a:pathLst>
          </a:custGeom>
          <a:noFill/>
          <a:ln w="26280">
            <a:solidFill>
              <a:srgbClr val="3d4b58"/>
            </a:solidFill>
            <a:miter/>
          </a:ln>
        </p:spPr>
        <p:txBody>
          <a:bodyPr lIns="102960" rIns="102960" tIns="57960" bIns="5796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6" name=""/>
          <p:cNvSpPr txBox="1"/>
          <p:nvPr/>
        </p:nvSpPr>
        <p:spPr>
          <a:xfrm>
            <a:off x="1512720" y="4762440"/>
            <a:ext cx="102060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400" strike="noStrike" u="none">
                <a:solidFill>
                  <a:srgbClr val="1f2d3d"/>
                </a:solidFill>
                <a:effectLst/>
                <a:uFillTx/>
                <a:latin typeface="Times New Roman"/>
              </a:rPr>
              <a:t>CHAPTER 6</a:t>
            </a:r>
            <a:endParaRPr b="1" lang="en-US" sz="1400" strike="noStrike" u="none">
              <a:solidFill>
                <a:srgbClr val="1f2d3d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677" name=""/>
          <p:cNvSpPr txBox="1"/>
          <p:nvPr/>
        </p:nvSpPr>
        <p:spPr>
          <a:xfrm>
            <a:off x="1427400" y="5006160"/>
            <a:ext cx="119196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400" strike="noStrike" u="none">
                <a:solidFill>
                  <a:srgbClr val="1f2d3d"/>
                </a:solidFill>
                <a:effectLst/>
                <a:uFillTx/>
                <a:latin typeface="Times New Roman"/>
              </a:rPr>
              <a:t>EVALUATION</a:t>
            </a:r>
            <a:endParaRPr b="1" lang="en-US" sz="1400" strike="noStrike" u="none">
              <a:solidFill>
                <a:srgbClr val="1f2d3d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678" name=""/>
          <p:cNvSpPr txBox="1"/>
          <p:nvPr/>
        </p:nvSpPr>
        <p:spPr>
          <a:xfrm>
            <a:off x="1051560" y="5361480"/>
            <a:ext cx="190620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930" strike="noStrike" u="none">
                <a:solidFill>
                  <a:srgbClr val="4f5c68"/>
                </a:solidFill>
                <a:effectLst/>
                <a:uFillTx/>
                <a:latin typeface="Times New Roman"/>
              </a:rPr>
              <a:t>evidence, uncertainty + claim boundary</a:t>
            </a:r>
            <a:endParaRPr b="0" i="1" lang="en-US" sz="930" strike="noStrike" u="none">
              <a:solidFill>
                <a:srgbClr val="4f5c68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679" name=""/>
          <p:cNvSpPr/>
          <p:nvPr/>
        </p:nvSpPr>
        <p:spPr>
          <a:xfrm>
            <a:off x="7841880" y="3593160"/>
            <a:ext cx="823680" cy="889200"/>
          </a:xfrm>
          <a:custGeom>
            <a:avLst/>
            <a:gdLst/>
            <a:ahLst/>
            <a:rect l="0" t="0" r="r" b="b"/>
            <a:pathLst>
              <a:path fill="none" w="2288" h="2470">
                <a:moveTo>
                  <a:pt x="2288" y="0"/>
                </a:moveTo>
                <a:cubicBezTo>
                  <a:pt x="1373" y="732"/>
                  <a:pt x="916" y="1647"/>
                  <a:pt x="0" y="2470"/>
                </a:cubicBezTo>
              </a:path>
            </a:pathLst>
          </a:custGeom>
          <a:ln w="33120">
            <a:solidFill>
              <a:srgbClr val="284d7a"/>
            </a:solidFill>
            <a:miter/>
          </a:ln>
        </p:spPr>
        <p:txBody>
          <a:bodyPr lIns="106560" rIns="106560" tIns="61560" bIns="6156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0" name=""/>
          <p:cNvSpPr/>
          <p:nvPr/>
        </p:nvSpPr>
        <p:spPr>
          <a:xfrm>
            <a:off x="7817400" y="4161960"/>
            <a:ext cx="355320" cy="342360"/>
          </a:xfrm>
          <a:custGeom>
            <a:avLst/>
            <a:gdLst/>
            <a:ahLst/>
            <a:rect l="0" t="0" r="r" b="b"/>
            <a:pathLst>
              <a:path w="987" h="951">
                <a:moveTo>
                  <a:pt x="987" y="680"/>
                </a:moveTo>
                <a:lnTo>
                  <a:pt x="0" y="951"/>
                </a:lnTo>
                <a:lnTo>
                  <a:pt x="374" y="0"/>
                </a:lnTo>
                <a:lnTo>
                  <a:pt x="987" y="680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1" name=""/>
          <p:cNvSpPr/>
          <p:nvPr/>
        </p:nvSpPr>
        <p:spPr>
          <a:xfrm>
            <a:off x="7817400" y="4161960"/>
            <a:ext cx="355320" cy="342360"/>
          </a:xfrm>
          <a:custGeom>
            <a:avLst/>
            <a:gdLst/>
            <a:ahLst/>
            <a:rect l="0" t="0" r="r" b="b"/>
            <a:pathLst>
              <a:path w="987" h="951">
                <a:moveTo>
                  <a:pt x="987" y="680"/>
                </a:moveTo>
                <a:lnTo>
                  <a:pt x="0" y="951"/>
                </a:lnTo>
                <a:lnTo>
                  <a:pt x="374" y="0"/>
                </a:lnTo>
                <a:lnTo>
                  <a:pt x="987" y="680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2" name=""/>
          <p:cNvSpPr/>
          <p:nvPr/>
        </p:nvSpPr>
        <p:spPr>
          <a:xfrm>
            <a:off x="7817400" y="4161960"/>
            <a:ext cx="355320" cy="342360"/>
          </a:xfrm>
          <a:custGeom>
            <a:avLst/>
            <a:gdLst/>
            <a:ahLst/>
            <a:rect l="0" t="0" r="r" b="b"/>
            <a:pathLst>
              <a:path w="987" h="951">
                <a:moveTo>
                  <a:pt x="987" y="680"/>
                </a:moveTo>
                <a:lnTo>
                  <a:pt x="0" y="951"/>
                </a:lnTo>
                <a:lnTo>
                  <a:pt x="374" y="0"/>
                </a:lnTo>
                <a:lnTo>
                  <a:pt x="987" y="680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3" name=""/>
          <p:cNvSpPr/>
          <p:nvPr/>
        </p:nvSpPr>
        <p:spPr>
          <a:xfrm>
            <a:off x="7817400" y="4161960"/>
            <a:ext cx="355320" cy="342360"/>
          </a:xfrm>
          <a:custGeom>
            <a:avLst/>
            <a:gdLst/>
            <a:ahLst/>
            <a:rect l="0" t="0" r="r" b="b"/>
            <a:pathLst>
              <a:path w="987" h="951">
                <a:moveTo>
                  <a:pt x="987" y="680"/>
                </a:moveTo>
                <a:lnTo>
                  <a:pt x="0" y="951"/>
                </a:lnTo>
                <a:lnTo>
                  <a:pt x="374" y="0"/>
                </a:lnTo>
                <a:lnTo>
                  <a:pt x="987" y="680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4" name=""/>
          <p:cNvSpPr/>
          <p:nvPr/>
        </p:nvSpPr>
        <p:spPr>
          <a:xfrm>
            <a:off x="7817400" y="4161960"/>
            <a:ext cx="355320" cy="342360"/>
          </a:xfrm>
          <a:custGeom>
            <a:avLst/>
            <a:gdLst/>
            <a:ahLst/>
            <a:rect l="0" t="0" r="r" b="b"/>
            <a:pathLst>
              <a:path w="987" h="951">
                <a:moveTo>
                  <a:pt x="987" y="680"/>
                </a:moveTo>
                <a:lnTo>
                  <a:pt x="0" y="951"/>
                </a:lnTo>
                <a:lnTo>
                  <a:pt x="374" y="0"/>
                </a:lnTo>
                <a:lnTo>
                  <a:pt x="987" y="680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5" name=""/>
          <p:cNvSpPr/>
          <p:nvPr/>
        </p:nvSpPr>
        <p:spPr>
          <a:xfrm>
            <a:off x="7817400" y="4161960"/>
            <a:ext cx="355320" cy="342360"/>
          </a:xfrm>
          <a:custGeom>
            <a:avLst/>
            <a:gdLst/>
            <a:ahLst/>
            <a:rect l="0" t="0" r="r" b="b"/>
            <a:pathLst>
              <a:path w="987" h="951">
                <a:moveTo>
                  <a:pt x="987" y="680"/>
                </a:moveTo>
                <a:lnTo>
                  <a:pt x="0" y="951"/>
                </a:lnTo>
                <a:lnTo>
                  <a:pt x="374" y="0"/>
                </a:lnTo>
                <a:lnTo>
                  <a:pt x="987" y="680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6" name=""/>
          <p:cNvSpPr/>
          <p:nvPr/>
        </p:nvSpPr>
        <p:spPr>
          <a:xfrm flipH="1">
            <a:off x="5832360" y="5108040"/>
            <a:ext cx="362160" cy="0"/>
          </a:xfrm>
          <a:prstGeom prst="line">
            <a:avLst/>
          </a:prstGeom>
          <a:ln w="33120">
            <a:solidFill>
              <a:srgbClr val="284d7a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6560" rIns="106560" tIns="-61560" bIns="-6156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7" name=""/>
          <p:cNvSpPr/>
          <p:nvPr/>
        </p:nvSpPr>
        <p:spPr>
          <a:xfrm>
            <a:off x="5799600" y="4943520"/>
            <a:ext cx="329040" cy="329400"/>
          </a:xfrm>
          <a:custGeom>
            <a:avLst/>
            <a:gdLst/>
            <a:ahLst/>
            <a:rect l="0" t="0" r="r" b="b"/>
            <a:pathLst>
              <a:path w="914" h="915">
                <a:moveTo>
                  <a:pt x="914" y="915"/>
                </a:moveTo>
                <a:lnTo>
                  <a:pt x="0" y="457"/>
                </a:lnTo>
                <a:lnTo>
                  <a:pt x="914" y="0"/>
                </a:lnTo>
                <a:lnTo>
                  <a:pt x="914" y="915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8" name=""/>
          <p:cNvSpPr/>
          <p:nvPr/>
        </p:nvSpPr>
        <p:spPr>
          <a:xfrm>
            <a:off x="5799600" y="4943520"/>
            <a:ext cx="329040" cy="329400"/>
          </a:xfrm>
          <a:custGeom>
            <a:avLst/>
            <a:gdLst/>
            <a:ahLst/>
            <a:rect l="0" t="0" r="r" b="b"/>
            <a:pathLst>
              <a:path w="914" h="915">
                <a:moveTo>
                  <a:pt x="914" y="915"/>
                </a:moveTo>
                <a:lnTo>
                  <a:pt x="0" y="457"/>
                </a:lnTo>
                <a:lnTo>
                  <a:pt x="914" y="0"/>
                </a:lnTo>
                <a:lnTo>
                  <a:pt x="914" y="915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9" name=""/>
          <p:cNvSpPr/>
          <p:nvPr/>
        </p:nvSpPr>
        <p:spPr>
          <a:xfrm>
            <a:off x="5799600" y="4943520"/>
            <a:ext cx="329040" cy="329400"/>
          </a:xfrm>
          <a:custGeom>
            <a:avLst/>
            <a:gdLst/>
            <a:ahLst/>
            <a:rect l="0" t="0" r="r" b="b"/>
            <a:pathLst>
              <a:path w="914" h="915">
                <a:moveTo>
                  <a:pt x="914" y="915"/>
                </a:moveTo>
                <a:lnTo>
                  <a:pt x="0" y="457"/>
                </a:lnTo>
                <a:lnTo>
                  <a:pt x="914" y="0"/>
                </a:lnTo>
                <a:lnTo>
                  <a:pt x="914" y="915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0" name=""/>
          <p:cNvSpPr/>
          <p:nvPr/>
        </p:nvSpPr>
        <p:spPr>
          <a:xfrm>
            <a:off x="5799600" y="4943520"/>
            <a:ext cx="329040" cy="329400"/>
          </a:xfrm>
          <a:custGeom>
            <a:avLst/>
            <a:gdLst/>
            <a:ahLst/>
            <a:rect l="0" t="0" r="r" b="b"/>
            <a:pathLst>
              <a:path w="914" h="915">
                <a:moveTo>
                  <a:pt x="914" y="915"/>
                </a:moveTo>
                <a:lnTo>
                  <a:pt x="0" y="457"/>
                </a:lnTo>
                <a:lnTo>
                  <a:pt x="914" y="0"/>
                </a:lnTo>
                <a:lnTo>
                  <a:pt x="914" y="915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1" name=""/>
          <p:cNvSpPr/>
          <p:nvPr/>
        </p:nvSpPr>
        <p:spPr>
          <a:xfrm>
            <a:off x="5799600" y="4943520"/>
            <a:ext cx="329040" cy="329400"/>
          </a:xfrm>
          <a:custGeom>
            <a:avLst/>
            <a:gdLst/>
            <a:ahLst/>
            <a:rect l="0" t="0" r="r" b="b"/>
            <a:pathLst>
              <a:path w="914" h="915">
                <a:moveTo>
                  <a:pt x="914" y="915"/>
                </a:moveTo>
                <a:lnTo>
                  <a:pt x="0" y="457"/>
                </a:lnTo>
                <a:lnTo>
                  <a:pt x="914" y="0"/>
                </a:lnTo>
                <a:lnTo>
                  <a:pt x="914" y="915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2" name=""/>
          <p:cNvSpPr/>
          <p:nvPr/>
        </p:nvSpPr>
        <p:spPr>
          <a:xfrm>
            <a:off x="5799600" y="4943520"/>
            <a:ext cx="329040" cy="329400"/>
          </a:xfrm>
          <a:custGeom>
            <a:avLst/>
            <a:gdLst/>
            <a:ahLst/>
            <a:rect l="0" t="0" r="r" b="b"/>
            <a:pathLst>
              <a:path w="914" h="915">
                <a:moveTo>
                  <a:pt x="914" y="915"/>
                </a:moveTo>
                <a:lnTo>
                  <a:pt x="0" y="457"/>
                </a:lnTo>
                <a:lnTo>
                  <a:pt x="914" y="0"/>
                </a:lnTo>
                <a:lnTo>
                  <a:pt x="914" y="915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3" name=""/>
          <p:cNvSpPr/>
          <p:nvPr/>
        </p:nvSpPr>
        <p:spPr>
          <a:xfrm>
            <a:off x="5799600" y="4943520"/>
            <a:ext cx="329040" cy="329400"/>
          </a:xfrm>
          <a:custGeom>
            <a:avLst/>
            <a:gdLst/>
            <a:ahLst/>
            <a:rect l="0" t="0" r="r" b="b"/>
            <a:pathLst>
              <a:path w="914" h="915">
                <a:moveTo>
                  <a:pt x="914" y="915"/>
                </a:moveTo>
                <a:lnTo>
                  <a:pt x="0" y="457"/>
                </a:lnTo>
                <a:lnTo>
                  <a:pt x="914" y="0"/>
                </a:lnTo>
                <a:lnTo>
                  <a:pt x="914" y="915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4" name=""/>
          <p:cNvSpPr/>
          <p:nvPr/>
        </p:nvSpPr>
        <p:spPr>
          <a:xfrm flipH="1">
            <a:off x="3163680" y="5108040"/>
            <a:ext cx="362520" cy="0"/>
          </a:xfrm>
          <a:prstGeom prst="line">
            <a:avLst/>
          </a:prstGeom>
          <a:ln w="33120">
            <a:solidFill>
              <a:srgbClr val="284d7a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6560" rIns="106560" tIns="-61560" bIns="-6156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5" name=""/>
          <p:cNvSpPr/>
          <p:nvPr/>
        </p:nvSpPr>
        <p:spPr>
          <a:xfrm>
            <a:off x="3130560" y="4943520"/>
            <a:ext cx="329760" cy="329400"/>
          </a:xfrm>
          <a:custGeom>
            <a:avLst/>
            <a:gdLst/>
            <a:ahLst/>
            <a:rect l="0" t="0" r="r" b="b"/>
            <a:pathLst>
              <a:path w="916" h="915">
                <a:moveTo>
                  <a:pt x="916" y="915"/>
                </a:moveTo>
                <a:lnTo>
                  <a:pt x="0" y="457"/>
                </a:lnTo>
                <a:lnTo>
                  <a:pt x="916" y="0"/>
                </a:lnTo>
                <a:lnTo>
                  <a:pt x="916" y="915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6" name=""/>
          <p:cNvSpPr/>
          <p:nvPr/>
        </p:nvSpPr>
        <p:spPr>
          <a:xfrm>
            <a:off x="3130560" y="4943520"/>
            <a:ext cx="329760" cy="329400"/>
          </a:xfrm>
          <a:custGeom>
            <a:avLst/>
            <a:gdLst/>
            <a:ahLst/>
            <a:rect l="0" t="0" r="r" b="b"/>
            <a:pathLst>
              <a:path w="916" h="915">
                <a:moveTo>
                  <a:pt x="916" y="915"/>
                </a:moveTo>
                <a:lnTo>
                  <a:pt x="0" y="457"/>
                </a:lnTo>
                <a:lnTo>
                  <a:pt x="916" y="0"/>
                </a:lnTo>
                <a:lnTo>
                  <a:pt x="916" y="915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7" name=""/>
          <p:cNvSpPr/>
          <p:nvPr/>
        </p:nvSpPr>
        <p:spPr>
          <a:xfrm>
            <a:off x="3130560" y="4943520"/>
            <a:ext cx="329760" cy="329400"/>
          </a:xfrm>
          <a:custGeom>
            <a:avLst/>
            <a:gdLst/>
            <a:ahLst/>
            <a:rect l="0" t="0" r="r" b="b"/>
            <a:pathLst>
              <a:path w="916" h="915">
                <a:moveTo>
                  <a:pt x="916" y="915"/>
                </a:moveTo>
                <a:lnTo>
                  <a:pt x="0" y="457"/>
                </a:lnTo>
                <a:lnTo>
                  <a:pt x="916" y="0"/>
                </a:lnTo>
                <a:lnTo>
                  <a:pt x="916" y="915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8" name=""/>
          <p:cNvSpPr/>
          <p:nvPr/>
        </p:nvSpPr>
        <p:spPr>
          <a:xfrm>
            <a:off x="3130560" y="4943520"/>
            <a:ext cx="329760" cy="329400"/>
          </a:xfrm>
          <a:custGeom>
            <a:avLst/>
            <a:gdLst/>
            <a:ahLst/>
            <a:rect l="0" t="0" r="r" b="b"/>
            <a:pathLst>
              <a:path w="916" h="915">
                <a:moveTo>
                  <a:pt x="916" y="915"/>
                </a:moveTo>
                <a:lnTo>
                  <a:pt x="0" y="457"/>
                </a:lnTo>
                <a:lnTo>
                  <a:pt x="916" y="0"/>
                </a:lnTo>
                <a:lnTo>
                  <a:pt x="916" y="915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9" name=""/>
          <p:cNvSpPr/>
          <p:nvPr/>
        </p:nvSpPr>
        <p:spPr>
          <a:xfrm>
            <a:off x="3130560" y="4943520"/>
            <a:ext cx="329760" cy="329400"/>
          </a:xfrm>
          <a:custGeom>
            <a:avLst/>
            <a:gdLst/>
            <a:ahLst/>
            <a:rect l="0" t="0" r="r" b="b"/>
            <a:pathLst>
              <a:path w="916" h="915">
                <a:moveTo>
                  <a:pt x="916" y="915"/>
                </a:moveTo>
                <a:lnTo>
                  <a:pt x="0" y="457"/>
                </a:lnTo>
                <a:lnTo>
                  <a:pt x="916" y="0"/>
                </a:lnTo>
                <a:lnTo>
                  <a:pt x="916" y="915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0" name=""/>
          <p:cNvSpPr/>
          <p:nvPr/>
        </p:nvSpPr>
        <p:spPr>
          <a:xfrm>
            <a:off x="3130560" y="4943520"/>
            <a:ext cx="329760" cy="329400"/>
          </a:xfrm>
          <a:custGeom>
            <a:avLst/>
            <a:gdLst/>
            <a:ahLst/>
            <a:rect l="0" t="0" r="r" b="b"/>
            <a:pathLst>
              <a:path w="916" h="915">
                <a:moveTo>
                  <a:pt x="916" y="915"/>
                </a:moveTo>
                <a:lnTo>
                  <a:pt x="0" y="457"/>
                </a:lnTo>
                <a:lnTo>
                  <a:pt x="916" y="0"/>
                </a:lnTo>
                <a:lnTo>
                  <a:pt x="916" y="915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1" name=""/>
          <p:cNvSpPr/>
          <p:nvPr/>
        </p:nvSpPr>
        <p:spPr>
          <a:xfrm>
            <a:off x="3130560" y="4943520"/>
            <a:ext cx="329760" cy="329400"/>
          </a:xfrm>
          <a:custGeom>
            <a:avLst/>
            <a:gdLst/>
            <a:ahLst/>
            <a:rect l="0" t="0" r="r" b="b"/>
            <a:pathLst>
              <a:path w="916" h="915">
                <a:moveTo>
                  <a:pt x="916" y="915"/>
                </a:moveTo>
                <a:lnTo>
                  <a:pt x="0" y="457"/>
                </a:lnTo>
                <a:lnTo>
                  <a:pt x="916" y="0"/>
                </a:lnTo>
                <a:lnTo>
                  <a:pt x="916" y="915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2" name=""/>
          <p:cNvSpPr/>
          <p:nvPr/>
        </p:nvSpPr>
        <p:spPr>
          <a:xfrm>
            <a:off x="3130560" y="4943520"/>
            <a:ext cx="329760" cy="329400"/>
          </a:xfrm>
          <a:custGeom>
            <a:avLst/>
            <a:gdLst/>
            <a:ahLst/>
            <a:rect l="0" t="0" r="r" b="b"/>
            <a:pathLst>
              <a:path w="916" h="915">
                <a:moveTo>
                  <a:pt x="916" y="915"/>
                </a:moveTo>
                <a:lnTo>
                  <a:pt x="0" y="457"/>
                </a:lnTo>
                <a:lnTo>
                  <a:pt x="916" y="0"/>
                </a:lnTo>
                <a:lnTo>
                  <a:pt x="916" y="915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3" name=""/>
          <p:cNvSpPr/>
          <p:nvPr/>
        </p:nvSpPr>
        <p:spPr>
          <a:xfrm>
            <a:off x="1534680" y="2243520"/>
            <a:ext cx="7987680" cy="3696840"/>
          </a:xfrm>
          <a:custGeom>
            <a:avLst/>
            <a:gdLst/>
            <a:ahLst/>
            <a:rect l="0" t="0" r="r" b="b"/>
            <a:pathLst>
              <a:path fill="none" w="22188" h="10269">
                <a:moveTo>
                  <a:pt x="22188" y="5396"/>
                </a:moveTo>
                <a:cubicBezTo>
                  <a:pt x="20541" y="10519"/>
                  <a:pt x="9376" y="10976"/>
                  <a:pt x="3884" y="9604"/>
                </a:cubicBezTo>
                <a:cubicBezTo>
                  <a:pt x="40" y="8689"/>
                  <a:pt x="-784" y="5487"/>
                  <a:pt x="681" y="2195"/>
                </a:cubicBezTo>
                <a:cubicBezTo>
                  <a:pt x="1596" y="183"/>
                  <a:pt x="3884" y="0"/>
                  <a:pt x="5898" y="0"/>
                </a:cubicBezTo>
              </a:path>
            </a:pathLst>
          </a:custGeom>
          <a:ln w="26280">
            <a:solidFill>
              <a:srgbClr val="687b92"/>
            </a:solidFill>
            <a:miter/>
          </a:ln>
        </p:spPr>
        <p:txBody>
          <a:bodyPr lIns="102960" rIns="102960" tIns="57960" bIns="5796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4" name=""/>
          <p:cNvSpPr/>
          <p:nvPr/>
        </p:nvSpPr>
        <p:spPr>
          <a:xfrm>
            <a:off x="3420720" y="2111760"/>
            <a:ext cx="263520" cy="263520"/>
          </a:xfrm>
          <a:custGeom>
            <a:avLst/>
            <a:gdLst/>
            <a:ahLst/>
            <a:rect l="0" t="0" r="r" b="b"/>
            <a:pathLst>
              <a:path w="732" h="732">
                <a:moveTo>
                  <a:pt x="0" y="0"/>
                </a:moveTo>
                <a:lnTo>
                  <a:pt x="732" y="366"/>
                </a:lnTo>
                <a:lnTo>
                  <a:pt x="0" y="732"/>
                </a:lnTo>
                <a:lnTo>
                  <a:pt x="0" y="0"/>
                </a:lnTo>
                <a:close/>
              </a:path>
            </a:pathLst>
          </a:custGeom>
          <a:solidFill>
            <a:srgbClr val="666666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5" name=""/>
          <p:cNvSpPr txBox="1"/>
          <p:nvPr/>
        </p:nvSpPr>
        <p:spPr>
          <a:xfrm>
            <a:off x="3601800" y="6079320"/>
            <a:ext cx="4596480" cy="181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1300" strike="noStrike" u="none">
                <a:solidFill>
                  <a:srgbClr val="52667f"/>
                </a:solidFill>
                <a:effectLst/>
                <a:uFillTx/>
                <a:latin typeface="Times New Roman"/>
              </a:rPr>
              <a:t>repair, repeat, return or stop - preserve the reason and the failed state</a:t>
            </a:r>
            <a:endParaRPr b="0" i="1" lang="en-US" sz="1300" strike="noStrike" u="none">
              <a:solidFill>
                <a:srgbClr val="52667f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706" name=""/>
          <p:cNvSpPr txBox="1"/>
          <p:nvPr/>
        </p:nvSpPr>
        <p:spPr>
          <a:xfrm>
            <a:off x="1328400" y="2562840"/>
            <a:ext cx="1369800" cy="14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1040" strike="noStrike" u="none">
                <a:solidFill>
                  <a:srgbClr val="52667f"/>
                </a:solidFill>
                <a:effectLst/>
                <a:uFillTx/>
                <a:latin typeface="Times New Roman"/>
              </a:rPr>
              <a:t>new evidence may reopen</a:t>
            </a:r>
            <a:endParaRPr b="0" i="1" lang="en-US" sz="1040" strike="noStrike" u="none">
              <a:solidFill>
                <a:srgbClr val="52667f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707" name=""/>
          <p:cNvSpPr txBox="1"/>
          <p:nvPr/>
        </p:nvSpPr>
        <p:spPr>
          <a:xfrm>
            <a:off x="1203120" y="2747160"/>
            <a:ext cx="1607040" cy="14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1040" strike="noStrike" u="none">
                <a:solidFill>
                  <a:srgbClr val="52667f"/>
                </a:solidFill>
                <a:effectLst/>
                <a:uFillTx/>
                <a:latin typeface="Times New Roman"/>
              </a:rPr>
              <a:t>preparation or an earlier gate</a:t>
            </a:r>
            <a:endParaRPr b="0" i="1" lang="en-US" sz="1040" strike="noStrike" u="none">
              <a:solidFill>
                <a:srgbClr val="52667f"/>
              </a:solidFill>
              <a:effectLst/>
              <a:uFillTx/>
              <a:latin typeface="Times New Roman"/>
              <a:ea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"/>
          <p:cNvSpPr/>
          <p:nvPr/>
        </p:nvSpPr>
        <p:spPr>
          <a:xfrm>
            <a:off x="165240" y="201600"/>
            <a:ext cx="11861280" cy="6454800"/>
          </a:xfrm>
          <a:custGeom>
            <a:avLst/>
            <a:gdLst/>
            <a:ahLst/>
            <a:rect l="0" t="0" r="r" b="b"/>
            <a:pathLst>
              <a:path w="32948" h="17930">
                <a:moveTo>
                  <a:pt x="0" y="0"/>
                </a:moveTo>
                <a:lnTo>
                  <a:pt x="32948" y="0"/>
                </a:lnTo>
                <a:lnTo>
                  <a:pt x="32948" y="17930"/>
                </a:lnTo>
                <a:lnTo>
                  <a:pt x="0" y="1793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9" name=""/>
          <p:cNvSpPr/>
          <p:nvPr/>
        </p:nvSpPr>
        <p:spPr>
          <a:xfrm>
            <a:off x="7512480" y="359640"/>
            <a:ext cx="4184640" cy="566640"/>
          </a:xfrm>
          <a:custGeom>
            <a:avLst/>
            <a:gdLst/>
            <a:ahLst/>
            <a:rect l="0" t="0" r="r" b="b"/>
            <a:pathLst>
              <a:path w="11624" h="1574">
                <a:moveTo>
                  <a:pt x="5812" y="1574"/>
                </a:moveTo>
                <a:lnTo>
                  <a:pt x="11331" y="1574"/>
                </a:lnTo>
                <a:cubicBezTo>
                  <a:pt x="11492" y="1574"/>
                  <a:pt x="11624" y="1443"/>
                  <a:pt x="11624" y="1281"/>
                </a:cubicBezTo>
                <a:lnTo>
                  <a:pt x="11624" y="293"/>
                </a:lnTo>
                <a:cubicBezTo>
                  <a:pt x="11624" y="131"/>
                  <a:pt x="11492" y="0"/>
                  <a:pt x="11331" y="0"/>
                </a:cubicBezTo>
                <a:lnTo>
                  <a:pt x="293" y="0"/>
                </a:lnTo>
                <a:cubicBezTo>
                  <a:pt x="131" y="0"/>
                  <a:pt x="0" y="131"/>
                  <a:pt x="0" y="293"/>
                </a:cubicBezTo>
                <a:lnTo>
                  <a:pt x="0" y="1281"/>
                </a:lnTo>
                <a:cubicBezTo>
                  <a:pt x="0" y="1443"/>
                  <a:pt x="131" y="1574"/>
                  <a:pt x="293" y="1574"/>
                </a:cubicBezTo>
                <a:lnTo>
                  <a:pt x="5812" y="1574"/>
                </a:lnTo>
                <a:close/>
              </a:path>
            </a:pathLst>
          </a:custGeom>
          <a:solidFill>
            <a:srgbClr val="fff7f3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0" name=""/>
          <p:cNvSpPr/>
          <p:nvPr/>
        </p:nvSpPr>
        <p:spPr>
          <a:xfrm>
            <a:off x="7512480" y="359640"/>
            <a:ext cx="4184640" cy="566640"/>
          </a:xfrm>
          <a:custGeom>
            <a:avLst/>
            <a:gdLst/>
            <a:ahLst/>
            <a:rect l="0" t="0" r="r" b="b"/>
            <a:pathLst>
              <a:path w="11624" h="1574">
                <a:moveTo>
                  <a:pt x="5812" y="1574"/>
                </a:moveTo>
                <a:lnTo>
                  <a:pt x="11331" y="1574"/>
                </a:lnTo>
                <a:cubicBezTo>
                  <a:pt x="11492" y="1574"/>
                  <a:pt x="11624" y="1443"/>
                  <a:pt x="11624" y="1281"/>
                </a:cubicBezTo>
                <a:lnTo>
                  <a:pt x="11624" y="293"/>
                </a:lnTo>
                <a:cubicBezTo>
                  <a:pt x="11624" y="131"/>
                  <a:pt x="11492" y="0"/>
                  <a:pt x="11331" y="0"/>
                </a:cubicBezTo>
                <a:lnTo>
                  <a:pt x="293" y="0"/>
                </a:lnTo>
                <a:cubicBezTo>
                  <a:pt x="131" y="0"/>
                  <a:pt x="0" y="131"/>
                  <a:pt x="0" y="293"/>
                </a:cubicBezTo>
                <a:lnTo>
                  <a:pt x="0" y="1281"/>
                </a:lnTo>
                <a:cubicBezTo>
                  <a:pt x="0" y="1443"/>
                  <a:pt x="131" y="1574"/>
                  <a:pt x="293" y="1574"/>
                </a:cubicBezTo>
                <a:lnTo>
                  <a:pt x="5812" y="1574"/>
                </a:lnTo>
                <a:close/>
              </a:path>
            </a:pathLst>
          </a:custGeom>
          <a:noFill/>
          <a:ln w="26280">
            <a:solidFill>
              <a:srgbClr val="9b3b2f"/>
            </a:solidFill>
            <a:miter/>
          </a:ln>
        </p:spPr>
        <p:txBody>
          <a:bodyPr lIns="102960" rIns="102960" tIns="57960" bIns="5796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1" name=""/>
          <p:cNvSpPr txBox="1"/>
          <p:nvPr/>
        </p:nvSpPr>
        <p:spPr>
          <a:xfrm>
            <a:off x="8062560" y="541080"/>
            <a:ext cx="3085560" cy="204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1450" strike="noStrike" u="none">
                <a:solidFill>
                  <a:srgbClr val="7c3027"/>
                </a:solidFill>
                <a:effectLst/>
                <a:uFillTx/>
                <a:latin typeface="Times New Roman"/>
              </a:rPr>
              <a:t>stop before external or irreversible action</a:t>
            </a:r>
            <a:endParaRPr b="0" i="1" lang="en-US" sz="1450" strike="noStrike" u="none">
              <a:solidFill>
                <a:srgbClr val="7c3027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712" name=""/>
          <p:cNvSpPr/>
          <p:nvPr/>
        </p:nvSpPr>
        <p:spPr>
          <a:xfrm>
            <a:off x="4481640" y="2539800"/>
            <a:ext cx="3228480" cy="1646640"/>
          </a:xfrm>
          <a:custGeom>
            <a:avLst/>
            <a:gdLst/>
            <a:ahLst/>
            <a:rect l="0" t="0" r="r" b="b"/>
            <a:pathLst>
              <a:path w="8968" h="4574">
                <a:moveTo>
                  <a:pt x="4485" y="4574"/>
                </a:moveTo>
                <a:lnTo>
                  <a:pt x="8492" y="4574"/>
                </a:lnTo>
                <a:cubicBezTo>
                  <a:pt x="8755" y="4574"/>
                  <a:pt x="8968" y="4361"/>
                  <a:pt x="8968" y="4098"/>
                </a:cubicBezTo>
                <a:lnTo>
                  <a:pt x="8968" y="476"/>
                </a:lnTo>
                <a:cubicBezTo>
                  <a:pt x="8968" y="213"/>
                  <a:pt x="8755" y="0"/>
                  <a:pt x="8492" y="0"/>
                </a:cubicBezTo>
                <a:lnTo>
                  <a:pt x="476" y="0"/>
                </a:lnTo>
                <a:cubicBezTo>
                  <a:pt x="213" y="0"/>
                  <a:pt x="0" y="213"/>
                  <a:pt x="0" y="476"/>
                </a:cubicBezTo>
                <a:lnTo>
                  <a:pt x="0" y="4098"/>
                </a:lnTo>
                <a:cubicBezTo>
                  <a:pt x="0" y="4361"/>
                  <a:pt x="213" y="4574"/>
                  <a:pt x="476" y="4574"/>
                </a:cubicBezTo>
                <a:lnTo>
                  <a:pt x="4485" y="4574"/>
                </a:lnTo>
                <a:close/>
              </a:path>
            </a:pathLst>
          </a:custGeom>
          <a:solidFill>
            <a:srgbClr val="eef1f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3" name=""/>
          <p:cNvSpPr/>
          <p:nvPr/>
        </p:nvSpPr>
        <p:spPr>
          <a:xfrm>
            <a:off x="4481640" y="2539800"/>
            <a:ext cx="3228480" cy="1646640"/>
          </a:xfrm>
          <a:custGeom>
            <a:avLst/>
            <a:gdLst/>
            <a:ahLst/>
            <a:rect l="0" t="0" r="r" b="b"/>
            <a:pathLst>
              <a:path w="8968" h="4574">
                <a:moveTo>
                  <a:pt x="4485" y="4574"/>
                </a:moveTo>
                <a:lnTo>
                  <a:pt x="8492" y="4574"/>
                </a:lnTo>
                <a:cubicBezTo>
                  <a:pt x="8755" y="4574"/>
                  <a:pt x="8968" y="4361"/>
                  <a:pt x="8968" y="4098"/>
                </a:cubicBezTo>
                <a:lnTo>
                  <a:pt x="8968" y="476"/>
                </a:lnTo>
                <a:cubicBezTo>
                  <a:pt x="8968" y="213"/>
                  <a:pt x="8755" y="0"/>
                  <a:pt x="8492" y="0"/>
                </a:cubicBezTo>
                <a:lnTo>
                  <a:pt x="476" y="0"/>
                </a:lnTo>
                <a:cubicBezTo>
                  <a:pt x="213" y="0"/>
                  <a:pt x="0" y="213"/>
                  <a:pt x="0" y="476"/>
                </a:cubicBezTo>
                <a:lnTo>
                  <a:pt x="0" y="4098"/>
                </a:lnTo>
                <a:cubicBezTo>
                  <a:pt x="0" y="4361"/>
                  <a:pt x="213" y="4574"/>
                  <a:pt x="476" y="4574"/>
                </a:cubicBezTo>
                <a:lnTo>
                  <a:pt x="4485" y="4574"/>
                </a:lnTo>
                <a:close/>
              </a:path>
            </a:pathLst>
          </a:custGeom>
          <a:noFill/>
          <a:ln w="33120">
            <a:solidFill>
              <a:srgbClr val="3d4b58"/>
            </a:solidFill>
            <a:miter/>
          </a:ln>
        </p:spPr>
        <p:txBody>
          <a:bodyPr lIns="106560" rIns="106560" tIns="61560" bIns="6156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4" name=""/>
          <p:cNvSpPr txBox="1"/>
          <p:nvPr/>
        </p:nvSpPr>
        <p:spPr>
          <a:xfrm>
            <a:off x="4768200" y="2826720"/>
            <a:ext cx="2667960" cy="263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70" strike="noStrike" u="none">
                <a:solidFill>
                  <a:srgbClr val="1f2d3d"/>
                </a:solidFill>
                <a:effectLst/>
                <a:uFillTx/>
                <a:latin typeface="Times New Roman"/>
              </a:rPr>
              <a:t>ONE CONSEQUENTIAL</a:t>
            </a:r>
            <a:endParaRPr b="1" lang="en-US" sz="1870" strike="noStrike" u="none">
              <a:solidFill>
                <a:srgbClr val="1f2d3d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715" name=""/>
          <p:cNvSpPr txBox="1"/>
          <p:nvPr/>
        </p:nvSpPr>
        <p:spPr>
          <a:xfrm>
            <a:off x="5380920" y="3136320"/>
            <a:ext cx="1435680" cy="263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70" strike="noStrike" u="none">
                <a:solidFill>
                  <a:srgbClr val="1f2d3d"/>
                </a:solidFill>
                <a:effectLst/>
                <a:uFillTx/>
                <a:latin typeface="Times New Roman"/>
              </a:rPr>
              <a:t>WORK UNIT</a:t>
            </a:r>
            <a:endParaRPr b="1" lang="en-US" sz="1870" strike="noStrike" u="none">
              <a:solidFill>
                <a:srgbClr val="1f2d3d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716" name=""/>
          <p:cNvSpPr txBox="1"/>
          <p:nvPr/>
        </p:nvSpPr>
        <p:spPr>
          <a:xfrm>
            <a:off x="5176800" y="3564000"/>
            <a:ext cx="1831320" cy="166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1190" strike="noStrike" u="none">
                <a:solidFill>
                  <a:srgbClr val="536272"/>
                </a:solidFill>
                <a:effectLst/>
                <a:uFillTx/>
                <a:latin typeface="Times New Roman"/>
              </a:rPr>
              <a:t>authority + state + inspection</a:t>
            </a:r>
            <a:endParaRPr b="0" i="1" lang="en-US" sz="1190" strike="noStrike" u="none">
              <a:solidFill>
                <a:srgbClr val="536272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717" name=""/>
          <p:cNvSpPr txBox="1"/>
          <p:nvPr/>
        </p:nvSpPr>
        <p:spPr>
          <a:xfrm>
            <a:off x="5334840" y="3800880"/>
            <a:ext cx="1514880" cy="166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1190" strike="noStrike" u="none">
                <a:solidFill>
                  <a:srgbClr val="536272"/>
                </a:solidFill>
                <a:effectLst/>
                <a:uFillTx/>
                <a:latin typeface="Times New Roman"/>
              </a:rPr>
              <a:t>+ disposition + recovery</a:t>
            </a:r>
            <a:endParaRPr b="0" i="1" lang="en-US" sz="1190" strike="noStrike" u="none">
              <a:solidFill>
                <a:srgbClr val="536272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718" name=""/>
          <p:cNvSpPr/>
          <p:nvPr/>
        </p:nvSpPr>
        <p:spPr>
          <a:xfrm>
            <a:off x="4547520" y="827280"/>
            <a:ext cx="3096720" cy="1119960"/>
          </a:xfrm>
          <a:custGeom>
            <a:avLst/>
            <a:gdLst/>
            <a:ahLst/>
            <a:rect l="0" t="0" r="r" b="b"/>
            <a:pathLst>
              <a:path w="8602" h="3111">
                <a:moveTo>
                  <a:pt x="4302" y="3111"/>
                </a:moveTo>
                <a:lnTo>
                  <a:pt x="8273" y="3111"/>
                </a:lnTo>
                <a:cubicBezTo>
                  <a:pt x="8455" y="3111"/>
                  <a:pt x="8602" y="2963"/>
                  <a:pt x="8602" y="2781"/>
                </a:cubicBezTo>
                <a:lnTo>
                  <a:pt x="8602" y="330"/>
                </a:lnTo>
                <a:cubicBezTo>
                  <a:pt x="8602" y="148"/>
                  <a:pt x="8455" y="0"/>
                  <a:pt x="8273" y="0"/>
                </a:cubicBezTo>
                <a:lnTo>
                  <a:pt x="329" y="0"/>
                </a:lnTo>
                <a:cubicBezTo>
                  <a:pt x="147" y="0"/>
                  <a:pt x="0" y="148"/>
                  <a:pt x="0" y="330"/>
                </a:cubicBezTo>
                <a:lnTo>
                  <a:pt x="0" y="2781"/>
                </a:lnTo>
                <a:cubicBezTo>
                  <a:pt x="0" y="2963"/>
                  <a:pt x="147" y="3111"/>
                  <a:pt x="329" y="3111"/>
                </a:cubicBezTo>
                <a:lnTo>
                  <a:pt x="4302" y="3111"/>
                </a:lnTo>
                <a:close/>
              </a:path>
            </a:pathLst>
          </a:custGeom>
          <a:solidFill>
            <a:srgbClr val="e8eef5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9" name=""/>
          <p:cNvSpPr/>
          <p:nvPr/>
        </p:nvSpPr>
        <p:spPr>
          <a:xfrm>
            <a:off x="4547520" y="827280"/>
            <a:ext cx="3096720" cy="1119960"/>
          </a:xfrm>
          <a:custGeom>
            <a:avLst/>
            <a:gdLst/>
            <a:ahLst/>
            <a:rect l="0" t="0" r="r" b="b"/>
            <a:pathLst>
              <a:path w="8602" h="3111">
                <a:moveTo>
                  <a:pt x="4302" y="3111"/>
                </a:moveTo>
                <a:lnTo>
                  <a:pt x="8273" y="3111"/>
                </a:lnTo>
                <a:cubicBezTo>
                  <a:pt x="8455" y="3111"/>
                  <a:pt x="8602" y="2963"/>
                  <a:pt x="8602" y="2781"/>
                </a:cubicBezTo>
                <a:lnTo>
                  <a:pt x="8602" y="330"/>
                </a:lnTo>
                <a:cubicBezTo>
                  <a:pt x="8602" y="148"/>
                  <a:pt x="8455" y="0"/>
                  <a:pt x="8273" y="0"/>
                </a:cubicBezTo>
                <a:lnTo>
                  <a:pt x="329" y="0"/>
                </a:lnTo>
                <a:cubicBezTo>
                  <a:pt x="147" y="0"/>
                  <a:pt x="0" y="148"/>
                  <a:pt x="0" y="330"/>
                </a:cubicBezTo>
                <a:lnTo>
                  <a:pt x="0" y="2781"/>
                </a:lnTo>
                <a:cubicBezTo>
                  <a:pt x="0" y="2963"/>
                  <a:pt x="147" y="3111"/>
                  <a:pt x="329" y="3111"/>
                </a:cubicBezTo>
                <a:lnTo>
                  <a:pt x="4302" y="3111"/>
                </a:lnTo>
                <a:close/>
              </a:path>
            </a:pathLst>
          </a:custGeom>
          <a:noFill/>
          <a:ln w="26280">
            <a:solidFill>
              <a:srgbClr val="284d7a"/>
            </a:solidFill>
            <a:miter/>
          </a:ln>
        </p:spPr>
        <p:txBody>
          <a:bodyPr lIns="102960" rIns="102960" tIns="57960" bIns="5796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0" name=""/>
          <p:cNvSpPr txBox="1"/>
          <p:nvPr/>
        </p:nvSpPr>
        <p:spPr>
          <a:xfrm>
            <a:off x="5071320" y="1107360"/>
            <a:ext cx="203580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510" strike="noStrike" u="none">
                <a:solidFill>
                  <a:srgbClr val="1f2d3d"/>
                </a:solidFill>
                <a:effectLst/>
                <a:uFillTx/>
                <a:latin typeface="Times New Roman"/>
              </a:rPr>
              <a:t>AUTHORISE + BOUND</a:t>
            </a:r>
            <a:endParaRPr b="1" lang="en-US" sz="1510" strike="noStrike" u="none">
              <a:solidFill>
                <a:srgbClr val="1f2d3d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721" name=""/>
          <p:cNvSpPr txBox="1"/>
          <p:nvPr/>
        </p:nvSpPr>
        <p:spPr>
          <a:xfrm>
            <a:off x="5308560" y="1469520"/>
            <a:ext cx="1600560" cy="154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1090" strike="noStrike" u="none">
                <a:solidFill>
                  <a:srgbClr val="42566d"/>
                </a:solidFill>
                <a:effectLst/>
                <a:uFillTx/>
                <a:latin typeface="Times New Roman"/>
              </a:rPr>
              <a:t>purpose, non-goals, criteria</a:t>
            </a:r>
            <a:endParaRPr b="0" i="1" lang="en-US" sz="1090" strike="noStrike" u="none">
              <a:solidFill>
                <a:srgbClr val="42566d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722" name=""/>
          <p:cNvSpPr/>
          <p:nvPr/>
        </p:nvSpPr>
        <p:spPr>
          <a:xfrm>
            <a:off x="8336160" y="1650600"/>
            <a:ext cx="2899440" cy="1119960"/>
          </a:xfrm>
          <a:custGeom>
            <a:avLst/>
            <a:gdLst/>
            <a:ahLst/>
            <a:rect l="0" t="0" r="r" b="b"/>
            <a:pathLst>
              <a:path w="8054" h="3111">
                <a:moveTo>
                  <a:pt x="4027" y="3111"/>
                </a:moveTo>
                <a:lnTo>
                  <a:pt x="7725" y="3111"/>
                </a:lnTo>
                <a:cubicBezTo>
                  <a:pt x="7907" y="3111"/>
                  <a:pt x="8054" y="2963"/>
                  <a:pt x="8054" y="2781"/>
                </a:cubicBezTo>
                <a:lnTo>
                  <a:pt x="8054" y="330"/>
                </a:lnTo>
                <a:cubicBezTo>
                  <a:pt x="8054" y="148"/>
                  <a:pt x="7907" y="0"/>
                  <a:pt x="7725" y="0"/>
                </a:cubicBezTo>
                <a:lnTo>
                  <a:pt x="330" y="0"/>
                </a:lnTo>
                <a:cubicBezTo>
                  <a:pt x="148" y="0"/>
                  <a:pt x="0" y="148"/>
                  <a:pt x="0" y="330"/>
                </a:cubicBezTo>
                <a:lnTo>
                  <a:pt x="0" y="2781"/>
                </a:lnTo>
                <a:cubicBezTo>
                  <a:pt x="0" y="2963"/>
                  <a:pt x="148" y="3111"/>
                  <a:pt x="330" y="3111"/>
                </a:cubicBezTo>
                <a:lnTo>
                  <a:pt x="4027" y="3111"/>
                </a:lnTo>
                <a:close/>
              </a:path>
            </a:pathLst>
          </a:custGeom>
          <a:solidFill>
            <a:srgbClr val="e8eef5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3" name=""/>
          <p:cNvSpPr/>
          <p:nvPr/>
        </p:nvSpPr>
        <p:spPr>
          <a:xfrm>
            <a:off x="8336160" y="1650600"/>
            <a:ext cx="2899440" cy="1119960"/>
          </a:xfrm>
          <a:custGeom>
            <a:avLst/>
            <a:gdLst/>
            <a:ahLst/>
            <a:rect l="0" t="0" r="r" b="b"/>
            <a:pathLst>
              <a:path w="8054" h="3111">
                <a:moveTo>
                  <a:pt x="4027" y="3111"/>
                </a:moveTo>
                <a:lnTo>
                  <a:pt x="7725" y="3111"/>
                </a:lnTo>
                <a:cubicBezTo>
                  <a:pt x="7907" y="3111"/>
                  <a:pt x="8054" y="2963"/>
                  <a:pt x="8054" y="2781"/>
                </a:cubicBezTo>
                <a:lnTo>
                  <a:pt x="8054" y="330"/>
                </a:lnTo>
                <a:cubicBezTo>
                  <a:pt x="8054" y="148"/>
                  <a:pt x="7907" y="0"/>
                  <a:pt x="7725" y="0"/>
                </a:cubicBezTo>
                <a:lnTo>
                  <a:pt x="330" y="0"/>
                </a:lnTo>
                <a:cubicBezTo>
                  <a:pt x="148" y="0"/>
                  <a:pt x="0" y="148"/>
                  <a:pt x="0" y="330"/>
                </a:cubicBezTo>
                <a:lnTo>
                  <a:pt x="0" y="2781"/>
                </a:lnTo>
                <a:cubicBezTo>
                  <a:pt x="0" y="2963"/>
                  <a:pt x="148" y="3111"/>
                  <a:pt x="330" y="3111"/>
                </a:cubicBezTo>
                <a:lnTo>
                  <a:pt x="4027" y="3111"/>
                </a:lnTo>
                <a:close/>
              </a:path>
            </a:pathLst>
          </a:custGeom>
          <a:noFill/>
          <a:ln w="26280">
            <a:solidFill>
              <a:srgbClr val="284d7a"/>
            </a:solidFill>
            <a:miter/>
          </a:ln>
        </p:spPr>
        <p:txBody>
          <a:bodyPr lIns="102960" rIns="102960" tIns="57960" bIns="5796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4" name=""/>
          <p:cNvSpPr txBox="1"/>
          <p:nvPr/>
        </p:nvSpPr>
        <p:spPr>
          <a:xfrm>
            <a:off x="9084240" y="1930680"/>
            <a:ext cx="14068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510" strike="noStrike" u="none">
                <a:solidFill>
                  <a:srgbClr val="1f2d3d"/>
                </a:solidFill>
                <a:effectLst/>
                <a:uFillTx/>
                <a:latin typeface="Times New Roman"/>
              </a:rPr>
              <a:t>FREEZE STATE</a:t>
            </a:r>
            <a:endParaRPr b="1" lang="en-US" sz="1510" strike="noStrike" u="none">
              <a:solidFill>
                <a:srgbClr val="1f2d3d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725" name=""/>
          <p:cNvSpPr txBox="1"/>
          <p:nvPr/>
        </p:nvSpPr>
        <p:spPr>
          <a:xfrm>
            <a:off x="9024840" y="2292840"/>
            <a:ext cx="1560960" cy="154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1090" strike="noStrike" u="none">
                <a:solidFill>
                  <a:srgbClr val="42566d"/>
                </a:solidFill>
                <a:effectLst/>
                <a:uFillTx/>
                <a:latin typeface="Times New Roman"/>
              </a:rPr>
              <a:t>identity, permissions, limits</a:t>
            </a:r>
            <a:endParaRPr b="0" i="1" lang="en-US" sz="1090" strike="noStrike" u="none">
              <a:solidFill>
                <a:srgbClr val="42566d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726" name=""/>
          <p:cNvSpPr/>
          <p:nvPr/>
        </p:nvSpPr>
        <p:spPr>
          <a:xfrm>
            <a:off x="8467920" y="4285080"/>
            <a:ext cx="2767680" cy="1119600"/>
          </a:xfrm>
          <a:custGeom>
            <a:avLst/>
            <a:gdLst/>
            <a:ahLst/>
            <a:rect l="0" t="0" r="r" b="b"/>
            <a:pathLst>
              <a:path w="7688" h="3110">
                <a:moveTo>
                  <a:pt x="3844" y="3110"/>
                </a:moveTo>
                <a:lnTo>
                  <a:pt x="7359" y="3110"/>
                </a:lnTo>
                <a:cubicBezTo>
                  <a:pt x="7541" y="3110"/>
                  <a:pt x="7688" y="2963"/>
                  <a:pt x="7688" y="2781"/>
                </a:cubicBezTo>
                <a:lnTo>
                  <a:pt x="7688" y="329"/>
                </a:lnTo>
                <a:cubicBezTo>
                  <a:pt x="7688" y="148"/>
                  <a:pt x="7541" y="0"/>
                  <a:pt x="7359" y="0"/>
                </a:cubicBezTo>
                <a:lnTo>
                  <a:pt x="330" y="0"/>
                </a:lnTo>
                <a:cubicBezTo>
                  <a:pt x="148" y="0"/>
                  <a:pt x="0" y="148"/>
                  <a:pt x="0" y="329"/>
                </a:cubicBezTo>
                <a:lnTo>
                  <a:pt x="0" y="2781"/>
                </a:lnTo>
                <a:cubicBezTo>
                  <a:pt x="0" y="2963"/>
                  <a:pt x="148" y="3110"/>
                  <a:pt x="330" y="3110"/>
                </a:cubicBezTo>
                <a:lnTo>
                  <a:pt x="3844" y="3110"/>
                </a:lnTo>
                <a:close/>
              </a:path>
            </a:pathLst>
          </a:custGeom>
          <a:solidFill>
            <a:srgbClr val="e8eef5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7" name=""/>
          <p:cNvSpPr/>
          <p:nvPr/>
        </p:nvSpPr>
        <p:spPr>
          <a:xfrm>
            <a:off x="8467920" y="4285080"/>
            <a:ext cx="2767680" cy="1119600"/>
          </a:xfrm>
          <a:custGeom>
            <a:avLst/>
            <a:gdLst/>
            <a:ahLst/>
            <a:rect l="0" t="0" r="r" b="b"/>
            <a:pathLst>
              <a:path w="7688" h="3110">
                <a:moveTo>
                  <a:pt x="3844" y="3110"/>
                </a:moveTo>
                <a:lnTo>
                  <a:pt x="7359" y="3110"/>
                </a:lnTo>
                <a:cubicBezTo>
                  <a:pt x="7541" y="3110"/>
                  <a:pt x="7688" y="2963"/>
                  <a:pt x="7688" y="2781"/>
                </a:cubicBezTo>
                <a:lnTo>
                  <a:pt x="7688" y="329"/>
                </a:lnTo>
                <a:cubicBezTo>
                  <a:pt x="7688" y="148"/>
                  <a:pt x="7541" y="0"/>
                  <a:pt x="7359" y="0"/>
                </a:cubicBezTo>
                <a:lnTo>
                  <a:pt x="330" y="0"/>
                </a:lnTo>
                <a:cubicBezTo>
                  <a:pt x="148" y="0"/>
                  <a:pt x="0" y="148"/>
                  <a:pt x="0" y="329"/>
                </a:cubicBezTo>
                <a:lnTo>
                  <a:pt x="0" y="2781"/>
                </a:lnTo>
                <a:cubicBezTo>
                  <a:pt x="0" y="2963"/>
                  <a:pt x="148" y="3110"/>
                  <a:pt x="330" y="3110"/>
                </a:cubicBezTo>
                <a:lnTo>
                  <a:pt x="3844" y="3110"/>
                </a:lnTo>
                <a:close/>
              </a:path>
            </a:pathLst>
          </a:custGeom>
          <a:noFill/>
          <a:ln w="26280">
            <a:solidFill>
              <a:srgbClr val="284d7a"/>
            </a:solidFill>
            <a:miter/>
          </a:ln>
        </p:spPr>
        <p:txBody>
          <a:bodyPr lIns="102960" rIns="102960" tIns="57960" bIns="5796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8" name=""/>
          <p:cNvSpPr txBox="1"/>
          <p:nvPr/>
        </p:nvSpPr>
        <p:spPr>
          <a:xfrm>
            <a:off x="9374040" y="4564800"/>
            <a:ext cx="9424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510" strike="noStrike" u="none">
                <a:solidFill>
                  <a:srgbClr val="1f2d3d"/>
                </a:solidFill>
                <a:effectLst/>
                <a:uFillTx/>
                <a:latin typeface="Times New Roman"/>
              </a:rPr>
              <a:t>PRODUCE</a:t>
            </a:r>
            <a:endParaRPr b="1" lang="en-US" sz="1510" strike="noStrike" u="none">
              <a:solidFill>
                <a:srgbClr val="1f2d3d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729" name=""/>
          <p:cNvSpPr txBox="1"/>
          <p:nvPr/>
        </p:nvSpPr>
        <p:spPr>
          <a:xfrm>
            <a:off x="9413640" y="4927320"/>
            <a:ext cx="882360" cy="154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1090" strike="noStrike" u="none">
                <a:solidFill>
                  <a:srgbClr val="42566d"/>
                </a:solidFill>
                <a:effectLst/>
                <a:uFillTx/>
                <a:latin typeface="Times New Roman"/>
              </a:rPr>
              <a:t>candidate work</a:t>
            </a:r>
            <a:endParaRPr b="0" i="1" lang="en-US" sz="1090" strike="noStrike" u="none">
              <a:solidFill>
                <a:srgbClr val="42566d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730" name=""/>
          <p:cNvSpPr/>
          <p:nvPr/>
        </p:nvSpPr>
        <p:spPr>
          <a:xfrm>
            <a:off x="4547520" y="4976640"/>
            <a:ext cx="3096720" cy="1119960"/>
          </a:xfrm>
          <a:custGeom>
            <a:avLst/>
            <a:gdLst/>
            <a:ahLst/>
            <a:rect l="0" t="0" r="r" b="b"/>
            <a:pathLst>
              <a:path w="8602" h="3111">
                <a:moveTo>
                  <a:pt x="4302" y="3111"/>
                </a:moveTo>
                <a:lnTo>
                  <a:pt x="8273" y="3111"/>
                </a:lnTo>
                <a:cubicBezTo>
                  <a:pt x="8455" y="3111"/>
                  <a:pt x="8602" y="2963"/>
                  <a:pt x="8602" y="2781"/>
                </a:cubicBezTo>
                <a:lnTo>
                  <a:pt x="8602" y="330"/>
                </a:lnTo>
                <a:cubicBezTo>
                  <a:pt x="8602" y="148"/>
                  <a:pt x="8455" y="0"/>
                  <a:pt x="8273" y="0"/>
                </a:cubicBezTo>
                <a:lnTo>
                  <a:pt x="329" y="0"/>
                </a:lnTo>
                <a:cubicBezTo>
                  <a:pt x="147" y="0"/>
                  <a:pt x="0" y="148"/>
                  <a:pt x="0" y="330"/>
                </a:cubicBezTo>
                <a:lnTo>
                  <a:pt x="0" y="2781"/>
                </a:lnTo>
                <a:cubicBezTo>
                  <a:pt x="0" y="2963"/>
                  <a:pt x="147" y="3111"/>
                  <a:pt x="329" y="3111"/>
                </a:cubicBezTo>
                <a:lnTo>
                  <a:pt x="4302" y="3111"/>
                </a:lnTo>
                <a:close/>
              </a:path>
            </a:pathLst>
          </a:custGeom>
          <a:solidFill>
            <a:srgbClr val="e8eef5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1" name=""/>
          <p:cNvSpPr/>
          <p:nvPr/>
        </p:nvSpPr>
        <p:spPr>
          <a:xfrm>
            <a:off x="4547520" y="4976640"/>
            <a:ext cx="3096720" cy="1119960"/>
          </a:xfrm>
          <a:custGeom>
            <a:avLst/>
            <a:gdLst/>
            <a:ahLst/>
            <a:rect l="0" t="0" r="r" b="b"/>
            <a:pathLst>
              <a:path w="8602" h="3111">
                <a:moveTo>
                  <a:pt x="4302" y="3111"/>
                </a:moveTo>
                <a:lnTo>
                  <a:pt x="8273" y="3111"/>
                </a:lnTo>
                <a:cubicBezTo>
                  <a:pt x="8455" y="3111"/>
                  <a:pt x="8602" y="2963"/>
                  <a:pt x="8602" y="2781"/>
                </a:cubicBezTo>
                <a:lnTo>
                  <a:pt x="8602" y="330"/>
                </a:lnTo>
                <a:cubicBezTo>
                  <a:pt x="8602" y="148"/>
                  <a:pt x="8455" y="0"/>
                  <a:pt x="8273" y="0"/>
                </a:cubicBezTo>
                <a:lnTo>
                  <a:pt x="329" y="0"/>
                </a:lnTo>
                <a:cubicBezTo>
                  <a:pt x="147" y="0"/>
                  <a:pt x="0" y="148"/>
                  <a:pt x="0" y="330"/>
                </a:cubicBezTo>
                <a:lnTo>
                  <a:pt x="0" y="2781"/>
                </a:lnTo>
                <a:cubicBezTo>
                  <a:pt x="0" y="2963"/>
                  <a:pt x="147" y="3111"/>
                  <a:pt x="329" y="3111"/>
                </a:cubicBezTo>
                <a:lnTo>
                  <a:pt x="4302" y="3111"/>
                </a:lnTo>
                <a:close/>
              </a:path>
            </a:pathLst>
          </a:custGeom>
          <a:noFill/>
          <a:ln w="26280">
            <a:solidFill>
              <a:srgbClr val="284d7a"/>
            </a:solidFill>
            <a:miter/>
          </a:ln>
        </p:spPr>
        <p:txBody>
          <a:bodyPr lIns="102960" rIns="102960" tIns="57960" bIns="5796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2" name=""/>
          <p:cNvSpPr txBox="1"/>
          <p:nvPr/>
        </p:nvSpPr>
        <p:spPr>
          <a:xfrm>
            <a:off x="5684040" y="5256720"/>
            <a:ext cx="82656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510" strike="noStrike" u="none">
                <a:solidFill>
                  <a:srgbClr val="1f2d3d"/>
                </a:solidFill>
                <a:effectLst/>
                <a:uFillTx/>
                <a:latin typeface="Times New Roman"/>
              </a:rPr>
              <a:t>INSPECT</a:t>
            </a:r>
            <a:endParaRPr b="1" lang="en-US" sz="1510" strike="noStrike" u="none">
              <a:solidFill>
                <a:srgbClr val="1f2d3d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733" name=""/>
          <p:cNvSpPr txBox="1"/>
          <p:nvPr/>
        </p:nvSpPr>
        <p:spPr>
          <a:xfrm>
            <a:off x="5374440" y="5618880"/>
            <a:ext cx="1488600" cy="154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1090" strike="noStrike" u="none">
                <a:solidFill>
                  <a:srgbClr val="42566d"/>
                </a:solidFill>
                <a:effectLst/>
                <a:uFillTx/>
                <a:latin typeface="Times New Roman"/>
              </a:rPr>
              <a:t>primary artefact + checks</a:t>
            </a:r>
            <a:endParaRPr b="0" i="1" lang="en-US" sz="1090" strike="noStrike" u="none">
              <a:solidFill>
                <a:srgbClr val="42566d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734" name=""/>
          <p:cNvSpPr/>
          <p:nvPr/>
        </p:nvSpPr>
        <p:spPr>
          <a:xfrm>
            <a:off x="956160" y="4285080"/>
            <a:ext cx="2833560" cy="1119600"/>
          </a:xfrm>
          <a:custGeom>
            <a:avLst/>
            <a:gdLst/>
            <a:ahLst/>
            <a:rect l="0" t="0" r="r" b="b"/>
            <a:pathLst>
              <a:path w="7871" h="3110">
                <a:moveTo>
                  <a:pt x="3935" y="3110"/>
                </a:moveTo>
                <a:lnTo>
                  <a:pt x="7541" y="3110"/>
                </a:lnTo>
                <a:cubicBezTo>
                  <a:pt x="7723" y="3110"/>
                  <a:pt x="7871" y="2963"/>
                  <a:pt x="7871" y="2781"/>
                </a:cubicBezTo>
                <a:lnTo>
                  <a:pt x="7871" y="329"/>
                </a:lnTo>
                <a:cubicBezTo>
                  <a:pt x="7871" y="148"/>
                  <a:pt x="7723" y="0"/>
                  <a:pt x="7541" y="0"/>
                </a:cubicBezTo>
                <a:lnTo>
                  <a:pt x="329" y="0"/>
                </a:lnTo>
                <a:cubicBezTo>
                  <a:pt x="147" y="0"/>
                  <a:pt x="0" y="148"/>
                  <a:pt x="0" y="329"/>
                </a:cubicBezTo>
                <a:lnTo>
                  <a:pt x="0" y="2781"/>
                </a:lnTo>
                <a:cubicBezTo>
                  <a:pt x="0" y="2963"/>
                  <a:pt x="147" y="3110"/>
                  <a:pt x="329" y="3110"/>
                </a:cubicBezTo>
                <a:lnTo>
                  <a:pt x="3935" y="3110"/>
                </a:lnTo>
                <a:close/>
              </a:path>
            </a:pathLst>
          </a:custGeom>
          <a:solidFill>
            <a:srgbClr val="e8eef5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5" name=""/>
          <p:cNvSpPr/>
          <p:nvPr/>
        </p:nvSpPr>
        <p:spPr>
          <a:xfrm>
            <a:off x="956160" y="4285080"/>
            <a:ext cx="2833560" cy="1119600"/>
          </a:xfrm>
          <a:custGeom>
            <a:avLst/>
            <a:gdLst/>
            <a:ahLst/>
            <a:rect l="0" t="0" r="r" b="b"/>
            <a:pathLst>
              <a:path w="7871" h="3110">
                <a:moveTo>
                  <a:pt x="3935" y="3110"/>
                </a:moveTo>
                <a:lnTo>
                  <a:pt x="7541" y="3110"/>
                </a:lnTo>
                <a:cubicBezTo>
                  <a:pt x="7723" y="3110"/>
                  <a:pt x="7871" y="2963"/>
                  <a:pt x="7871" y="2781"/>
                </a:cubicBezTo>
                <a:lnTo>
                  <a:pt x="7871" y="329"/>
                </a:lnTo>
                <a:cubicBezTo>
                  <a:pt x="7871" y="148"/>
                  <a:pt x="7723" y="0"/>
                  <a:pt x="7541" y="0"/>
                </a:cubicBezTo>
                <a:lnTo>
                  <a:pt x="329" y="0"/>
                </a:lnTo>
                <a:cubicBezTo>
                  <a:pt x="147" y="0"/>
                  <a:pt x="0" y="148"/>
                  <a:pt x="0" y="329"/>
                </a:cubicBezTo>
                <a:lnTo>
                  <a:pt x="0" y="2781"/>
                </a:lnTo>
                <a:cubicBezTo>
                  <a:pt x="0" y="2963"/>
                  <a:pt x="147" y="3110"/>
                  <a:pt x="329" y="3110"/>
                </a:cubicBezTo>
                <a:lnTo>
                  <a:pt x="3935" y="3110"/>
                </a:lnTo>
                <a:close/>
              </a:path>
            </a:pathLst>
          </a:custGeom>
          <a:noFill/>
          <a:ln w="26280">
            <a:solidFill>
              <a:srgbClr val="284d7a"/>
            </a:solidFill>
            <a:miter/>
          </a:ln>
        </p:spPr>
        <p:txBody>
          <a:bodyPr lIns="102960" rIns="102960" tIns="57960" bIns="5796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6" name=""/>
          <p:cNvSpPr txBox="1"/>
          <p:nvPr/>
        </p:nvSpPr>
        <p:spPr>
          <a:xfrm>
            <a:off x="1743480" y="4564800"/>
            <a:ext cx="125136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510" strike="noStrike" u="none">
                <a:solidFill>
                  <a:srgbClr val="1f2d3d"/>
                </a:solidFill>
                <a:effectLst/>
                <a:uFillTx/>
                <a:latin typeface="Times New Roman"/>
              </a:rPr>
              <a:t>DISPOSITION</a:t>
            </a:r>
            <a:endParaRPr b="1" lang="en-US" sz="1510" strike="noStrike" u="none">
              <a:solidFill>
                <a:srgbClr val="1f2d3d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737" name=""/>
          <p:cNvSpPr txBox="1"/>
          <p:nvPr/>
        </p:nvSpPr>
        <p:spPr>
          <a:xfrm>
            <a:off x="1591920" y="4927320"/>
            <a:ext cx="1607040" cy="154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1090" strike="noStrike" u="none">
                <a:solidFill>
                  <a:srgbClr val="42566d"/>
                </a:solidFill>
                <a:effectLst/>
                <a:uFillTx/>
                <a:latin typeface="Times New Roman"/>
              </a:rPr>
              <a:t>accept, repair, reject or stop</a:t>
            </a:r>
            <a:endParaRPr b="0" i="1" lang="en-US" sz="1090" strike="noStrike" u="none">
              <a:solidFill>
                <a:srgbClr val="42566d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738" name=""/>
          <p:cNvSpPr/>
          <p:nvPr/>
        </p:nvSpPr>
        <p:spPr>
          <a:xfrm>
            <a:off x="956160" y="1650600"/>
            <a:ext cx="2833560" cy="1119960"/>
          </a:xfrm>
          <a:custGeom>
            <a:avLst/>
            <a:gdLst/>
            <a:ahLst/>
            <a:rect l="0" t="0" r="r" b="b"/>
            <a:pathLst>
              <a:path w="7871" h="3111">
                <a:moveTo>
                  <a:pt x="3935" y="3111"/>
                </a:moveTo>
                <a:lnTo>
                  <a:pt x="7541" y="3111"/>
                </a:lnTo>
                <a:cubicBezTo>
                  <a:pt x="7723" y="3111"/>
                  <a:pt x="7871" y="2963"/>
                  <a:pt x="7871" y="2781"/>
                </a:cubicBezTo>
                <a:lnTo>
                  <a:pt x="7871" y="330"/>
                </a:lnTo>
                <a:cubicBezTo>
                  <a:pt x="7871" y="148"/>
                  <a:pt x="7723" y="0"/>
                  <a:pt x="7541" y="0"/>
                </a:cubicBezTo>
                <a:lnTo>
                  <a:pt x="329" y="0"/>
                </a:lnTo>
                <a:cubicBezTo>
                  <a:pt x="147" y="0"/>
                  <a:pt x="0" y="148"/>
                  <a:pt x="0" y="330"/>
                </a:cubicBezTo>
                <a:lnTo>
                  <a:pt x="0" y="2781"/>
                </a:lnTo>
                <a:cubicBezTo>
                  <a:pt x="0" y="2963"/>
                  <a:pt x="147" y="3111"/>
                  <a:pt x="329" y="3111"/>
                </a:cubicBezTo>
                <a:lnTo>
                  <a:pt x="3935" y="3111"/>
                </a:lnTo>
                <a:close/>
              </a:path>
            </a:pathLst>
          </a:custGeom>
          <a:solidFill>
            <a:srgbClr val="e8eef5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9" name=""/>
          <p:cNvSpPr/>
          <p:nvPr/>
        </p:nvSpPr>
        <p:spPr>
          <a:xfrm>
            <a:off x="956160" y="1650600"/>
            <a:ext cx="2833560" cy="1119960"/>
          </a:xfrm>
          <a:custGeom>
            <a:avLst/>
            <a:gdLst/>
            <a:ahLst/>
            <a:rect l="0" t="0" r="r" b="b"/>
            <a:pathLst>
              <a:path w="7871" h="3111">
                <a:moveTo>
                  <a:pt x="3935" y="3111"/>
                </a:moveTo>
                <a:lnTo>
                  <a:pt x="7541" y="3111"/>
                </a:lnTo>
                <a:cubicBezTo>
                  <a:pt x="7723" y="3111"/>
                  <a:pt x="7871" y="2963"/>
                  <a:pt x="7871" y="2781"/>
                </a:cubicBezTo>
                <a:lnTo>
                  <a:pt x="7871" y="330"/>
                </a:lnTo>
                <a:cubicBezTo>
                  <a:pt x="7871" y="148"/>
                  <a:pt x="7723" y="0"/>
                  <a:pt x="7541" y="0"/>
                </a:cubicBezTo>
                <a:lnTo>
                  <a:pt x="329" y="0"/>
                </a:lnTo>
                <a:cubicBezTo>
                  <a:pt x="147" y="0"/>
                  <a:pt x="0" y="148"/>
                  <a:pt x="0" y="330"/>
                </a:cubicBezTo>
                <a:lnTo>
                  <a:pt x="0" y="2781"/>
                </a:lnTo>
                <a:cubicBezTo>
                  <a:pt x="0" y="2963"/>
                  <a:pt x="147" y="3111"/>
                  <a:pt x="329" y="3111"/>
                </a:cubicBezTo>
                <a:lnTo>
                  <a:pt x="3935" y="3111"/>
                </a:lnTo>
                <a:close/>
              </a:path>
            </a:pathLst>
          </a:custGeom>
          <a:noFill/>
          <a:ln w="26280">
            <a:solidFill>
              <a:srgbClr val="284d7a"/>
            </a:solidFill>
            <a:miter/>
          </a:ln>
        </p:spPr>
        <p:txBody>
          <a:bodyPr lIns="102960" rIns="102960" tIns="57960" bIns="5796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0" name=""/>
          <p:cNvSpPr txBox="1"/>
          <p:nvPr/>
        </p:nvSpPr>
        <p:spPr>
          <a:xfrm>
            <a:off x="1374480" y="1930680"/>
            <a:ext cx="19828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510" strike="noStrike" u="none">
                <a:solidFill>
                  <a:srgbClr val="1f2d3d"/>
                </a:solidFill>
                <a:effectLst/>
                <a:uFillTx/>
                <a:latin typeface="Times New Roman"/>
              </a:rPr>
              <a:t>RECORD + RECOVER</a:t>
            </a:r>
            <a:endParaRPr b="1" lang="en-US" sz="1510" strike="noStrike" u="none">
              <a:solidFill>
                <a:srgbClr val="1f2d3d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741" name=""/>
          <p:cNvSpPr txBox="1"/>
          <p:nvPr/>
        </p:nvSpPr>
        <p:spPr>
          <a:xfrm>
            <a:off x="1644840" y="2292840"/>
            <a:ext cx="1475280" cy="154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1090" strike="noStrike" u="none">
                <a:solidFill>
                  <a:srgbClr val="42566d"/>
                </a:solidFill>
                <a:effectLst/>
                <a:uFillTx/>
                <a:latin typeface="Times New Roman"/>
              </a:rPr>
              <a:t>version, failure, condition</a:t>
            </a:r>
            <a:endParaRPr b="0" i="1" lang="en-US" sz="1090" strike="noStrike" u="none">
              <a:solidFill>
                <a:srgbClr val="42566d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742" name=""/>
          <p:cNvSpPr/>
          <p:nvPr/>
        </p:nvSpPr>
        <p:spPr>
          <a:xfrm>
            <a:off x="7644240" y="1387440"/>
            <a:ext cx="889560" cy="428040"/>
          </a:xfrm>
          <a:custGeom>
            <a:avLst/>
            <a:gdLst/>
            <a:ahLst/>
            <a:rect l="0" t="0" r="r" b="b"/>
            <a:pathLst>
              <a:path fill="none" w="2471" h="1189">
                <a:moveTo>
                  <a:pt x="0" y="0"/>
                </a:moveTo>
                <a:cubicBezTo>
                  <a:pt x="1465" y="0"/>
                  <a:pt x="2014" y="548"/>
                  <a:pt x="2471" y="1189"/>
                </a:cubicBezTo>
              </a:path>
            </a:pathLst>
          </a:custGeom>
          <a:ln w="33120">
            <a:solidFill>
              <a:srgbClr val="284d7a"/>
            </a:solidFill>
            <a:miter/>
          </a:ln>
        </p:spPr>
        <p:txBody>
          <a:bodyPr lIns="106560" rIns="106560" tIns="61560" bIns="6156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3" name=""/>
          <p:cNvSpPr/>
          <p:nvPr/>
        </p:nvSpPr>
        <p:spPr>
          <a:xfrm>
            <a:off x="8227440" y="1478520"/>
            <a:ext cx="325440" cy="363600"/>
          </a:xfrm>
          <a:custGeom>
            <a:avLst/>
            <a:gdLst/>
            <a:ahLst/>
            <a:rect l="0" t="0" r="r" b="b"/>
            <a:pathLst>
              <a:path w="904" h="1010">
                <a:moveTo>
                  <a:pt x="745" y="0"/>
                </a:moveTo>
                <a:lnTo>
                  <a:pt x="904" y="1010"/>
                </a:lnTo>
                <a:lnTo>
                  <a:pt x="0" y="532"/>
                </a:lnTo>
                <a:lnTo>
                  <a:pt x="745" y="0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4" name=""/>
          <p:cNvSpPr/>
          <p:nvPr/>
        </p:nvSpPr>
        <p:spPr>
          <a:xfrm>
            <a:off x="11136960" y="2770560"/>
            <a:ext cx="348120" cy="1580400"/>
          </a:xfrm>
          <a:custGeom>
            <a:avLst/>
            <a:gdLst/>
            <a:ahLst/>
            <a:rect l="0" t="0" r="r" b="b"/>
            <a:pathLst>
              <a:path fill="none" w="967" h="4390">
                <a:moveTo>
                  <a:pt x="274" y="0"/>
                </a:moveTo>
                <a:cubicBezTo>
                  <a:pt x="1281" y="1464"/>
                  <a:pt x="1190" y="3292"/>
                  <a:pt x="0" y="4390"/>
                </a:cubicBezTo>
              </a:path>
            </a:pathLst>
          </a:custGeom>
          <a:ln w="33120">
            <a:solidFill>
              <a:srgbClr val="284d7a"/>
            </a:solidFill>
            <a:miter/>
          </a:ln>
        </p:spPr>
        <p:txBody>
          <a:bodyPr lIns="106560" rIns="106560" tIns="61560" bIns="6156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5" name=""/>
          <p:cNvSpPr/>
          <p:nvPr/>
        </p:nvSpPr>
        <p:spPr>
          <a:xfrm>
            <a:off x="11112480" y="4028760"/>
            <a:ext cx="353880" cy="344520"/>
          </a:xfrm>
          <a:custGeom>
            <a:avLst/>
            <a:gdLst/>
            <a:ahLst/>
            <a:rect l="0" t="0" r="r" b="b"/>
            <a:pathLst>
              <a:path w="983" h="957">
                <a:moveTo>
                  <a:pt x="983" y="673"/>
                </a:moveTo>
                <a:lnTo>
                  <a:pt x="0" y="957"/>
                </a:lnTo>
                <a:lnTo>
                  <a:pt x="363" y="0"/>
                </a:lnTo>
                <a:lnTo>
                  <a:pt x="983" y="673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6" name=""/>
          <p:cNvSpPr/>
          <p:nvPr/>
        </p:nvSpPr>
        <p:spPr>
          <a:xfrm>
            <a:off x="11112480" y="4028760"/>
            <a:ext cx="353880" cy="344520"/>
          </a:xfrm>
          <a:custGeom>
            <a:avLst/>
            <a:gdLst/>
            <a:ahLst/>
            <a:rect l="0" t="0" r="r" b="b"/>
            <a:pathLst>
              <a:path w="983" h="957">
                <a:moveTo>
                  <a:pt x="983" y="673"/>
                </a:moveTo>
                <a:lnTo>
                  <a:pt x="0" y="957"/>
                </a:lnTo>
                <a:lnTo>
                  <a:pt x="363" y="0"/>
                </a:lnTo>
                <a:lnTo>
                  <a:pt x="983" y="673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7" name=""/>
          <p:cNvSpPr/>
          <p:nvPr/>
        </p:nvSpPr>
        <p:spPr>
          <a:xfrm>
            <a:off x="7578360" y="4844880"/>
            <a:ext cx="889560" cy="658800"/>
          </a:xfrm>
          <a:custGeom>
            <a:avLst/>
            <a:gdLst/>
            <a:ahLst/>
            <a:rect l="0" t="0" r="r" b="b"/>
            <a:pathLst>
              <a:path fill="none" w="2471" h="1830">
                <a:moveTo>
                  <a:pt x="2471" y="0"/>
                </a:moveTo>
                <a:cubicBezTo>
                  <a:pt x="1098" y="915"/>
                  <a:pt x="549" y="1555"/>
                  <a:pt x="0" y="1830"/>
                </a:cubicBezTo>
              </a:path>
            </a:pathLst>
          </a:custGeom>
          <a:ln w="33120">
            <a:solidFill>
              <a:srgbClr val="284d7a"/>
            </a:solidFill>
            <a:miter/>
          </a:ln>
        </p:spPr>
        <p:txBody>
          <a:bodyPr lIns="106560" rIns="106560" tIns="61560" bIns="6156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8" name=""/>
          <p:cNvSpPr/>
          <p:nvPr/>
        </p:nvSpPr>
        <p:spPr>
          <a:xfrm>
            <a:off x="7548840" y="5223960"/>
            <a:ext cx="368280" cy="294480"/>
          </a:xfrm>
          <a:custGeom>
            <a:avLst/>
            <a:gdLst/>
            <a:ahLst/>
            <a:rect l="0" t="0" r="r" b="b"/>
            <a:pathLst>
              <a:path w="1023" h="818">
                <a:moveTo>
                  <a:pt x="1023" y="818"/>
                </a:moveTo>
                <a:lnTo>
                  <a:pt x="0" y="818"/>
                </a:lnTo>
                <a:lnTo>
                  <a:pt x="614" y="0"/>
                </a:lnTo>
                <a:lnTo>
                  <a:pt x="1023" y="818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9" name=""/>
          <p:cNvSpPr/>
          <p:nvPr/>
        </p:nvSpPr>
        <p:spPr>
          <a:xfrm>
            <a:off x="7548840" y="5223960"/>
            <a:ext cx="368280" cy="294480"/>
          </a:xfrm>
          <a:custGeom>
            <a:avLst/>
            <a:gdLst/>
            <a:ahLst/>
            <a:rect l="0" t="0" r="r" b="b"/>
            <a:pathLst>
              <a:path w="1023" h="818">
                <a:moveTo>
                  <a:pt x="1023" y="818"/>
                </a:moveTo>
                <a:lnTo>
                  <a:pt x="0" y="818"/>
                </a:lnTo>
                <a:lnTo>
                  <a:pt x="614" y="0"/>
                </a:lnTo>
                <a:lnTo>
                  <a:pt x="1023" y="818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0" name=""/>
          <p:cNvSpPr/>
          <p:nvPr/>
        </p:nvSpPr>
        <p:spPr>
          <a:xfrm>
            <a:off x="7548840" y="5223960"/>
            <a:ext cx="368280" cy="294480"/>
          </a:xfrm>
          <a:custGeom>
            <a:avLst/>
            <a:gdLst/>
            <a:ahLst/>
            <a:rect l="0" t="0" r="r" b="b"/>
            <a:pathLst>
              <a:path w="1023" h="818">
                <a:moveTo>
                  <a:pt x="1023" y="818"/>
                </a:moveTo>
                <a:lnTo>
                  <a:pt x="0" y="818"/>
                </a:lnTo>
                <a:lnTo>
                  <a:pt x="614" y="0"/>
                </a:lnTo>
                <a:lnTo>
                  <a:pt x="1023" y="818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1" name=""/>
          <p:cNvSpPr/>
          <p:nvPr/>
        </p:nvSpPr>
        <p:spPr>
          <a:xfrm>
            <a:off x="3723840" y="5174280"/>
            <a:ext cx="823680" cy="362160"/>
          </a:xfrm>
          <a:custGeom>
            <a:avLst/>
            <a:gdLst/>
            <a:ahLst/>
            <a:rect l="0" t="0" r="r" b="b"/>
            <a:pathLst>
              <a:path fill="none" w="2288" h="1006">
                <a:moveTo>
                  <a:pt x="2288" y="1006"/>
                </a:moveTo>
                <a:cubicBezTo>
                  <a:pt x="1098" y="1006"/>
                  <a:pt x="457" y="640"/>
                  <a:pt x="0" y="0"/>
                </a:cubicBezTo>
              </a:path>
            </a:pathLst>
          </a:custGeom>
          <a:ln w="33120">
            <a:solidFill>
              <a:srgbClr val="284d7a"/>
            </a:solidFill>
            <a:miter/>
          </a:ln>
        </p:spPr>
        <p:txBody>
          <a:bodyPr lIns="106560" rIns="106560" tIns="61560" bIns="6156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2" name=""/>
          <p:cNvSpPr/>
          <p:nvPr/>
        </p:nvSpPr>
        <p:spPr>
          <a:xfrm>
            <a:off x="3704760" y="5147640"/>
            <a:ext cx="325440" cy="363600"/>
          </a:xfrm>
          <a:custGeom>
            <a:avLst/>
            <a:gdLst/>
            <a:ahLst/>
            <a:rect l="0" t="0" r="r" b="b"/>
            <a:pathLst>
              <a:path w="904" h="1010">
                <a:moveTo>
                  <a:pt x="159" y="1010"/>
                </a:moveTo>
                <a:lnTo>
                  <a:pt x="0" y="0"/>
                </a:lnTo>
                <a:lnTo>
                  <a:pt x="904" y="478"/>
                </a:lnTo>
                <a:lnTo>
                  <a:pt x="159" y="1010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3" name=""/>
          <p:cNvSpPr/>
          <p:nvPr/>
        </p:nvSpPr>
        <p:spPr>
          <a:xfrm>
            <a:off x="3704760" y="5147640"/>
            <a:ext cx="325440" cy="363600"/>
          </a:xfrm>
          <a:custGeom>
            <a:avLst/>
            <a:gdLst/>
            <a:ahLst/>
            <a:rect l="0" t="0" r="r" b="b"/>
            <a:pathLst>
              <a:path w="904" h="1010">
                <a:moveTo>
                  <a:pt x="159" y="1010"/>
                </a:moveTo>
                <a:lnTo>
                  <a:pt x="0" y="0"/>
                </a:lnTo>
                <a:lnTo>
                  <a:pt x="904" y="478"/>
                </a:lnTo>
                <a:lnTo>
                  <a:pt x="159" y="1010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4" name=""/>
          <p:cNvSpPr/>
          <p:nvPr/>
        </p:nvSpPr>
        <p:spPr>
          <a:xfrm>
            <a:off x="3704760" y="5147640"/>
            <a:ext cx="325440" cy="363600"/>
          </a:xfrm>
          <a:custGeom>
            <a:avLst/>
            <a:gdLst/>
            <a:ahLst/>
            <a:rect l="0" t="0" r="r" b="b"/>
            <a:pathLst>
              <a:path w="904" h="1010">
                <a:moveTo>
                  <a:pt x="159" y="1010"/>
                </a:moveTo>
                <a:lnTo>
                  <a:pt x="0" y="0"/>
                </a:lnTo>
                <a:lnTo>
                  <a:pt x="904" y="478"/>
                </a:lnTo>
                <a:lnTo>
                  <a:pt x="159" y="1010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5" name=""/>
          <p:cNvSpPr/>
          <p:nvPr/>
        </p:nvSpPr>
        <p:spPr>
          <a:xfrm>
            <a:off x="3704760" y="5147640"/>
            <a:ext cx="325440" cy="363600"/>
          </a:xfrm>
          <a:custGeom>
            <a:avLst/>
            <a:gdLst/>
            <a:ahLst/>
            <a:rect l="0" t="0" r="r" b="b"/>
            <a:pathLst>
              <a:path w="904" h="1010">
                <a:moveTo>
                  <a:pt x="159" y="1010"/>
                </a:moveTo>
                <a:lnTo>
                  <a:pt x="0" y="0"/>
                </a:lnTo>
                <a:lnTo>
                  <a:pt x="904" y="478"/>
                </a:lnTo>
                <a:lnTo>
                  <a:pt x="159" y="1010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6" name=""/>
          <p:cNvSpPr/>
          <p:nvPr/>
        </p:nvSpPr>
        <p:spPr>
          <a:xfrm>
            <a:off x="1820880" y="2770560"/>
            <a:ext cx="321480" cy="1514520"/>
          </a:xfrm>
          <a:custGeom>
            <a:avLst/>
            <a:gdLst/>
            <a:ahLst/>
            <a:rect l="0" t="0" r="r" b="b"/>
            <a:pathLst>
              <a:path fill="none" w="893" h="4207">
                <a:moveTo>
                  <a:pt x="893" y="4207"/>
                </a:moveTo>
                <a:cubicBezTo>
                  <a:pt x="-297" y="2835"/>
                  <a:pt x="-297" y="1464"/>
                  <a:pt x="893" y="0"/>
                </a:cubicBezTo>
              </a:path>
            </a:pathLst>
          </a:custGeom>
          <a:ln w="33120">
            <a:solidFill>
              <a:srgbClr val="284d7a"/>
            </a:solidFill>
            <a:miter/>
          </a:ln>
        </p:spPr>
        <p:txBody>
          <a:bodyPr lIns="106560" rIns="106560" tIns="61560" bIns="6156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7" name=""/>
          <p:cNvSpPr/>
          <p:nvPr/>
        </p:nvSpPr>
        <p:spPr>
          <a:xfrm>
            <a:off x="1827360" y="2745000"/>
            <a:ext cx="335520" cy="359280"/>
          </a:xfrm>
          <a:custGeom>
            <a:avLst/>
            <a:gdLst/>
            <a:ahLst/>
            <a:rect l="0" t="0" r="r" b="b"/>
            <a:pathLst>
              <a:path w="932" h="998">
                <a:moveTo>
                  <a:pt x="0" y="421"/>
                </a:moveTo>
                <a:lnTo>
                  <a:pt x="932" y="0"/>
                </a:lnTo>
                <a:lnTo>
                  <a:pt x="710" y="998"/>
                </a:lnTo>
                <a:lnTo>
                  <a:pt x="0" y="421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8" name=""/>
          <p:cNvSpPr/>
          <p:nvPr/>
        </p:nvSpPr>
        <p:spPr>
          <a:xfrm>
            <a:off x="1827360" y="2745000"/>
            <a:ext cx="335520" cy="359280"/>
          </a:xfrm>
          <a:custGeom>
            <a:avLst/>
            <a:gdLst/>
            <a:ahLst/>
            <a:rect l="0" t="0" r="r" b="b"/>
            <a:pathLst>
              <a:path w="932" h="998">
                <a:moveTo>
                  <a:pt x="0" y="421"/>
                </a:moveTo>
                <a:lnTo>
                  <a:pt x="932" y="0"/>
                </a:lnTo>
                <a:lnTo>
                  <a:pt x="710" y="998"/>
                </a:lnTo>
                <a:lnTo>
                  <a:pt x="0" y="421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9" name=""/>
          <p:cNvSpPr/>
          <p:nvPr/>
        </p:nvSpPr>
        <p:spPr>
          <a:xfrm>
            <a:off x="1827360" y="2745000"/>
            <a:ext cx="335520" cy="359280"/>
          </a:xfrm>
          <a:custGeom>
            <a:avLst/>
            <a:gdLst/>
            <a:ahLst/>
            <a:rect l="0" t="0" r="r" b="b"/>
            <a:pathLst>
              <a:path w="932" h="998">
                <a:moveTo>
                  <a:pt x="0" y="421"/>
                </a:moveTo>
                <a:lnTo>
                  <a:pt x="932" y="0"/>
                </a:lnTo>
                <a:lnTo>
                  <a:pt x="710" y="998"/>
                </a:lnTo>
                <a:lnTo>
                  <a:pt x="0" y="421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0" name=""/>
          <p:cNvSpPr/>
          <p:nvPr/>
        </p:nvSpPr>
        <p:spPr>
          <a:xfrm>
            <a:off x="1827360" y="2745000"/>
            <a:ext cx="335520" cy="359280"/>
          </a:xfrm>
          <a:custGeom>
            <a:avLst/>
            <a:gdLst/>
            <a:ahLst/>
            <a:rect l="0" t="0" r="r" b="b"/>
            <a:pathLst>
              <a:path w="932" h="998">
                <a:moveTo>
                  <a:pt x="0" y="421"/>
                </a:moveTo>
                <a:lnTo>
                  <a:pt x="932" y="0"/>
                </a:lnTo>
                <a:lnTo>
                  <a:pt x="710" y="998"/>
                </a:lnTo>
                <a:lnTo>
                  <a:pt x="0" y="421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1" name=""/>
          <p:cNvSpPr/>
          <p:nvPr/>
        </p:nvSpPr>
        <p:spPr>
          <a:xfrm>
            <a:off x="1827360" y="2745000"/>
            <a:ext cx="335520" cy="359280"/>
          </a:xfrm>
          <a:custGeom>
            <a:avLst/>
            <a:gdLst/>
            <a:ahLst/>
            <a:rect l="0" t="0" r="r" b="b"/>
            <a:pathLst>
              <a:path w="932" h="998">
                <a:moveTo>
                  <a:pt x="0" y="421"/>
                </a:moveTo>
                <a:lnTo>
                  <a:pt x="932" y="0"/>
                </a:lnTo>
                <a:lnTo>
                  <a:pt x="710" y="998"/>
                </a:lnTo>
                <a:lnTo>
                  <a:pt x="0" y="421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2" name=""/>
          <p:cNvSpPr/>
          <p:nvPr/>
        </p:nvSpPr>
        <p:spPr>
          <a:xfrm>
            <a:off x="3789720" y="1387440"/>
            <a:ext cx="757800" cy="428040"/>
          </a:xfrm>
          <a:custGeom>
            <a:avLst/>
            <a:gdLst/>
            <a:ahLst/>
            <a:rect l="0" t="0" r="r" b="b"/>
            <a:pathLst>
              <a:path fill="none" w="2105" h="1189">
                <a:moveTo>
                  <a:pt x="0" y="1189"/>
                </a:moveTo>
                <a:cubicBezTo>
                  <a:pt x="640" y="457"/>
                  <a:pt x="1373" y="91"/>
                  <a:pt x="2105" y="0"/>
                </a:cubicBezTo>
              </a:path>
            </a:pathLst>
          </a:custGeom>
          <a:ln w="33120">
            <a:solidFill>
              <a:srgbClr val="284d7a"/>
            </a:solidFill>
            <a:miter/>
          </a:ln>
        </p:spPr>
        <p:txBody>
          <a:bodyPr lIns="106560" rIns="106560" tIns="61560" bIns="6156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3" name=""/>
          <p:cNvSpPr/>
          <p:nvPr/>
        </p:nvSpPr>
        <p:spPr>
          <a:xfrm>
            <a:off x="4232880" y="1260720"/>
            <a:ext cx="347400" cy="326880"/>
          </a:xfrm>
          <a:custGeom>
            <a:avLst/>
            <a:gdLst/>
            <a:ahLst/>
            <a:rect l="0" t="0" r="r" b="b"/>
            <a:pathLst>
              <a:path w="965" h="908">
                <a:moveTo>
                  <a:pt x="0" y="0"/>
                </a:moveTo>
                <a:lnTo>
                  <a:pt x="965" y="340"/>
                </a:lnTo>
                <a:lnTo>
                  <a:pt x="113" y="908"/>
                </a:lnTo>
                <a:lnTo>
                  <a:pt x="0" y="0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4" name=""/>
          <p:cNvSpPr/>
          <p:nvPr/>
        </p:nvSpPr>
        <p:spPr>
          <a:xfrm>
            <a:off x="4232880" y="1260720"/>
            <a:ext cx="347400" cy="326880"/>
          </a:xfrm>
          <a:custGeom>
            <a:avLst/>
            <a:gdLst/>
            <a:ahLst/>
            <a:rect l="0" t="0" r="r" b="b"/>
            <a:pathLst>
              <a:path w="965" h="908">
                <a:moveTo>
                  <a:pt x="0" y="0"/>
                </a:moveTo>
                <a:lnTo>
                  <a:pt x="965" y="340"/>
                </a:lnTo>
                <a:lnTo>
                  <a:pt x="113" y="908"/>
                </a:lnTo>
                <a:lnTo>
                  <a:pt x="0" y="0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5" name=""/>
          <p:cNvSpPr/>
          <p:nvPr/>
        </p:nvSpPr>
        <p:spPr>
          <a:xfrm>
            <a:off x="4232880" y="1260720"/>
            <a:ext cx="347400" cy="326880"/>
          </a:xfrm>
          <a:custGeom>
            <a:avLst/>
            <a:gdLst/>
            <a:ahLst/>
            <a:rect l="0" t="0" r="r" b="b"/>
            <a:pathLst>
              <a:path w="965" h="908">
                <a:moveTo>
                  <a:pt x="0" y="0"/>
                </a:moveTo>
                <a:lnTo>
                  <a:pt x="965" y="340"/>
                </a:lnTo>
                <a:lnTo>
                  <a:pt x="113" y="908"/>
                </a:lnTo>
                <a:lnTo>
                  <a:pt x="0" y="0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6" name=""/>
          <p:cNvSpPr/>
          <p:nvPr/>
        </p:nvSpPr>
        <p:spPr>
          <a:xfrm>
            <a:off x="4232880" y="1260720"/>
            <a:ext cx="347400" cy="326880"/>
          </a:xfrm>
          <a:custGeom>
            <a:avLst/>
            <a:gdLst/>
            <a:ahLst/>
            <a:rect l="0" t="0" r="r" b="b"/>
            <a:pathLst>
              <a:path w="965" h="908">
                <a:moveTo>
                  <a:pt x="0" y="0"/>
                </a:moveTo>
                <a:lnTo>
                  <a:pt x="965" y="340"/>
                </a:lnTo>
                <a:lnTo>
                  <a:pt x="113" y="908"/>
                </a:lnTo>
                <a:lnTo>
                  <a:pt x="0" y="0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7" name=""/>
          <p:cNvSpPr/>
          <p:nvPr/>
        </p:nvSpPr>
        <p:spPr>
          <a:xfrm>
            <a:off x="4232880" y="1260720"/>
            <a:ext cx="347400" cy="326880"/>
          </a:xfrm>
          <a:custGeom>
            <a:avLst/>
            <a:gdLst/>
            <a:ahLst/>
            <a:rect l="0" t="0" r="r" b="b"/>
            <a:pathLst>
              <a:path w="965" h="908">
                <a:moveTo>
                  <a:pt x="0" y="0"/>
                </a:moveTo>
                <a:lnTo>
                  <a:pt x="965" y="340"/>
                </a:lnTo>
                <a:lnTo>
                  <a:pt x="113" y="908"/>
                </a:lnTo>
                <a:lnTo>
                  <a:pt x="0" y="0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8" name=""/>
          <p:cNvSpPr/>
          <p:nvPr/>
        </p:nvSpPr>
        <p:spPr>
          <a:xfrm>
            <a:off x="4232880" y="1260720"/>
            <a:ext cx="347400" cy="326880"/>
          </a:xfrm>
          <a:custGeom>
            <a:avLst/>
            <a:gdLst/>
            <a:ahLst/>
            <a:rect l="0" t="0" r="r" b="b"/>
            <a:pathLst>
              <a:path w="965" h="908">
                <a:moveTo>
                  <a:pt x="0" y="0"/>
                </a:moveTo>
                <a:lnTo>
                  <a:pt x="965" y="340"/>
                </a:lnTo>
                <a:lnTo>
                  <a:pt x="113" y="908"/>
                </a:lnTo>
                <a:lnTo>
                  <a:pt x="0" y="0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9" name=""/>
          <p:cNvSpPr/>
          <p:nvPr/>
        </p:nvSpPr>
        <p:spPr>
          <a:xfrm>
            <a:off x="6096240" y="1947240"/>
            <a:ext cx="0" cy="526680"/>
          </a:xfrm>
          <a:prstGeom prst="line">
            <a:avLst/>
          </a:prstGeom>
          <a:ln w="19800">
            <a:solidFill>
              <a:srgbClr val="8a98a8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9720" rIns="99720" tIns="54720" bIns="547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0" name=""/>
          <p:cNvSpPr/>
          <p:nvPr/>
        </p:nvSpPr>
        <p:spPr>
          <a:xfrm flipH="1">
            <a:off x="7710120" y="2770560"/>
            <a:ext cx="626040" cy="263520"/>
          </a:xfrm>
          <a:prstGeom prst="line">
            <a:avLst/>
          </a:prstGeom>
          <a:ln w="19800">
            <a:solidFill>
              <a:srgbClr val="8a98a8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9720" rIns="99720" tIns="54720" bIns="547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1" name=""/>
          <p:cNvSpPr/>
          <p:nvPr/>
        </p:nvSpPr>
        <p:spPr>
          <a:xfrm flipH="1" flipV="1">
            <a:off x="7710120" y="3922920"/>
            <a:ext cx="757800" cy="921960"/>
          </a:xfrm>
          <a:prstGeom prst="line">
            <a:avLst/>
          </a:prstGeom>
          <a:ln w="19800">
            <a:solidFill>
              <a:srgbClr val="8a98a8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9720" rIns="99720" tIns="54720" bIns="547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2" name=""/>
          <p:cNvSpPr/>
          <p:nvPr/>
        </p:nvSpPr>
        <p:spPr>
          <a:xfrm flipV="1">
            <a:off x="6096240" y="4252320"/>
            <a:ext cx="0" cy="724320"/>
          </a:xfrm>
          <a:prstGeom prst="line">
            <a:avLst/>
          </a:prstGeom>
          <a:ln w="19800">
            <a:solidFill>
              <a:srgbClr val="8a98a8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9720" rIns="99720" tIns="54720" bIns="547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3" name=""/>
          <p:cNvSpPr/>
          <p:nvPr/>
        </p:nvSpPr>
        <p:spPr>
          <a:xfrm flipV="1">
            <a:off x="3789720" y="3922920"/>
            <a:ext cx="691920" cy="921960"/>
          </a:xfrm>
          <a:prstGeom prst="line">
            <a:avLst/>
          </a:prstGeom>
          <a:ln w="19800">
            <a:solidFill>
              <a:srgbClr val="8a98a8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9720" rIns="99720" tIns="54720" bIns="547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4" name=""/>
          <p:cNvSpPr/>
          <p:nvPr/>
        </p:nvSpPr>
        <p:spPr>
          <a:xfrm>
            <a:off x="3789720" y="2770560"/>
            <a:ext cx="691920" cy="263520"/>
          </a:xfrm>
          <a:prstGeom prst="line">
            <a:avLst/>
          </a:prstGeom>
          <a:ln w="19800">
            <a:solidFill>
              <a:srgbClr val="8a98a8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9720" rIns="99720" tIns="54720" bIns="547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5" name=""/>
          <p:cNvSpPr/>
          <p:nvPr/>
        </p:nvSpPr>
        <p:spPr>
          <a:xfrm>
            <a:off x="2966040" y="6247800"/>
            <a:ext cx="6259680" cy="316440"/>
          </a:xfrm>
          <a:custGeom>
            <a:avLst/>
            <a:gdLst/>
            <a:ahLst/>
            <a:rect l="0" t="0" r="r" b="b"/>
            <a:pathLst>
              <a:path w="17388" h="879">
                <a:moveTo>
                  <a:pt x="8695" y="879"/>
                </a:moveTo>
                <a:lnTo>
                  <a:pt x="17169" y="879"/>
                </a:lnTo>
                <a:cubicBezTo>
                  <a:pt x="17290" y="879"/>
                  <a:pt x="17388" y="780"/>
                  <a:pt x="17388" y="659"/>
                </a:cubicBezTo>
                <a:lnTo>
                  <a:pt x="17388" y="220"/>
                </a:lnTo>
                <a:cubicBezTo>
                  <a:pt x="17388" y="99"/>
                  <a:pt x="17290" y="0"/>
                  <a:pt x="17169" y="0"/>
                </a:cubicBezTo>
                <a:lnTo>
                  <a:pt x="219" y="0"/>
                </a:lnTo>
                <a:cubicBezTo>
                  <a:pt x="98" y="0"/>
                  <a:pt x="0" y="99"/>
                  <a:pt x="0" y="220"/>
                </a:cubicBezTo>
                <a:lnTo>
                  <a:pt x="0" y="659"/>
                </a:lnTo>
                <a:cubicBezTo>
                  <a:pt x="0" y="780"/>
                  <a:pt x="98" y="879"/>
                  <a:pt x="219" y="879"/>
                </a:cubicBezTo>
                <a:lnTo>
                  <a:pt x="8695" y="879"/>
                </a:lnTo>
                <a:close/>
              </a:path>
            </a:pathLst>
          </a:custGeom>
          <a:solidFill>
            <a:srgbClr val="f6f7f8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6" name=""/>
          <p:cNvSpPr/>
          <p:nvPr/>
        </p:nvSpPr>
        <p:spPr>
          <a:xfrm>
            <a:off x="2966040" y="6247800"/>
            <a:ext cx="6259680" cy="316440"/>
          </a:xfrm>
          <a:custGeom>
            <a:avLst/>
            <a:gdLst/>
            <a:ahLst/>
            <a:rect l="0" t="0" r="r" b="b"/>
            <a:pathLst>
              <a:path w="17388" h="879">
                <a:moveTo>
                  <a:pt x="8695" y="879"/>
                </a:moveTo>
                <a:lnTo>
                  <a:pt x="17169" y="879"/>
                </a:lnTo>
                <a:cubicBezTo>
                  <a:pt x="17290" y="879"/>
                  <a:pt x="17388" y="780"/>
                  <a:pt x="17388" y="659"/>
                </a:cubicBezTo>
                <a:lnTo>
                  <a:pt x="17388" y="220"/>
                </a:lnTo>
                <a:cubicBezTo>
                  <a:pt x="17388" y="99"/>
                  <a:pt x="17290" y="0"/>
                  <a:pt x="17169" y="0"/>
                </a:cubicBezTo>
                <a:lnTo>
                  <a:pt x="219" y="0"/>
                </a:lnTo>
                <a:cubicBezTo>
                  <a:pt x="98" y="0"/>
                  <a:pt x="0" y="99"/>
                  <a:pt x="0" y="220"/>
                </a:cubicBezTo>
                <a:lnTo>
                  <a:pt x="0" y="659"/>
                </a:lnTo>
                <a:cubicBezTo>
                  <a:pt x="0" y="780"/>
                  <a:pt x="98" y="879"/>
                  <a:pt x="219" y="879"/>
                </a:cubicBezTo>
                <a:lnTo>
                  <a:pt x="8695" y="879"/>
                </a:lnTo>
                <a:close/>
              </a:path>
            </a:pathLst>
          </a:custGeom>
          <a:noFill/>
          <a:ln w="19800">
            <a:solidFill>
              <a:srgbClr val="687b92"/>
            </a:solidFill>
            <a:miter/>
          </a:ln>
        </p:spPr>
        <p:txBody>
          <a:bodyPr lIns="99720" rIns="99720" tIns="54720" bIns="547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7" name=""/>
          <p:cNvSpPr txBox="1"/>
          <p:nvPr/>
        </p:nvSpPr>
        <p:spPr>
          <a:xfrm>
            <a:off x="4214520" y="6323400"/>
            <a:ext cx="3697200" cy="181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1300" strike="noStrike" u="none">
                <a:solidFill>
                  <a:srgbClr val="52667f"/>
                </a:solidFill>
                <a:effectLst/>
                <a:uFillTx/>
                <a:latin typeface="Times New Roman"/>
              </a:rPr>
              <a:t>failed runs and rejected candidates remain in the record</a:t>
            </a:r>
            <a:endParaRPr b="0" i="1" lang="en-US" sz="1300" strike="noStrike" u="none">
              <a:solidFill>
                <a:srgbClr val="52667f"/>
              </a:solidFill>
              <a:effectLst/>
              <a:uFillTx/>
              <a:latin typeface="Times New Roman"/>
              <a:ea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"/>
          <p:cNvSpPr/>
          <p:nvPr/>
        </p:nvSpPr>
        <p:spPr>
          <a:xfrm>
            <a:off x="166320" y="212040"/>
            <a:ext cx="11859120" cy="6433560"/>
          </a:xfrm>
          <a:custGeom>
            <a:avLst/>
            <a:gdLst/>
            <a:ahLst/>
            <a:rect l="0" t="0" r="r" b="b"/>
            <a:pathLst>
              <a:path w="32942" h="17871">
                <a:moveTo>
                  <a:pt x="0" y="0"/>
                </a:moveTo>
                <a:lnTo>
                  <a:pt x="32942" y="0"/>
                </a:lnTo>
                <a:lnTo>
                  <a:pt x="32942" y="17871"/>
                </a:lnTo>
                <a:lnTo>
                  <a:pt x="0" y="1787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9" name=""/>
          <p:cNvSpPr txBox="1"/>
          <p:nvPr/>
        </p:nvSpPr>
        <p:spPr>
          <a:xfrm>
            <a:off x="4329720" y="334800"/>
            <a:ext cx="349704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1729" strike="noStrike" u="none">
                <a:solidFill>
                  <a:srgbClr val="4c6078"/>
                </a:solidFill>
                <a:effectLst/>
                <a:uFillTx/>
                <a:latin typeface="Times New Roman"/>
              </a:rPr>
              <a:t>evidence is a relationship, not an object</a:t>
            </a:r>
            <a:endParaRPr b="0" i="1" lang="en-US" sz="1729" strike="noStrike" u="none">
              <a:solidFill>
                <a:srgbClr val="4c6078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780" name=""/>
          <p:cNvSpPr/>
          <p:nvPr/>
        </p:nvSpPr>
        <p:spPr>
          <a:xfrm>
            <a:off x="403560" y="990720"/>
            <a:ext cx="2049840" cy="1117440"/>
          </a:xfrm>
          <a:custGeom>
            <a:avLst/>
            <a:gdLst/>
            <a:ahLst/>
            <a:rect l="0" t="0" r="r" b="b"/>
            <a:pathLst>
              <a:path w="5694" h="3104">
                <a:moveTo>
                  <a:pt x="2847" y="3104"/>
                </a:moveTo>
                <a:lnTo>
                  <a:pt x="5365" y="3104"/>
                </a:lnTo>
                <a:cubicBezTo>
                  <a:pt x="5547" y="3104"/>
                  <a:pt x="5694" y="2957"/>
                  <a:pt x="5694" y="2775"/>
                </a:cubicBezTo>
                <a:lnTo>
                  <a:pt x="5694" y="329"/>
                </a:lnTo>
                <a:cubicBezTo>
                  <a:pt x="5694" y="148"/>
                  <a:pt x="5547" y="0"/>
                  <a:pt x="5365" y="0"/>
                </a:cubicBezTo>
                <a:lnTo>
                  <a:pt x="329" y="0"/>
                </a:lnTo>
                <a:cubicBezTo>
                  <a:pt x="147" y="0"/>
                  <a:pt x="0" y="148"/>
                  <a:pt x="0" y="329"/>
                </a:cubicBezTo>
                <a:lnTo>
                  <a:pt x="0" y="2775"/>
                </a:lnTo>
                <a:cubicBezTo>
                  <a:pt x="0" y="2957"/>
                  <a:pt x="147" y="3104"/>
                  <a:pt x="329" y="3104"/>
                </a:cubicBezTo>
                <a:lnTo>
                  <a:pt x="2847" y="3104"/>
                </a:lnTo>
                <a:close/>
              </a:path>
            </a:pathLst>
          </a:custGeom>
          <a:solidFill>
            <a:srgbClr val="e8eef5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1" name=""/>
          <p:cNvSpPr/>
          <p:nvPr/>
        </p:nvSpPr>
        <p:spPr>
          <a:xfrm>
            <a:off x="403560" y="990720"/>
            <a:ext cx="2049840" cy="1117440"/>
          </a:xfrm>
          <a:custGeom>
            <a:avLst/>
            <a:gdLst/>
            <a:ahLst/>
            <a:rect l="0" t="0" r="r" b="b"/>
            <a:pathLst>
              <a:path w="5694" h="3104">
                <a:moveTo>
                  <a:pt x="2847" y="3104"/>
                </a:moveTo>
                <a:lnTo>
                  <a:pt x="5365" y="3104"/>
                </a:lnTo>
                <a:cubicBezTo>
                  <a:pt x="5547" y="3104"/>
                  <a:pt x="5694" y="2957"/>
                  <a:pt x="5694" y="2775"/>
                </a:cubicBezTo>
                <a:lnTo>
                  <a:pt x="5694" y="329"/>
                </a:lnTo>
                <a:cubicBezTo>
                  <a:pt x="5694" y="148"/>
                  <a:pt x="5547" y="0"/>
                  <a:pt x="5365" y="0"/>
                </a:cubicBezTo>
                <a:lnTo>
                  <a:pt x="329" y="0"/>
                </a:lnTo>
                <a:cubicBezTo>
                  <a:pt x="147" y="0"/>
                  <a:pt x="0" y="148"/>
                  <a:pt x="0" y="329"/>
                </a:cubicBezTo>
                <a:lnTo>
                  <a:pt x="0" y="2775"/>
                </a:lnTo>
                <a:cubicBezTo>
                  <a:pt x="0" y="2957"/>
                  <a:pt x="147" y="3104"/>
                  <a:pt x="329" y="3104"/>
                </a:cubicBezTo>
                <a:lnTo>
                  <a:pt x="2847" y="3104"/>
                </a:lnTo>
                <a:close/>
              </a:path>
            </a:pathLst>
          </a:custGeom>
          <a:noFill/>
          <a:ln w="25560">
            <a:solidFill>
              <a:srgbClr val="284d7a"/>
            </a:solidFill>
            <a:miter/>
          </a:ln>
        </p:spPr>
        <p:txBody>
          <a:bodyPr lIns="102600" rIns="102600" tIns="57600" bIns="576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2" name=""/>
          <p:cNvSpPr txBox="1"/>
          <p:nvPr/>
        </p:nvSpPr>
        <p:spPr>
          <a:xfrm>
            <a:off x="610920" y="1105200"/>
            <a:ext cx="7704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200" strike="noStrike" u="none">
                <a:solidFill>
                  <a:srgbClr val="66788d"/>
                </a:solidFill>
                <a:effectLst/>
                <a:uFillTx/>
                <a:latin typeface="Times New Roman"/>
              </a:rPr>
              <a:t>1</a:t>
            </a:r>
            <a:endParaRPr b="1" lang="en-US" sz="1200" strike="noStrike" u="none">
              <a:solidFill>
                <a:srgbClr val="66788d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783" name=""/>
          <p:cNvSpPr txBox="1"/>
          <p:nvPr/>
        </p:nvSpPr>
        <p:spPr>
          <a:xfrm>
            <a:off x="797400" y="1359000"/>
            <a:ext cx="1291320" cy="159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130" strike="noStrike" u="none">
                <a:solidFill>
                  <a:srgbClr val="1f3654"/>
                </a:solidFill>
                <a:effectLst/>
                <a:uFillTx/>
                <a:latin typeface="Times New Roman"/>
              </a:rPr>
              <a:t>ACCEPTED WORK</a:t>
            </a:r>
            <a:endParaRPr b="1" lang="en-US" sz="1130" strike="noStrike" u="none">
              <a:solidFill>
                <a:srgbClr val="1f3654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784" name=""/>
          <p:cNvSpPr txBox="1"/>
          <p:nvPr/>
        </p:nvSpPr>
        <p:spPr>
          <a:xfrm>
            <a:off x="1246320" y="1545480"/>
            <a:ext cx="3819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200" strike="noStrike" u="none">
                <a:solidFill>
                  <a:srgbClr val="1f3654"/>
                </a:solidFill>
                <a:effectLst/>
                <a:uFillTx/>
                <a:latin typeface="Times New Roman"/>
              </a:rPr>
              <a:t>UNIT</a:t>
            </a:r>
            <a:endParaRPr b="1" lang="en-US" sz="1200" strike="noStrike" u="none">
              <a:solidFill>
                <a:srgbClr val="1f3654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785" name=""/>
          <p:cNvSpPr txBox="1"/>
          <p:nvPr/>
        </p:nvSpPr>
        <p:spPr>
          <a:xfrm>
            <a:off x="754920" y="1799280"/>
            <a:ext cx="1307520" cy="143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1000" strike="noStrike" u="none">
                <a:solidFill>
                  <a:srgbClr val="52667f"/>
                </a:solidFill>
                <a:effectLst/>
                <a:uFillTx/>
                <a:latin typeface="Times New Roman"/>
              </a:rPr>
              <a:t>identified output admitted</a:t>
            </a:r>
            <a:endParaRPr b="0" i="1" lang="en-US" sz="1000" strike="noStrike" u="none">
              <a:solidFill>
                <a:srgbClr val="52667f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786" name=""/>
          <p:cNvSpPr/>
          <p:nvPr/>
        </p:nvSpPr>
        <p:spPr>
          <a:xfrm>
            <a:off x="2707560" y="990720"/>
            <a:ext cx="2050200" cy="1117440"/>
          </a:xfrm>
          <a:custGeom>
            <a:avLst/>
            <a:gdLst/>
            <a:ahLst/>
            <a:rect l="0" t="0" r="r" b="b"/>
            <a:pathLst>
              <a:path w="5695" h="3104">
                <a:moveTo>
                  <a:pt x="2847" y="3104"/>
                </a:moveTo>
                <a:lnTo>
                  <a:pt x="5365" y="3104"/>
                </a:lnTo>
                <a:cubicBezTo>
                  <a:pt x="5547" y="3104"/>
                  <a:pt x="5695" y="2957"/>
                  <a:pt x="5695" y="2775"/>
                </a:cubicBezTo>
                <a:lnTo>
                  <a:pt x="5695" y="329"/>
                </a:lnTo>
                <a:cubicBezTo>
                  <a:pt x="5695" y="148"/>
                  <a:pt x="5547" y="0"/>
                  <a:pt x="5365" y="0"/>
                </a:cubicBezTo>
                <a:lnTo>
                  <a:pt x="330" y="0"/>
                </a:lnTo>
                <a:cubicBezTo>
                  <a:pt x="148" y="0"/>
                  <a:pt x="0" y="148"/>
                  <a:pt x="0" y="329"/>
                </a:cubicBezTo>
                <a:lnTo>
                  <a:pt x="0" y="2775"/>
                </a:lnTo>
                <a:cubicBezTo>
                  <a:pt x="0" y="2957"/>
                  <a:pt x="148" y="3104"/>
                  <a:pt x="330" y="3104"/>
                </a:cubicBezTo>
                <a:lnTo>
                  <a:pt x="2847" y="3104"/>
                </a:lnTo>
                <a:close/>
              </a:path>
            </a:pathLst>
          </a:custGeom>
          <a:solidFill>
            <a:srgbClr val="e8eef5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7" name=""/>
          <p:cNvSpPr/>
          <p:nvPr/>
        </p:nvSpPr>
        <p:spPr>
          <a:xfrm>
            <a:off x="2707560" y="990720"/>
            <a:ext cx="2050200" cy="1117440"/>
          </a:xfrm>
          <a:custGeom>
            <a:avLst/>
            <a:gdLst/>
            <a:ahLst/>
            <a:rect l="0" t="0" r="r" b="b"/>
            <a:pathLst>
              <a:path w="5695" h="3104">
                <a:moveTo>
                  <a:pt x="2847" y="3104"/>
                </a:moveTo>
                <a:lnTo>
                  <a:pt x="5365" y="3104"/>
                </a:lnTo>
                <a:cubicBezTo>
                  <a:pt x="5547" y="3104"/>
                  <a:pt x="5695" y="2957"/>
                  <a:pt x="5695" y="2775"/>
                </a:cubicBezTo>
                <a:lnTo>
                  <a:pt x="5695" y="329"/>
                </a:lnTo>
                <a:cubicBezTo>
                  <a:pt x="5695" y="148"/>
                  <a:pt x="5547" y="0"/>
                  <a:pt x="5365" y="0"/>
                </a:cubicBezTo>
                <a:lnTo>
                  <a:pt x="330" y="0"/>
                </a:lnTo>
                <a:cubicBezTo>
                  <a:pt x="148" y="0"/>
                  <a:pt x="0" y="148"/>
                  <a:pt x="0" y="329"/>
                </a:cubicBezTo>
                <a:lnTo>
                  <a:pt x="0" y="2775"/>
                </a:lnTo>
                <a:cubicBezTo>
                  <a:pt x="0" y="2957"/>
                  <a:pt x="148" y="3104"/>
                  <a:pt x="330" y="3104"/>
                </a:cubicBezTo>
                <a:lnTo>
                  <a:pt x="2847" y="3104"/>
                </a:lnTo>
                <a:close/>
              </a:path>
            </a:pathLst>
          </a:custGeom>
          <a:noFill/>
          <a:ln w="25560">
            <a:solidFill>
              <a:srgbClr val="284d7a"/>
            </a:solidFill>
            <a:miter/>
          </a:ln>
        </p:spPr>
        <p:txBody>
          <a:bodyPr lIns="102600" rIns="102600" tIns="57600" bIns="576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8" name=""/>
          <p:cNvSpPr txBox="1"/>
          <p:nvPr/>
        </p:nvSpPr>
        <p:spPr>
          <a:xfrm>
            <a:off x="2915280" y="1105200"/>
            <a:ext cx="7704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200" strike="noStrike" u="none">
                <a:solidFill>
                  <a:srgbClr val="66788d"/>
                </a:solidFill>
                <a:effectLst/>
                <a:uFillTx/>
                <a:latin typeface="Times New Roman"/>
              </a:rPr>
              <a:t>2</a:t>
            </a:r>
            <a:endParaRPr b="1" lang="en-US" sz="1200" strike="noStrike" u="none">
              <a:solidFill>
                <a:srgbClr val="66788d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789" name=""/>
          <p:cNvSpPr txBox="1"/>
          <p:nvPr/>
        </p:nvSpPr>
        <p:spPr>
          <a:xfrm>
            <a:off x="3135240" y="1401480"/>
            <a:ext cx="122760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330" strike="noStrike" u="none">
                <a:solidFill>
                  <a:srgbClr val="1f3654"/>
                </a:solidFill>
                <a:effectLst/>
                <a:uFillTx/>
                <a:latin typeface="Times New Roman"/>
              </a:rPr>
              <a:t>OBSERVATION</a:t>
            </a:r>
            <a:endParaRPr b="1" lang="en-US" sz="1330" strike="noStrike" u="none">
              <a:solidFill>
                <a:srgbClr val="1f3654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790" name=""/>
          <p:cNvSpPr txBox="1"/>
          <p:nvPr/>
        </p:nvSpPr>
        <p:spPr>
          <a:xfrm>
            <a:off x="3059280" y="1723320"/>
            <a:ext cx="136656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1070" strike="noStrike" u="none">
                <a:solidFill>
                  <a:srgbClr val="52667f"/>
                </a:solidFill>
                <a:effectLst/>
                <a:uFillTx/>
                <a:latin typeface="Times New Roman"/>
              </a:rPr>
              <a:t>relevant feature recorded</a:t>
            </a:r>
            <a:endParaRPr b="0" i="1" lang="en-US" sz="1070" strike="noStrike" u="none">
              <a:solidFill>
                <a:srgbClr val="52667f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791" name=""/>
          <p:cNvSpPr/>
          <p:nvPr/>
        </p:nvSpPr>
        <p:spPr>
          <a:xfrm>
            <a:off x="5011920" y="990720"/>
            <a:ext cx="2049480" cy="1117440"/>
          </a:xfrm>
          <a:custGeom>
            <a:avLst/>
            <a:gdLst/>
            <a:ahLst/>
            <a:rect l="0" t="0" r="r" b="b"/>
            <a:pathLst>
              <a:path w="5693" h="3104">
                <a:moveTo>
                  <a:pt x="2847" y="3104"/>
                </a:moveTo>
                <a:lnTo>
                  <a:pt x="5364" y="3104"/>
                </a:lnTo>
                <a:cubicBezTo>
                  <a:pt x="5546" y="3104"/>
                  <a:pt x="5693" y="2957"/>
                  <a:pt x="5693" y="2775"/>
                </a:cubicBezTo>
                <a:lnTo>
                  <a:pt x="5693" y="329"/>
                </a:lnTo>
                <a:cubicBezTo>
                  <a:pt x="5693" y="148"/>
                  <a:pt x="5546" y="0"/>
                  <a:pt x="5364" y="0"/>
                </a:cubicBezTo>
                <a:lnTo>
                  <a:pt x="329" y="0"/>
                </a:lnTo>
                <a:cubicBezTo>
                  <a:pt x="147" y="0"/>
                  <a:pt x="0" y="148"/>
                  <a:pt x="0" y="329"/>
                </a:cubicBezTo>
                <a:lnTo>
                  <a:pt x="0" y="2775"/>
                </a:lnTo>
                <a:cubicBezTo>
                  <a:pt x="0" y="2957"/>
                  <a:pt x="147" y="3104"/>
                  <a:pt x="329" y="3104"/>
                </a:cubicBezTo>
                <a:lnTo>
                  <a:pt x="2847" y="3104"/>
                </a:lnTo>
                <a:close/>
              </a:path>
            </a:pathLst>
          </a:custGeom>
          <a:solidFill>
            <a:srgbClr val="e8eef5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2" name=""/>
          <p:cNvSpPr/>
          <p:nvPr/>
        </p:nvSpPr>
        <p:spPr>
          <a:xfrm>
            <a:off x="5011920" y="990720"/>
            <a:ext cx="2049480" cy="1117440"/>
          </a:xfrm>
          <a:custGeom>
            <a:avLst/>
            <a:gdLst/>
            <a:ahLst/>
            <a:rect l="0" t="0" r="r" b="b"/>
            <a:pathLst>
              <a:path w="5693" h="3104">
                <a:moveTo>
                  <a:pt x="2847" y="3104"/>
                </a:moveTo>
                <a:lnTo>
                  <a:pt x="5364" y="3104"/>
                </a:lnTo>
                <a:cubicBezTo>
                  <a:pt x="5546" y="3104"/>
                  <a:pt x="5693" y="2957"/>
                  <a:pt x="5693" y="2775"/>
                </a:cubicBezTo>
                <a:lnTo>
                  <a:pt x="5693" y="329"/>
                </a:lnTo>
                <a:cubicBezTo>
                  <a:pt x="5693" y="148"/>
                  <a:pt x="5546" y="0"/>
                  <a:pt x="5364" y="0"/>
                </a:cubicBezTo>
                <a:lnTo>
                  <a:pt x="329" y="0"/>
                </a:lnTo>
                <a:cubicBezTo>
                  <a:pt x="147" y="0"/>
                  <a:pt x="0" y="148"/>
                  <a:pt x="0" y="329"/>
                </a:cubicBezTo>
                <a:lnTo>
                  <a:pt x="0" y="2775"/>
                </a:lnTo>
                <a:cubicBezTo>
                  <a:pt x="0" y="2957"/>
                  <a:pt x="147" y="3104"/>
                  <a:pt x="329" y="3104"/>
                </a:cubicBezTo>
                <a:lnTo>
                  <a:pt x="2847" y="3104"/>
                </a:lnTo>
                <a:close/>
              </a:path>
            </a:pathLst>
          </a:custGeom>
          <a:noFill/>
          <a:ln w="25560">
            <a:solidFill>
              <a:srgbClr val="284d7a"/>
            </a:solidFill>
            <a:miter/>
          </a:ln>
        </p:spPr>
        <p:txBody>
          <a:bodyPr lIns="102600" rIns="102600" tIns="57600" bIns="576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3" name=""/>
          <p:cNvSpPr txBox="1"/>
          <p:nvPr/>
        </p:nvSpPr>
        <p:spPr>
          <a:xfrm>
            <a:off x="5219280" y="1105200"/>
            <a:ext cx="7704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200" strike="noStrike" u="none">
                <a:solidFill>
                  <a:srgbClr val="66788d"/>
                </a:solidFill>
                <a:effectLst/>
                <a:uFillTx/>
                <a:latin typeface="Times New Roman"/>
              </a:rPr>
              <a:t>3</a:t>
            </a:r>
            <a:endParaRPr b="1" lang="en-US" sz="1200" strike="noStrike" u="none">
              <a:solidFill>
                <a:srgbClr val="66788d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794" name=""/>
          <p:cNvSpPr txBox="1"/>
          <p:nvPr/>
        </p:nvSpPr>
        <p:spPr>
          <a:xfrm>
            <a:off x="5626080" y="1359000"/>
            <a:ext cx="840240" cy="159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130" strike="noStrike" u="none">
                <a:solidFill>
                  <a:srgbClr val="1f3654"/>
                </a:solidFill>
                <a:effectLst/>
                <a:uFillTx/>
                <a:latin typeface="Times New Roman"/>
              </a:rPr>
              <a:t>METRIC OR</a:t>
            </a:r>
            <a:endParaRPr b="1" lang="en-US" sz="1130" strike="noStrike" u="none">
              <a:solidFill>
                <a:srgbClr val="1f3654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795" name=""/>
          <p:cNvSpPr txBox="1"/>
          <p:nvPr/>
        </p:nvSpPr>
        <p:spPr>
          <a:xfrm>
            <a:off x="5643000" y="1545480"/>
            <a:ext cx="7956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200" strike="noStrike" u="none">
                <a:solidFill>
                  <a:srgbClr val="1f3654"/>
                </a:solidFill>
                <a:effectLst/>
                <a:uFillTx/>
                <a:latin typeface="Times New Roman"/>
              </a:rPr>
              <a:t>ESTIMATE</a:t>
            </a:r>
            <a:endParaRPr b="1" lang="en-US" sz="1200" strike="noStrike" u="none">
              <a:solidFill>
                <a:srgbClr val="1f3654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796" name=""/>
          <p:cNvSpPr txBox="1"/>
          <p:nvPr/>
        </p:nvSpPr>
        <p:spPr>
          <a:xfrm>
            <a:off x="5295600" y="1799280"/>
            <a:ext cx="1423800" cy="143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1000" strike="noStrike" u="none">
                <a:solidFill>
                  <a:srgbClr val="52667f"/>
                </a:solidFill>
                <a:effectLst/>
                <a:uFillTx/>
                <a:latin typeface="Times New Roman"/>
              </a:rPr>
              <a:t>rule applied to observations</a:t>
            </a:r>
            <a:endParaRPr b="0" i="1" lang="en-US" sz="1000" strike="noStrike" u="none">
              <a:solidFill>
                <a:srgbClr val="52667f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797" name=""/>
          <p:cNvSpPr/>
          <p:nvPr/>
        </p:nvSpPr>
        <p:spPr>
          <a:xfrm>
            <a:off x="7315560" y="990720"/>
            <a:ext cx="2049840" cy="1117440"/>
          </a:xfrm>
          <a:custGeom>
            <a:avLst/>
            <a:gdLst/>
            <a:ahLst/>
            <a:rect l="0" t="0" r="r" b="b"/>
            <a:pathLst>
              <a:path w="5694" h="3104">
                <a:moveTo>
                  <a:pt x="2847" y="3104"/>
                </a:moveTo>
                <a:lnTo>
                  <a:pt x="5365" y="3104"/>
                </a:lnTo>
                <a:cubicBezTo>
                  <a:pt x="5547" y="3104"/>
                  <a:pt x="5694" y="2957"/>
                  <a:pt x="5694" y="2775"/>
                </a:cubicBezTo>
                <a:lnTo>
                  <a:pt x="5694" y="329"/>
                </a:lnTo>
                <a:cubicBezTo>
                  <a:pt x="5694" y="148"/>
                  <a:pt x="5547" y="0"/>
                  <a:pt x="5365" y="0"/>
                </a:cubicBezTo>
                <a:lnTo>
                  <a:pt x="329" y="0"/>
                </a:lnTo>
                <a:cubicBezTo>
                  <a:pt x="147" y="0"/>
                  <a:pt x="0" y="148"/>
                  <a:pt x="0" y="329"/>
                </a:cubicBezTo>
                <a:lnTo>
                  <a:pt x="0" y="2775"/>
                </a:lnTo>
                <a:cubicBezTo>
                  <a:pt x="0" y="2957"/>
                  <a:pt x="147" y="3104"/>
                  <a:pt x="329" y="3104"/>
                </a:cubicBezTo>
                <a:lnTo>
                  <a:pt x="2847" y="3104"/>
                </a:lnTo>
                <a:close/>
              </a:path>
            </a:pathLst>
          </a:custGeom>
          <a:solidFill>
            <a:srgbClr val="e8eef5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8" name=""/>
          <p:cNvSpPr/>
          <p:nvPr/>
        </p:nvSpPr>
        <p:spPr>
          <a:xfrm>
            <a:off x="7315560" y="990720"/>
            <a:ext cx="2049840" cy="1117440"/>
          </a:xfrm>
          <a:custGeom>
            <a:avLst/>
            <a:gdLst/>
            <a:ahLst/>
            <a:rect l="0" t="0" r="r" b="b"/>
            <a:pathLst>
              <a:path w="5694" h="3104">
                <a:moveTo>
                  <a:pt x="2847" y="3104"/>
                </a:moveTo>
                <a:lnTo>
                  <a:pt x="5365" y="3104"/>
                </a:lnTo>
                <a:cubicBezTo>
                  <a:pt x="5547" y="3104"/>
                  <a:pt x="5694" y="2957"/>
                  <a:pt x="5694" y="2775"/>
                </a:cubicBezTo>
                <a:lnTo>
                  <a:pt x="5694" y="329"/>
                </a:lnTo>
                <a:cubicBezTo>
                  <a:pt x="5694" y="148"/>
                  <a:pt x="5547" y="0"/>
                  <a:pt x="5365" y="0"/>
                </a:cubicBezTo>
                <a:lnTo>
                  <a:pt x="329" y="0"/>
                </a:lnTo>
                <a:cubicBezTo>
                  <a:pt x="147" y="0"/>
                  <a:pt x="0" y="148"/>
                  <a:pt x="0" y="329"/>
                </a:cubicBezTo>
                <a:lnTo>
                  <a:pt x="0" y="2775"/>
                </a:lnTo>
                <a:cubicBezTo>
                  <a:pt x="0" y="2957"/>
                  <a:pt x="147" y="3104"/>
                  <a:pt x="329" y="3104"/>
                </a:cubicBezTo>
                <a:lnTo>
                  <a:pt x="2847" y="3104"/>
                </a:lnTo>
                <a:close/>
              </a:path>
            </a:pathLst>
          </a:custGeom>
          <a:noFill/>
          <a:ln w="25560">
            <a:solidFill>
              <a:srgbClr val="284d7a"/>
            </a:solidFill>
            <a:miter/>
          </a:ln>
        </p:spPr>
        <p:txBody>
          <a:bodyPr lIns="102600" rIns="102600" tIns="57600" bIns="576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9" name=""/>
          <p:cNvSpPr txBox="1"/>
          <p:nvPr/>
        </p:nvSpPr>
        <p:spPr>
          <a:xfrm>
            <a:off x="7522920" y="1105200"/>
            <a:ext cx="7704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200" strike="noStrike" u="none">
                <a:solidFill>
                  <a:srgbClr val="66788d"/>
                </a:solidFill>
                <a:effectLst/>
                <a:uFillTx/>
                <a:latin typeface="Times New Roman"/>
              </a:rPr>
              <a:t>4</a:t>
            </a:r>
            <a:endParaRPr b="1" lang="en-US" sz="1200" strike="noStrike" u="none">
              <a:solidFill>
                <a:srgbClr val="66788d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800" name=""/>
          <p:cNvSpPr txBox="1"/>
          <p:nvPr/>
        </p:nvSpPr>
        <p:spPr>
          <a:xfrm>
            <a:off x="7734960" y="1359000"/>
            <a:ext cx="1235520" cy="159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130" strike="noStrike" u="none">
                <a:solidFill>
                  <a:srgbClr val="1f3654"/>
                </a:solidFill>
                <a:effectLst/>
                <a:uFillTx/>
                <a:latin typeface="Times New Roman"/>
              </a:rPr>
              <a:t>COMPARISON OR</a:t>
            </a:r>
            <a:endParaRPr b="1" lang="en-US" sz="1130" strike="noStrike" u="none">
              <a:solidFill>
                <a:srgbClr val="1f3654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801" name=""/>
          <p:cNvSpPr txBox="1"/>
          <p:nvPr/>
        </p:nvSpPr>
        <p:spPr>
          <a:xfrm>
            <a:off x="7895880" y="1545480"/>
            <a:ext cx="898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200" strike="noStrike" u="none">
                <a:solidFill>
                  <a:srgbClr val="1f3654"/>
                </a:solidFill>
                <a:effectLst/>
                <a:uFillTx/>
                <a:latin typeface="Times New Roman"/>
              </a:rPr>
              <a:t>INFERENCE</a:t>
            </a:r>
            <a:endParaRPr b="1" lang="en-US" sz="1200" strike="noStrike" u="none">
              <a:solidFill>
                <a:srgbClr val="1f3654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802" name=""/>
          <p:cNvSpPr txBox="1"/>
          <p:nvPr/>
        </p:nvSpPr>
        <p:spPr>
          <a:xfrm>
            <a:off x="7701120" y="1799280"/>
            <a:ext cx="1243080" cy="143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1000" strike="noStrike" u="none">
                <a:solidFill>
                  <a:srgbClr val="52667f"/>
                </a:solidFill>
                <a:effectLst/>
                <a:uFillTx/>
                <a:latin typeface="Times New Roman"/>
              </a:rPr>
              <a:t>reference + assumptions</a:t>
            </a:r>
            <a:endParaRPr b="0" i="1" lang="en-US" sz="1000" strike="noStrike" u="none">
              <a:solidFill>
                <a:srgbClr val="52667f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803" name=""/>
          <p:cNvSpPr/>
          <p:nvPr/>
        </p:nvSpPr>
        <p:spPr>
          <a:xfrm>
            <a:off x="9619560" y="990720"/>
            <a:ext cx="2050200" cy="1117440"/>
          </a:xfrm>
          <a:custGeom>
            <a:avLst/>
            <a:gdLst/>
            <a:ahLst/>
            <a:rect l="0" t="0" r="r" b="b"/>
            <a:pathLst>
              <a:path w="5695" h="3104">
                <a:moveTo>
                  <a:pt x="2848" y="3104"/>
                </a:moveTo>
                <a:lnTo>
                  <a:pt x="5365" y="3104"/>
                </a:lnTo>
                <a:cubicBezTo>
                  <a:pt x="5547" y="3104"/>
                  <a:pt x="5695" y="2957"/>
                  <a:pt x="5695" y="2775"/>
                </a:cubicBezTo>
                <a:lnTo>
                  <a:pt x="5695" y="329"/>
                </a:lnTo>
                <a:cubicBezTo>
                  <a:pt x="5695" y="148"/>
                  <a:pt x="5547" y="0"/>
                  <a:pt x="5365" y="0"/>
                </a:cubicBezTo>
                <a:lnTo>
                  <a:pt x="330" y="0"/>
                </a:lnTo>
                <a:cubicBezTo>
                  <a:pt x="148" y="0"/>
                  <a:pt x="0" y="148"/>
                  <a:pt x="0" y="329"/>
                </a:cubicBezTo>
                <a:lnTo>
                  <a:pt x="0" y="2775"/>
                </a:lnTo>
                <a:cubicBezTo>
                  <a:pt x="0" y="2957"/>
                  <a:pt x="148" y="3104"/>
                  <a:pt x="330" y="3104"/>
                </a:cubicBezTo>
                <a:lnTo>
                  <a:pt x="2848" y="3104"/>
                </a:lnTo>
                <a:close/>
              </a:path>
            </a:pathLst>
          </a:custGeom>
          <a:solidFill>
            <a:srgbClr val="e8eef5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4" name=""/>
          <p:cNvSpPr/>
          <p:nvPr/>
        </p:nvSpPr>
        <p:spPr>
          <a:xfrm>
            <a:off x="9619560" y="990720"/>
            <a:ext cx="2050200" cy="1117440"/>
          </a:xfrm>
          <a:custGeom>
            <a:avLst/>
            <a:gdLst/>
            <a:ahLst/>
            <a:rect l="0" t="0" r="r" b="b"/>
            <a:pathLst>
              <a:path w="5695" h="3104">
                <a:moveTo>
                  <a:pt x="2848" y="3104"/>
                </a:moveTo>
                <a:lnTo>
                  <a:pt x="5365" y="3104"/>
                </a:lnTo>
                <a:cubicBezTo>
                  <a:pt x="5547" y="3104"/>
                  <a:pt x="5695" y="2957"/>
                  <a:pt x="5695" y="2775"/>
                </a:cubicBezTo>
                <a:lnTo>
                  <a:pt x="5695" y="329"/>
                </a:lnTo>
                <a:cubicBezTo>
                  <a:pt x="5695" y="148"/>
                  <a:pt x="5547" y="0"/>
                  <a:pt x="5365" y="0"/>
                </a:cubicBezTo>
                <a:lnTo>
                  <a:pt x="330" y="0"/>
                </a:lnTo>
                <a:cubicBezTo>
                  <a:pt x="148" y="0"/>
                  <a:pt x="0" y="148"/>
                  <a:pt x="0" y="329"/>
                </a:cubicBezTo>
                <a:lnTo>
                  <a:pt x="0" y="2775"/>
                </a:lnTo>
                <a:cubicBezTo>
                  <a:pt x="0" y="2957"/>
                  <a:pt x="148" y="3104"/>
                  <a:pt x="330" y="3104"/>
                </a:cubicBezTo>
                <a:lnTo>
                  <a:pt x="2848" y="3104"/>
                </a:lnTo>
                <a:close/>
              </a:path>
            </a:pathLst>
          </a:custGeom>
          <a:noFill/>
          <a:ln w="25560">
            <a:solidFill>
              <a:srgbClr val="284d7a"/>
            </a:solidFill>
            <a:miter/>
          </a:ln>
        </p:spPr>
        <p:txBody>
          <a:bodyPr lIns="102600" rIns="102600" tIns="57600" bIns="576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5" name=""/>
          <p:cNvSpPr txBox="1"/>
          <p:nvPr/>
        </p:nvSpPr>
        <p:spPr>
          <a:xfrm>
            <a:off x="9827280" y="1105200"/>
            <a:ext cx="7704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200" strike="noStrike" u="none">
                <a:solidFill>
                  <a:srgbClr val="66788d"/>
                </a:solidFill>
                <a:effectLst/>
                <a:uFillTx/>
                <a:latin typeface="Times New Roman"/>
              </a:rPr>
              <a:t>5</a:t>
            </a:r>
            <a:endParaRPr b="1" lang="en-US" sz="1200" strike="noStrike" u="none">
              <a:solidFill>
                <a:srgbClr val="66788d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806" name=""/>
          <p:cNvSpPr txBox="1"/>
          <p:nvPr/>
        </p:nvSpPr>
        <p:spPr>
          <a:xfrm>
            <a:off x="10216800" y="1401480"/>
            <a:ext cx="90576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330" strike="noStrike" u="none">
                <a:solidFill>
                  <a:srgbClr val="1f3654"/>
                </a:solidFill>
                <a:effectLst/>
                <a:uFillTx/>
                <a:latin typeface="Times New Roman"/>
              </a:rPr>
              <a:t>EVIDENCE</a:t>
            </a:r>
            <a:endParaRPr b="1" lang="en-US" sz="1330" strike="noStrike" u="none">
              <a:solidFill>
                <a:srgbClr val="1f3654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807" name=""/>
          <p:cNvSpPr txBox="1"/>
          <p:nvPr/>
        </p:nvSpPr>
        <p:spPr>
          <a:xfrm>
            <a:off x="10199880" y="1723320"/>
            <a:ext cx="90864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1070" strike="noStrike" u="none">
                <a:solidFill>
                  <a:srgbClr val="52667f"/>
                </a:solidFill>
                <a:effectLst/>
                <a:uFillTx/>
                <a:latin typeface="Times New Roman"/>
              </a:rPr>
              <a:t>bears on a claim</a:t>
            </a:r>
            <a:endParaRPr b="0" i="1" lang="en-US" sz="1070" strike="noStrike" u="none">
              <a:solidFill>
                <a:srgbClr val="52667f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808" name=""/>
          <p:cNvSpPr/>
          <p:nvPr/>
        </p:nvSpPr>
        <p:spPr>
          <a:xfrm>
            <a:off x="2487240" y="1549440"/>
            <a:ext cx="160920" cy="0"/>
          </a:xfrm>
          <a:prstGeom prst="line">
            <a:avLst/>
          </a:prstGeom>
          <a:ln w="33840">
            <a:solidFill>
              <a:srgbClr val="284d7a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6920" rIns="106920" tIns="-61920" bIns="-619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9" name=""/>
          <p:cNvSpPr/>
          <p:nvPr/>
        </p:nvSpPr>
        <p:spPr>
          <a:xfrm>
            <a:off x="2343240" y="1380240"/>
            <a:ext cx="338760" cy="338760"/>
          </a:xfrm>
          <a:custGeom>
            <a:avLst/>
            <a:gdLst/>
            <a:ahLst/>
            <a:rect l="0" t="0" r="r" b="b"/>
            <a:pathLst>
              <a:path w="941" h="941">
                <a:moveTo>
                  <a:pt x="0" y="0"/>
                </a:moveTo>
                <a:lnTo>
                  <a:pt x="941" y="470"/>
                </a:lnTo>
                <a:lnTo>
                  <a:pt x="0" y="941"/>
                </a:lnTo>
                <a:lnTo>
                  <a:pt x="0" y="0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0" name=""/>
          <p:cNvSpPr/>
          <p:nvPr/>
        </p:nvSpPr>
        <p:spPr>
          <a:xfrm>
            <a:off x="4791600" y="1549440"/>
            <a:ext cx="160920" cy="0"/>
          </a:xfrm>
          <a:prstGeom prst="line">
            <a:avLst/>
          </a:prstGeom>
          <a:ln w="33840">
            <a:solidFill>
              <a:srgbClr val="284d7a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6920" rIns="106920" tIns="-61920" bIns="-619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1" name=""/>
          <p:cNvSpPr/>
          <p:nvPr/>
        </p:nvSpPr>
        <p:spPr>
          <a:xfrm>
            <a:off x="4647600" y="1380240"/>
            <a:ext cx="338760" cy="338760"/>
          </a:xfrm>
          <a:custGeom>
            <a:avLst/>
            <a:gdLst/>
            <a:ahLst/>
            <a:rect l="0" t="0" r="r" b="b"/>
            <a:pathLst>
              <a:path w="941" h="941">
                <a:moveTo>
                  <a:pt x="0" y="0"/>
                </a:moveTo>
                <a:lnTo>
                  <a:pt x="941" y="470"/>
                </a:lnTo>
                <a:lnTo>
                  <a:pt x="0" y="941"/>
                </a:lnTo>
                <a:lnTo>
                  <a:pt x="0" y="0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2" name=""/>
          <p:cNvSpPr/>
          <p:nvPr/>
        </p:nvSpPr>
        <p:spPr>
          <a:xfrm>
            <a:off x="4647600" y="1380240"/>
            <a:ext cx="338760" cy="338760"/>
          </a:xfrm>
          <a:custGeom>
            <a:avLst/>
            <a:gdLst/>
            <a:ahLst/>
            <a:rect l="0" t="0" r="r" b="b"/>
            <a:pathLst>
              <a:path w="941" h="941">
                <a:moveTo>
                  <a:pt x="0" y="0"/>
                </a:moveTo>
                <a:lnTo>
                  <a:pt x="941" y="470"/>
                </a:lnTo>
                <a:lnTo>
                  <a:pt x="0" y="941"/>
                </a:lnTo>
                <a:lnTo>
                  <a:pt x="0" y="0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3" name=""/>
          <p:cNvSpPr/>
          <p:nvPr/>
        </p:nvSpPr>
        <p:spPr>
          <a:xfrm>
            <a:off x="7095240" y="1549440"/>
            <a:ext cx="160920" cy="0"/>
          </a:xfrm>
          <a:prstGeom prst="line">
            <a:avLst/>
          </a:prstGeom>
          <a:ln w="33840">
            <a:solidFill>
              <a:srgbClr val="284d7a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6920" rIns="106920" tIns="-61920" bIns="-619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4" name=""/>
          <p:cNvSpPr/>
          <p:nvPr/>
        </p:nvSpPr>
        <p:spPr>
          <a:xfrm>
            <a:off x="6951240" y="1380240"/>
            <a:ext cx="338760" cy="338760"/>
          </a:xfrm>
          <a:custGeom>
            <a:avLst/>
            <a:gdLst/>
            <a:ahLst/>
            <a:rect l="0" t="0" r="r" b="b"/>
            <a:pathLst>
              <a:path w="941" h="941">
                <a:moveTo>
                  <a:pt x="0" y="0"/>
                </a:moveTo>
                <a:lnTo>
                  <a:pt x="941" y="470"/>
                </a:lnTo>
                <a:lnTo>
                  <a:pt x="0" y="941"/>
                </a:lnTo>
                <a:lnTo>
                  <a:pt x="0" y="0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5" name=""/>
          <p:cNvSpPr/>
          <p:nvPr/>
        </p:nvSpPr>
        <p:spPr>
          <a:xfrm>
            <a:off x="6951240" y="1380240"/>
            <a:ext cx="338760" cy="338760"/>
          </a:xfrm>
          <a:custGeom>
            <a:avLst/>
            <a:gdLst/>
            <a:ahLst/>
            <a:rect l="0" t="0" r="r" b="b"/>
            <a:pathLst>
              <a:path w="941" h="941">
                <a:moveTo>
                  <a:pt x="0" y="0"/>
                </a:moveTo>
                <a:lnTo>
                  <a:pt x="941" y="470"/>
                </a:lnTo>
                <a:lnTo>
                  <a:pt x="0" y="941"/>
                </a:lnTo>
                <a:lnTo>
                  <a:pt x="0" y="0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6" name=""/>
          <p:cNvSpPr/>
          <p:nvPr/>
        </p:nvSpPr>
        <p:spPr>
          <a:xfrm>
            <a:off x="6951240" y="1380240"/>
            <a:ext cx="338760" cy="338760"/>
          </a:xfrm>
          <a:custGeom>
            <a:avLst/>
            <a:gdLst/>
            <a:ahLst/>
            <a:rect l="0" t="0" r="r" b="b"/>
            <a:pathLst>
              <a:path w="941" h="941">
                <a:moveTo>
                  <a:pt x="0" y="0"/>
                </a:moveTo>
                <a:lnTo>
                  <a:pt x="941" y="470"/>
                </a:lnTo>
                <a:lnTo>
                  <a:pt x="0" y="941"/>
                </a:lnTo>
                <a:lnTo>
                  <a:pt x="0" y="0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7" name=""/>
          <p:cNvSpPr/>
          <p:nvPr/>
        </p:nvSpPr>
        <p:spPr>
          <a:xfrm>
            <a:off x="9399600" y="1549440"/>
            <a:ext cx="160920" cy="0"/>
          </a:xfrm>
          <a:prstGeom prst="line">
            <a:avLst/>
          </a:prstGeom>
          <a:ln w="33840">
            <a:solidFill>
              <a:srgbClr val="284d7a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6920" rIns="106920" tIns="-61920" bIns="-619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8" name=""/>
          <p:cNvSpPr/>
          <p:nvPr/>
        </p:nvSpPr>
        <p:spPr>
          <a:xfrm>
            <a:off x="9255600" y="1380240"/>
            <a:ext cx="338760" cy="338760"/>
          </a:xfrm>
          <a:custGeom>
            <a:avLst/>
            <a:gdLst/>
            <a:ahLst/>
            <a:rect l="0" t="0" r="r" b="b"/>
            <a:pathLst>
              <a:path w="941" h="941">
                <a:moveTo>
                  <a:pt x="0" y="0"/>
                </a:moveTo>
                <a:lnTo>
                  <a:pt x="941" y="470"/>
                </a:lnTo>
                <a:lnTo>
                  <a:pt x="0" y="941"/>
                </a:lnTo>
                <a:lnTo>
                  <a:pt x="0" y="0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9" name=""/>
          <p:cNvSpPr/>
          <p:nvPr/>
        </p:nvSpPr>
        <p:spPr>
          <a:xfrm>
            <a:off x="9255600" y="1380240"/>
            <a:ext cx="338760" cy="338760"/>
          </a:xfrm>
          <a:custGeom>
            <a:avLst/>
            <a:gdLst/>
            <a:ahLst/>
            <a:rect l="0" t="0" r="r" b="b"/>
            <a:pathLst>
              <a:path w="941" h="941">
                <a:moveTo>
                  <a:pt x="0" y="0"/>
                </a:moveTo>
                <a:lnTo>
                  <a:pt x="941" y="470"/>
                </a:lnTo>
                <a:lnTo>
                  <a:pt x="0" y="941"/>
                </a:lnTo>
                <a:lnTo>
                  <a:pt x="0" y="0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0" name=""/>
          <p:cNvSpPr/>
          <p:nvPr/>
        </p:nvSpPr>
        <p:spPr>
          <a:xfrm>
            <a:off x="9255600" y="1380240"/>
            <a:ext cx="338760" cy="338760"/>
          </a:xfrm>
          <a:custGeom>
            <a:avLst/>
            <a:gdLst/>
            <a:ahLst/>
            <a:rect l="0" t="0" r="r" b="b"/>
            <a:pathLst>
              <a:path w="941" h="941">
                <a:moveTo>
                  <a:pt x="0" y="0"/>
                </a:moveTo>
                <a:lnTo>
                  <a:pt x="941" y="470"/>
                </a:lnTo>
                <a:lnTo>
                  <a:pt x="0" y="941"/>
                </a:lnTo>
                <a:lnTo>
                  <a:pt x="0" y="0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1" name=""/>
          <p:cNvSpPr/>
          <p:nvPr/>
        </p:nvSpPr>
        <p:spPr>
          <a:xfrm>
            <a:off x="9255600" y="1380240"/>
            <a:ext cx="338760" cy="338760"/>
          </a:xfrm>
          <a:custGeom>
            <a:avLst/>
            <a:gdLst/>
            <a:ahLst/>
            <a:rect l="0" t="0" r="r" b="b"/>
            <a:pathLst>
              <a:path w="941" h="941">
                <a:moveTo>
                  <a:pt x="0" y="0"/>
                </a:moveTo>
                <a:lnTo>
                  <a:pt x="941" y="470"/>
                </a:lnTo>
                <a:lnTo>
                  <a:pt x="0" y="941"/>
                </a:lnTo>
                <a:lnTo>
                  <a:pt x="0" y="0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2" name=""/>
          <p:cNvSpPr/>
          <p:nvPr/>
        </p:nvSpPr>
        <p:spPr>
          <a:xfrm>
            <a:off x="10288800" y="2142360"/>
            <a:ext cx="356040" cy="821160"/>
          </a:xfrm>
          <a:custGeom>
            <a:avLst/>
            <a:gdLst/>
            <a:ahLst/>
            <a:rect l="0" t="0" r="r" b="b"/>
            <a:pathLst>
              <a:path fill="none" w="989" h="2281">
                <a:moveTo>
                  <a:pt x="989" y="0"/>
                </a:moveTo>
                <a:cubicBezTo>
                  <a:pt x="989" y="987"/>
                  <a:pt x="0" y="1552"/>
                  <a:pt x="0" y="2281"/>
                </a:cubicBezTo>
              </a:path>
            </a:pathLst>
          </a:custGeom>
          <a:ln w="33840">
            <a:solidFill>
              <a:srgbClr val="284d7a"/>
            </a:solidFill>
            <a:miter/>
          </a:ln>
        </p:spPr>
        <p:txBody>
          <a:bodyPr lIns="106920" rIns="106920" tIns="61920" bIns="619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3" name=""/>
          <p:cNvSpPr/>
          <p:nvPr/>
        </p:nvSpPr>
        <p:spPr>
          <a:xfrm>
            <a:off x="10119600" y="2658600"/>
            <a:ext cx="338760" cy="338760"/>
          </a:xfrm>
          <a:custGeom>
            <a:avLst/>
            <a:gdLst/>
            <a:ahLst/>
            <a:rect l="0" t="0" r="r" b="b"/>
            <a:pathLst>
              <a:path w="941" h="941">
                <a:moveTo>
                  <a:pt x="941" y="0"/>
                </a:moveTo>
                <a:lnTo>
                  <a:pt x="470" y="941"/>
                </a:lnTo>
                <a:lnTo>
                  <a:pt x="0" y="0"/>
                </a:lnTo>
                <a:lnTo>
                  <a:pt x="941" y="0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4" name=""/>
          <p:cNvSpPr/>
          <p:nvPr/>
        </p:nvSpPr>
        <p:spPr>
          <a:xfrm>
            <a:off x="10119600" y="2658600"/>
            <a:ext cx="338760" cy="338760"/>
          </a:xfrm>
          <a:custGeom>
            <a:avLst/>
            <a:gdLst/>
            <a:ahLst/>
            <a:rect l="0" t="0" r="r" b="b"/>
            <a:pathLst>
              <a:path w="941" h="941">
                <a:moveTo>
                  <a:pt x="941" y="0"/>
                </a:moveTo>
                <a:lnTo>
                  <a:pt x="470" y="941"/>
                </a:lnTo>
                <a:lnTo>
                  <a:pt x="0" y="0"/>
                </a:lnTo>
                <a:lnTo>
                  <a:pt x="941" y="0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5" name=""/>
          <p:cNvSpPr/>
          <p:nvPr/>
        </p:nvSpPr>
        <p:spPr>
          <a:xfrm>
            <a:off x="10119600" y="2658600"/>
            <a:ext cx="338760" cy="338760"/>
          </a:xfrm>
          <a:custGeom>
            <a:avLst/>
            <a:gdLst/>
            <a:ahLst/>
            <a:rect l="0" t="0" r="r" b="b"/>
            <a:pathLst>
              <a:path w="941" h="941">
                <a:moveTo>
                  <a:pt x="941" y="0"/>
                </a:moveTo>
                <a:lnTo>
                  <a:pt x="470" y="941"/>
                </a:lnTo>
                <a:lnTo>
                  <a:pt x="0" y="0"/>
                </a:lnTo>
                <a:lnTo>
                  <a:pt x="941" y="0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6" name=""/>
          <p:cNvSpPr/>
          <p:nvPr/>
        </p:nvSpPr>
        <p:spPr>
          <a:xfrm>
            <a:off x="10119600" y="2658600"/>
            <a:ext cx="338760" cy="338760"/>
          </a:xfrm>
          <a:custGeom>
            <a:avLst/>
            <a:gdLst/>
            <a:ahLst/>
            <a:rect l="0" t="0" r="r" b="b"/>
            <a:pathLst>
              <a:path w="941" h="941">
                <a:moveTo>
                  <a:pt x="941" y="0"/>
                </a:moveTo>
                <a:lnTo>
                  <a:pt x="470" y="941"/>
                </a:lnTo>
                <a:lnTo>
                  <a:pt x="0" y="0"/>
                </a:lnTo>
                <a:lnTo>
                  <a:pt x="941" y="0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7" name=""/>
          <p:cNvSpPr/>
          <p:nvPr/>
        </p:nvSpPr>
        <p:spPr>
          <a:xfrm>
            <a:off x="10119600" y="2658600"/>
            <a:ext cx="338760" cy="338760"/>
          </a:xfrm>
          <a:custGeom>
            <a:avLst/>
            <a:gdLst/>
            <a:ahLst/>
            <a:rect l="0" t="0" r="r" b="b"/>
            <a:pathLst>
              <a:path w="941" h="941">
                <a:moveTo>
                  <a:pt x="941" y="0"/>
                </a:moveTo>
                <a:lnTo>
                  <a:pt x="470" y="941"/>
                </a:lnTo>
                <a:lnTo>
                  <a:pt x="0" y="0"/>
                </a:lnTo>
                <a:lnTo>
                  <a:pt x="941" y="0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8" name=""/>
          <p:cNvSpPr/>
          <p:nvPr/>
        </p:nvSpPr>
        <p:spPr>
          <a:xfrm>
            <a:off x="9145440" y="3175200"/>
            <a:ext cx="2287080" cy="1117080"/>
          </a:xfrm>
          <a:custGeom>
            <a:avLst/>
            <a:gdLst/>
            <a:ahLst/>
            <a:rect l="0" t="0" r="r" b="b"/>
            <a:pathLst>
              <a:path w="6353" h="3103">
                <a:moveTo>
                  <a:pt x="3176" y="3103"/>
                </a:moveTo>
                <a:lnTo>
                  <a:pt x="6024" y="3103"/>
                </a:lnTo>
                <a:cubicBezTo>
                  <a:pt x="6206" y="3103"/>
                  <a:pt x="6353" y="2955"/>
                  <a:pt x="6353" y="2773"/>
                </a:cubicBezTo>
                <a:lnTo>
                  <a:pt x="6353" y="329"/>
                </a:lnTo>
                <a:cubicBezTo>
                  <a:pt x="6353" y="147"/>
                  <a:pt x="6206" y="0"/>
                  <a:pt x="6024" y="0"/>
                </a:cubicBezTo>
                <a:lnTo>
                  <a:pt x="329" y="0"/>
                </a:lnTo>
                <a:cubicBezTo>
                  <a:pt x="147" y="0"/>
                  <a:pt x="0" y="147"/>
                  <a:pt x="0" y="329"/>
                </a:cubicBezTo>
                <a:lnTo>
                  <a:pt x="0" y="2773"/>
                </a:lnTo>
                <a:cubicBezTo>
                  <a:pt x="0" y="2955"/>
                  <a:pt x="147" y="3103"/>
                  <a:pt x="329" y="3103"/>
                </a:cubicBezTo>
                <a:lnTo>
                  <a:pt x="3176" y="3103"/>
                </a:lnTo>
                <a:close/>
              </a:path>
            </a:pathLst>
          </a:custGeom>
          <a:solidFill>
            <a:srgbClr val="e8eef5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9" name=""/>
          <p:cNvSpPr/>
          <p:nvPr/>
        </p:nvSpPr>
        <p:spPr>
          <a:xfrm>
            <a:off x="9145440" y="3175200"/>
            <a:ext cx="2287080" cy="1117080"/>
          </a:xfrm>
          <a:custGeom>
            <a:avLst/>
            <a:gdLst/>
            <a:ahLst/>
            <a:rect l="0" t="0" r="r" b="b"/>
            <a:pathLst>
              <a:path w="6353" h="3103">
                <a:moveTo>
                  <a:pt x="3176" y="3103"/>
                </a:moveTo>
                <a:lnTo>
                  <a:pt x="6024" y="3103"/>
                </a:lnTo>
                <a:cubicBezTo>
                  <a:pt x="6206" y="3103"/>
                  <a:pt x="6353" y="2955"/>
                  <a:pt x="6353" y="2773"/>
                </a:cubicBezTo>
                <a:lnTo>
                  <a:pt x="6353" y="329"/>
                </a:lnTo>
                <a:cubicBezTo>
                  <a:pt x="6353" y="147"/>
                  <a:pt x="6206" y="0"/>
                  <a:pt x="6024" y="0"/>
                </a:cubicBezTo>
                <a:lnTo>
                  <a:pt x="329" y="0"/>
                </a:lnTo>
                <a:cubicBezTo>
                  <a:pt x="147" y="0"/>
                  <a:pt x="0" y="147"/>
                  <a:pt x="0" y="329"/>
                </a:cubicBezTo>
                <a:lnTo>
                  <a:pt x="0" y="2773"/>
                </a:lnTo>
                <a:cubicBezTo>
                  <a:pt x="0" y="2955"/>
                  <a:pt x="147" y="3103"/>
                  <a:pt x="329" y="3103"/>
                </a:cubicBezTo>
                <a:lnTo>
                  <a:pt x="3176" y="3103"/>
                </a:lnTo>
                <a:close/>
              </a:path>
            </a:pathLst>
          </a:custGeom>
          <a:noFill/>
          <a:ln w="25560">
            <a:solidFill>
              <a:srgbClr val="284d7a"/>
            </a:solidFill>
            <a:miter/>
          </a:ln>
        </p:spPr>
        <p:txBody>
          <a:bodyPr lIns="102600" rIns="102600" tIns="57600" bIns="576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0" name=""/>
          <p:cNvSpPr txBox="1"/>
          <p:nvPr/>
        </p:nvSpPr>
        <p:spPr>
          <a:xfrm>
            <a:off x="9352800" y="3289320"/>
            <a:ext cx="7704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200" strike="noStrike" u="none">
                <a:solidFill>
                  <a:srgbClr val="66788d"/>
                </a:solidFill>
                <a:effectLst/>
                <a:uFillTx/>
                <a:latin typeface="Times New Roman"/>
              </a:rPr>
              <a:t>6</a:t>
            </a:r>
            <a:endParaRPr b="1" lang="en-US" sz="1200" strike="noStrike" u="none">
              <a:solidFill>
                <a:srgbClr val="66788d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831" name=""/>
          <p:cNvSpPr txBox="1"/>
          <p:nvPr/>
        </p:nvSpPr>
        <p:spPr>
          <a:xfrm>
            <a:off x="9547560" y="3585240"/>
            <a:ext cx="153252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330" strike="noStrike" u="none">
                <a:solidFill>
                  <a:srgbClr val="1f3654"/>
                </a:solidFill>
                <a:effectLst/>
                <a:uFillTx/>
                <a:latin typeface="Times New Roman"/>
              </a:rPr>
              <a:t>INTERPRETATION</a:t>
            </a:r>
            <a:endParaRPr b="1" lang="en-US" sz="1330" strike="noStrike" u="none">
              <a:solidFill>
                <a:srgbClr val="1f3654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832" name=""/>
          <p:cNvSpPr txBox="1"/>
          <p:nvPr/>
        </p:nvSpPr>
        <p:spPr>
          <a:xfrm>
            <a:off x="9564480" y="3907080"/>
            <a:ext cx="149256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1070" strike="noStrike" u="none">
                <a:solidFill>
                  <a:srgbClr val="52667f"/>
                </a:solidFill>
                <a:effectLst/>
                <a:uFillTx/>
                <a:latin typeface="Times New Roman"/>
              </a:rPr>
              <a:t>meaning under alternatives</a:t>
            </a:r>
            <a:endParaRPr b="0" i="1" lang="en-US" sz="1070" strike="noStrike" u="none">
              <a:solidFill>
                <a:srgbClr val="52667f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833" name=""/>
          <p:cNvSpPr/>
          <p:nvPr/>
        </p:nvSpPr>
        <p:spPr>
          <a:xfrm>
            <a:off x="6434640" y="3175200"/>
            <a:ext cx="2287080" cy="1117080"/>
          </a:xfrm>
          <a:custGeom>
            <a:avLst/>
            <a:gdLst/>
            <a:ahLst/>
            <a:rect l="0" t="0" r="r" b="b"/>
            <a:pathLst>
              <a:path w="6353" h="3103">
                <a:moveTo>
                  <a:pt x="3176" y="3103"/>
                </a:moveTo>
                <a:lnTo>
                  <a:pt x="6024" y="3103"/>
                </a:lnTo>
                <a:cubicBezTo>
                  <a:pt x="6206" y="3103"/>
                  <a:pt x="6353" y="2955"/>
                  <a:pt x="6353" y="2773"/>
                </a:cubicBezTo>
                <a:lnTo>
                  <a:pt x="6353" y="329"/>
                </a:lnTo>
                <a:cubicBezTo>
                  <a:pt x="6353" y="147"/>
                  <a:pt x="6206" y="0"/>
                  <a:pt x="6024" y="0"/>
                </a:cubicBezTo>
                <a:lnTo>
                  <a:pt x="329" y="0"/>
                </a:lnTo>
                <a:cubicBezTo>
                  <a:pt x="147" y="0"/>
                  <a:pt x="0" y="147"/>
                  <a:pt x="0" y="329"/>
                </a:cubicBezTo>
                <a:lnTo>
                  <a:pt x="0" y="2773"/>
                </a:lnTo>
                <a:cubicBezTo>
                  <a:pt x="0" y="2955"/>
                  <a:pt x="147" y="3103"/>
                  <a:pt x="329" y="3103"/>
                </a:cubicBezTo>
                <a:lnTo>
                  <a:pt x="3176" y="3103"/>
                </a:lnTo>
                <a:close/>
              </a:path>
            </a:pathLst>
          </a:custGeom>
          <a:solidFill>
            <a:srgbClr val="e8eef5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4" name=""/>
          <p:cNvSpPr/>
          <p:nvPr/>
        </p:nvSpPr>
        <p:spPr>
          <a:xfrm>
            <a:off x="6434640" y="3175200"/>
            <a:ext cx="2287080" cy="1117080"/>
          </a:xfrm>
          <a:custGeom>
            <a:avLst/>
            <a:gdLst/>
            <a:ahLst/>
            <a:rect l="0" t="0" r="r" b="b"/>
            <a:pathLst>
              <a:path w="6353" h="3103">
                <a:moveTo>
                  <a:pt x="3176" y="3103"/>
                </a:moveTo>
                <a:lnTo>
                  <a:pt x="6024" y="3103"/>
                </a:lnTo>
                <a:cubicBezTo>
                  <a:pt x="6206" y="3103"/>
                  <a:pt x="6353" y="2955"/>
                  <a:pt x="6353" y="2773"/>
                </a:cubicBezTo>
                <a:lnTo>
                  <a:pt x="6353" y="329"/>
                </a:lnTo>
                <a:cubicBezTo>
                  <a:pt x="6353" y="147"/>
                  <a:pt x="6206" y="0"/>
                  <a:pt x="6024" y="0"/>
                </a:cubicBezTo>
                <a:lnTo>
                  <a:pt x="329" y="0"/>
                </a:lnTo>
                <a:cubicBezTo>
                  <a:pt x="147" y="0"/>
                  <a:pt x="0" y="147"/>
                  <a:pt x="0" y="329"/>
                </a:cubicBezTo>
                <a:lnTo>
                  <a:pt x="0" y="2773"/>
                </a:lnTo>
                <a:cubicBezTo>
                  <a:pt x="0" y="2955"/>
                  <a:pt x="147" y="3103"/>
                  <a:pt x="329" y="3103"/>
                </a:cubicBezTo>
                <a:lnTo>
                  <a:pt x="3176" y="3103"/>
                </a:lnTo>
                <a:close/>
              </a:path>
            </a:pathLst>
          </a:custGeom>
          <a:noFill/>
          <a:ln w="25560">
            <a:solidFill>
              <a:srgbClr val="284d7a"/>
            </a:solidFill>
            <a:miter/>
          </a:ln>
        </p:spPr>
        <p:txBody>
          <a:bodyPr lIns="102600" rIns="102600" tIns="57600" bIns="576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5" name=""/>
          <p:cNvSpPr txBox="1"/>
          <p:nvPr/>
        </p:nvSpPr>
        <p:spPr>
          <a:xfrm>
            <a:off x="6642000" y="3289320"/>
            <a:ext cx="7704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200" strike="noStrike" u="none">
                <a:solidFill>
                  <a:srgbClr val="66788d"/>
                </a:solidFill>
                <a:effectLst/>
                <a:uFillTx/>
                <a:latin typeface="Times New Roman"/>
              </a:rPr>
              <a:t>7</a:t>
            </a:r>
            <a:endParaRPr b="1" lang="en-US" sz="1200" strike="noStrike" u="none">
              <a:solidFill>
                <a:srgbClr val="66788d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836" name=""/>
          <p:cNvSpPr txBox="1"/>
          <p:nvPr/>
        </p:nvSpPr>
        <p:spPr>
          <a:xfrm>
            <a:off x="6794640" y="3585240"/>
            <a:ext cx="161712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330" strike="noStrike" u="none">
                <a:solidFill>
                  <a:srgbClr val="1f3654"/>
                </a:solidFill>
                <a:effectLst/>
                <a:uFillTx/>
                <a:latin typeface="Times New Roman"/>
              </a:rPr>
              <a:t>CLAIM BOUNDARY</a:t>
            </a:r>
            <a:endParaRPr b="1" lang="en-US" sz="1330" strike="noStrike" u="none">
              <a:solidFill>
                <a:srgbClr val="1f3654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837" name=""/>
          <p:cNvSpPr txBox="1"/>
          <p:nvPr/>
        </p:nvSpPr>
        <p:spPr>
          <a:xfrm>
            <a:off x="6794640" y="3907080"/>
            <a:ext cx="160236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1070" strike="noStrike" u="none">
                <a:solidFill>
                  <a:srgbClr val="52667f"/>
                </a:solidFill>
                <a:effectLst/>
                <a:uFillTx/>
                <a:latin typeface="Times New Roman"/>
              </a:rPr>
              <a:t>uncertainty + excluded scope</a:t>
            </a:r>
            <a:endParaRPr b="0" i="1" lang="en-US" sz="1070" strike="noStrike" u="none">
              <a:solidFill>
                <a:srgbClr val="52667f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838" name=""/>
          <p:cNvSpPr/>
          <p:nvPr/>
        </p:nvSpPr>
        <p:spPr>
          <a:xfrm>
            <a:off x="3724200" y="3175200"/>
            <a:ext cx="2287080" cy="1117080"/>
          </a:xfrm>
          <a:custGeom>
            <a:avLst/>
            <a:gdLst/>
            <a:ahLst/>
            <a:rect l="0" t="0" r="r" b="b"/>
            <a:pathLst>
              <a:path w="6353" h="3103">
                <a:moveTo>
                  <a:pt x="3176" y="3103"/>
                </a:moveTo>
                <a:lnTo>
                  <a:pt x="6024" y="3103"/>
                </a:lnTo>
                <a:cubicBezTo>
                  <a:pt x="6206" y="3103"/>
                  <a:pt x="6353" y="2955"/>
                  <a:pt x="6353" y="2773"/>
                </a:cubicBezTo>
                <a:lnTo>
                  <a:pt x="6353" y="329"/>
                </a:lnTo>
                <a:cubicBezTo>
                  <a:pt x="6353" y="147"/>
                  <a:pt x="6206" y="0"/>
                  <a:pt x="6024" y="0"/>
                </a:cubicBezTo>
                <a:lnTo>
                  <a:pt x="329" y="0"/>
                </a:lnTo>
                <a:cubicBezTo>
                  <a:pt x="147" y="0"/>
                  <a:pt x="0" y="147"/>
                  <a:pt x="0" y="329"/>
                </a:cubicBezTo>
                <a:lnTo>
                  <a:pt x="0" y="2773"/>
                </a:lnTo>
                <a:cubicBezTo>
                  <a:pt x="0" y="2955"/>
                  <a:pt x="147" y="3103"/>
                  <a:pt x="329" y="3103"/>
                </a:cubicBezTo>
                <a:lnTo>
                  <a:pt x="3176" y="3103"/>
                </a:lnTo>
                <a:close/>
              </a:path>
            </a:pathLst>
          </a:custGeom>
          <a:solidFill>
            <a:srgbClr val="dce7d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9" name=""/>
          <p:cNvSpPr/>
          <p:nvPr/>
        </p:nvSpPr>
        <p:spPr>
          <a:xfrm>
            <a:off x="3724200" y="3175200"/>
            <a:ext cx="2287080" cy="1117080"/>
          </a:xfrm>
          <a:custGeom>
            <a:avLst/>
            <a:gdLst/>
            <a:ahLst/>
            <a:rect l="0" t="0" r="r" b="b"/>
            <a:pathLst>
              <a:path w="6353" h="3103">
                <a:moveTo>
                  <a:pt x="3176" y="3103"/>
                </a:moveTo>
                <a:lnTo>
                  <a:pt x="6024" y="3103"/>
                </a:lnTo>
                <a:cubicBezTo>
                  <a:pt x="6206" y="3103"/>
                  <a:pt x="6353" y="2955"/>
                  <a:pt x="6353" y="2773"/>
                </a:cubicBezTo>
                <a:lnTo>
                  <a:pt x="6353" y="329"/>
                </a:lnTo>
                <a:cubicBezTo>
                  <a:pt x="6353" y="147"/>
                  <a:pt x="6206" y="0"/>
                  <a:pt x="6024" y="0"/>
                </a:cubicBezTo>
                <a:lnTo>
                  <a:pt x="329" y="0"/>
                </a:lnTo>
                <a:cubicBezTo>
                  <a:pt x="147" y="0"/>
                  <a:pt x="0" y="147"/>
                  <a:pt x="0" y="329"/>
                </a:cubicBezTo>
                <a:lnTo>
                  <a:pt x="0" y="2773"/>
                </a:lnTo>
                <a:cubicBezTo>
                  <a:pt x="0" y="2955"/>
                  <a:pt x="147" y="3103"/>
                  <a:pt x="329" y="3103"/>
                </a:cubicBezTo>
                <a:lnTo>
                  <a:pt x="3176" y="3103"/>
                </a:lnTo>
                <a:close/>
              </a:path>
            </a:pathLst>
          </a:custGeom>
          <a:noFill/>
          <a:ln w="25560">
            <a:solidFill>
              <a:srgbClr val="476b4f"/>
            </a:solidFill>
            <a:miter/>
          </a:ln>
        </p:spPr>
        <p:txBody>
          <a:bodyPr lIns="102600" rIns="102600" tIns="57600" bIns="576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0" name=""/>
          <p:cNvSpPr txBox="1"/>
          <p:nvPr/>
        </p:nvSpPr>
        <p:spPr>
          <a:xfrm>
            <a:off x="3931560" y="3289320"/>
            <a:ext cx="7704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200" strike="noStrike" u="none">
                <a:solidFill>
                  <a:srgbClr val="66788d"/>
                </a:solidFill>
                <a:effectLst/>
                <a:uFillTx/>
                <a:latin typeface="Times New Roman"/>
              </a:rPr>
              <a:t>8</a:t>
            </a:r>
            <a:endParaRPr b="1" lang="en-US" sz="1200" strike="noStrike" u="none">
              <a:solidFill>
                <a:srgbClr val="66788d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841" name=""/>
          <p:cNvSpPr txBox="1"/>
          <p:nvPr/>
        </p:nvSpPr>
        <p:spPr>
          <a:xfrm>
            <a:off x="4151880" y="3585240"/>
            <a:ext cx="149004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330" strike="noStrike" u="none">
                <a:solidFill>
                  <a:srgbClr val="31523a"/>
                </a:solidFill>
                <a:effectLst/>
                <a:uFillTx/>
                <a:latin typeface="Times New Roman"/>
              </a:rPr>
              <a:t>BOUNDED CLAIM</a:t>
            </a:r>
            <a:endParaRPr b="1" lang="en-US" sz="1330" strike="noStrike" u="none">
              <a:solidFill>
                <a:srgbClr val="31523a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842" name=""/>
          <p:cNvSpPr txBox="1"/>
          <p:nvPr/>
        </p:nvSpPr>
        <p:spPr>
          <a:xfrm>
            <a:off x="4092480" y="3907080"/>
            <a:ext cx="159300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1070" strike="noStrike" u="none">
                <a:solidFill>
                  <a:srgbClr val="52667f"/>
                </a:solidFill>
                <a:effectLst/>
                <a:uFillTx/>
                <a:latin typeface="Times New Roman"/>
              </a:rPr>
              <a:t>strongest warranted sentence</a:t>
            </a:r>
            <a:endParaRPr b="0" i="1" lang="en-US" sz="1070" strike="noStrike" u="none">
              <a:solidFill>
                <a:srgbClr val="52667f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843" name=""/>
          <p:cNvSpPr/>
          <p:nvPr/>
        </p:nvSpPr>
        <p:spPr>
          <a:xfrm>
            <a:off x="1013400" y="3175200"/>
            <a:ext cx="2287080" cy="1117080"/>
          </a:xfrm>
          <a:custGeom>
            <a:avLst/>
            <a:gdLst/>
            <a:ahLst/>
            <a:rect l="0" t="0" r="r" b="b"/>
            <a:pathLst>
              <a:path w="6353" h="3103">
                <a:moveTo>
                  <a:pt x="3177" y="3103"/>
                </a:moveTo>
                <a:lnTo>
                  <a:pt x="6024" y="3103"/>
                </a:lnTo>
                <a:cubicBezTo>
                  <a:pt x="6206" y="3103"/>
                  <a:pt x="6353" y="2955"/>
                  <a:pt x="6353" y="2773"/>
                </a:cubicBezTo>
                <a:lnTo>
                  <a:pt x="6353" y="329"/>
                </a:lnTo>
                <a:cubicBezTo>
                  <a:pt x="6353" y="147"/>
                  <a:pt x="6206" y="0"/>
                  <a:pt x="6024" y="0"/>
                </a:cubicBezTo>
                <a:lnTo>
                  <a:pt x="329" y="0"/>
                </a:lnTo>
                <a:cubicBezTo>
                  <a:pt x="147" y="0"/>
                  <a:pt x="0" y="147"/>
                  <a:pt x="0" y="329"/>
                </a:cubicBezTo>
                <a:lnTo>
                  <a:pt x="0" y="2773"/>
                </a:lnTo>
                <a:cubicBezTo>
                  <a:pt x="0" y="2955"/>
                  <a:pt x="147" y="3103"/>
                  <a:pt x="329" y="3103"/>
                </a:cubicBezTo>
                <a:lnTo>
                  <a:pt x="3177" y="3103"/>
                </a:lnTo>
                <a:close/>
              </a:path>
            </a:pathLst>
          </a:custGeom>
          <a:solidFill>
            <a:srgbClr val="dce7d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4" name=""/>
          <p:cNvSpPr/>
          <p:nvPr/>
        </p:nvSpPr>
        <p:spPr>
          <a:xfrm>
            <a:off x="1013400" y="3175200"/>
            <a:ext cx="2287080" cy="1117080"/>
          </a:xfrm>
          <a:custGeom>
            <a:avLst/>
            <a:gdLst/>
            <a:ahLst/>
            <a:rect l="0" t="0" r="r" b="b"/>
            <a:pathLst>
              <a:path w="6353" h="3103">
                <a:moveTo>
                  <a:pt x="3177" y="3103"/>
                </a:moveTo>
                <a:lnTo>
                  <a:pt x="6024" y="3103"/>
                </a:lnTo>
                <a:cubicBezTo>
                  <a:pt x="6206" y="3103"/>
                  <a:pt x="6353" y="2955"/>
                  <a:pt x="6353" y="2773"/>
                </a:cubicBezTo>
                <a:lnTo>
                  <a:pt x="6353" y="329"/>
                </a:lnTo>
                <a:cubicBezTo>
                  <a:pt x="6353" y="147"/>
                  <a:pt x="6206" y="0"/>
                  <a:pt x="6024" y="0"/>
                </a:cubicBezTo>
                <a:lnTo>
                  <a:pt x="329" y="0"/>
                </a:lnTo>
                <a:cubicBezTo>
                  <a:pt x="147" y="0"/>
                  <a:pt x="0" y="147"/>
                  <a:pt x="0" y="329"/>
                </a:cubicBezTo>
                <a:lnTo>
                  <a:pt x="0" y="2773"/>
                </a:lnTo>
                <a:cubicBezTo>
                  <a:pt x="0" y="2955"/>
                  <a:pt x="147" y="3103"/>
                  <a:pt x="329" y="3103"/>
                </a:cubicBezTo>
                <a:lnTo>
                  <a:pt x="3177" y="3103"/>
                </a:lnTo>
                <a:close/>
              </a:path>
            </a:pathLst>
          </a:custGeom>
          <a:noFill/>
          <a:ln w="25560">
            <a:solidFill>
              <a:srgbClr val="476b4f"/>
            </a:solidFill>
            <a:miter/>
          </a:ln>
        </p:spPr>
        <p:txBody>
          <a:bodyPr lIns="102600" rIns="102600" tIns="57600" bIns="576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5" name=""/>
          <p:cNvSpPr txBox="1"/>
          <p:nvPr/>
        </p:nvSpPr>
        <p:spPr>
          <a:xfrm>
            <a:off x="1220760" y="3289320"/>
            <a:ext cx="7704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200" strike="noStrike" u="none">
                <a:solidFill>
                  <a:srgbClr val="66788d"/>
                </a:solidFill>
                <a:effectLst/>
                <a:uFillTx/>
                <a:latin typeface="Times New Roman"/>
              </a:rPr>
              <a:t>9</a:t>
            </a:r>
            <a:endParaRPr b="1" lang="en-US" sz="1200" strike="noStrike" u="none">
              <a:solidFill>
                <a:srgbClr val="66788d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846" name=""/>
          <p:cNvSpPr txBox="1"/>
          <p:nvPr/>
        </p:nvSpPr>
        <p:spPr>
          <a:xfrm>
            <a:off x="1500480" y="3585240"/>
            <a:ext cx="136296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330" strike="noStrike" u="none">
                <a:solidFill>
                  <a:srgbClr val="31523a"/>
                </a:solidFill>
                <a:effectLst/>
                <a:uFillTx/>
                <a:latin typeface="Times New Roman"/>
              </a:rPr>
              <a:t>CONTRIBUTION</a:t>
            </a:r>
            <a:endParaRPr b="1" lang="en-US" sz="1330" strike="noStrike" u="none">
              <a:solidFill>
                <a:srgbClr val="31523a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847" name=""/>
          <p:cNvSpPr txBox="1"/>
          <p:nvPr/>
        </p:nvSpPr>
        <p:spPr>
          <a:xfrm>
            <a:off x="1517400" y="3907080"/>
            <a:ext cx="131436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1070" strike="noStrike" u="none">
                <a:solidFill>
                  <a:srgbClr val="52667f"/>
                </a:solidFill>
                <a:effectLst/>
                <a:uFillTx/>
                <a:latin typeface="Times New Roman"/>
              </a:rPr>
              <a:t>what remains defensible</a:t>
            </a:r>
            <a:endParaRPr b="0" i="1" lang="en-US" sz="1070" strike="noStrike" u="none">
              <a:solidFill>
                <a:srgbClr val="52667f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848" name=""/>
          <p:cNvSpPr/>
          <p:nvPr/>
        </p:nvSpPr>
        <p:spPr>
          <a:xfrm flipH="1">
            <a:off x="8781120" y="3733560"/>
            <a:ext cx="330480" cy="0"/>
          </a:xfrm>
          <a:prstGeom prst="line">
            <a:avLst/>
          </a:prstGeom>
          <a:ln w="33840">
            <a:solidFill>
              <a:srgbClr val="284d7a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6920" rIns="106920" tIns="-61920" bIns="-619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9" name=""/>
          <p:cNvSpPr/>
          <p:nvPr/>
        </p:nvSpPr>
        <p:spPr>
          <a:xfrm>
            <a:off x="8747280" y="3564000"/>
            <a:ext cx="338760" cy="338760"/>
          </a:xfrm>
          <a:custGeom>
            <a:avLst/>
            <a:gdLst/>
            <a:ahLst/>
            <a:rect l="0" t="0" r="r" b="b"/>
            <a:pathLst>
              <a:path w="941" h="941">
                <a:moveTo>
                  <a:pt x="941" y="941"/>
                </a:moveTo>
                <a:lnTo>
                  <a:pt x="0" y="471"/>
                </a:lnTo>
                <a:lnTo>
                  <a:pt x="941" y="0"/>
                </a:lnTo>
                <a:lnTo>
                  <a:pt x="941" y="941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0" name=""/>
          <p:cNvSpPr/>
          <p:nvPr/>
        </p:nvSpPr>
        <p:spPr>
          <a:xfrm>
            <a:off x="8747280" y="3564000"/>
            <a:ext cx="338760" cy="338760"/>
          </a:xfrm>
          <a:custGeom>
            <a:avLst/>
            <a:gdLst/>
            <a:ahLst/>
            <a:rect l="0" t="0" r="r" b="b"/>
            <a:pathLst>
              <a:path w="941" h="941">
                <a:moveTo>
                  <a:pt x="941" y="941"/>
                </a:moveTo>
                <a:lnTo>
                  <a:pt x="0" y="471"/>
                </a:lnTo>
                <a:lnTo>
                  <a:pt x="941" y="0"/>
                </a:lnTo>
                <a:lnTo>
                  <a:pt x="941" y="941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1" name=""/>
          <p:cNvSpPr/>
          <p:nvPr/>
        </p:nvSpPr>
        <p:spPr>
          <a:xfrm>
            <a:off x="8747280" y="3564000"/>
            <a:ext cx="338760" cy="338760"/>
          </a:xfrm>
          <a:custGeom>
            <a:avLst/>
            <a:gdLst/>
            <a:ahLst/>
            <a:rect l="0" t="0" r="r" b="b"/>
            <a:pathLst>
              <a:path w="941" h="941">
                <a:moveTo>
                  <a:pt x="941" y="941"/>
                </a:moveTo>
                <a:lnTo>
                  <a:pt x="0" y="471"/>
                </a:lnTo>
                <a:lnTo>
                  <a:pt x="941" y="0"/>
                </a:lnTo>
                <a:lnTo>
                  <a:pt x="941" y="941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2" name=""/>
          <p:cNvSpPr/>
          <p:nvPr/>
        </p:nvSpPr>
        <p:spPr>
          <a:xfrm>
            <a:off x="8747280" y="3564000"/>
            <a:ext cx="338760" cy="338760"/>
          </a:xfrm>
          <a:custGeom>
            <a:avLst/>
            <a:gdLst/>
            <a:ahLst/>
            <a:rect l="0" t="0" r="r" b="b"/>
            <a:pathLst>
              <a:path w="941" h="941">
                <a:moveTo>
                  <a:pt x="941" y="941"/>
                </a:moveTo>
                <a:lnTo>
                  <a:pt x="0" y="471"/>
                </a:lnTo>
                <a:lnTo>
                  <a:pt x="941" y="0"/>
                </a:lnTo>
                <a:lnTo>
                  <a:pt x="941" y="941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3" name=""/>
          <p:cNvSpPr/>
          <p:nvPr/>
        </p:nvSpPr>
        <p:spPr>
          <a:xfrm>
            <a:off x="8747280" y="3564000"/>
            <a:ext cx="338760" cy="338760"/>
          </a:xfrm>
          <a:custGeom>
            <a:avLst/>
            <a:gdLst/>
            <a:ahLst/>
            <a:rect l="0" t="0" r="r" b="b"/>
            <a:pathLst>
              <a:path w="941" h="941">
                <a:moveTo>
                  <a:pt x="941" y="941"/>
                </a:moveTo>
                <a:lnTo>
                  <a:pt x="0" y="471"/>
                </a:lnTo>
                <a:lnTo>
                  <a:pt x="941" y="0"/>
                </a:lnTo>
                <a:lnTo>
                  <a:pt x="941" y="941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4" name=""/>
          <p:cNvSpPr/>
          <p:nvPr/>
        </p:nvSpPr>
        <p:spPr>
          <a:xfrm>
            <a:off x="8747280" y="3564000"/>
            <a:ext cx="338760" cy="338760"/>
          </a:xfrm>
          <a:custGeom>
            <a:avLst/>
            <a:gdLst/>
            <a:ahLst/>
            <a:rect l="0" t="0" r="r" b="b"/>
            <a:pathLst>
              <a:path w="941" h="941">
                <a:moveTo>
                  <a:pt x="941" y="941"/>
                </a:moveTo>
                <a:lnTo>
                  <a:pt x="0" y="471"/>
                </a:lnTo>
                <a:lnTo>
                  <a:pt x="941" y="0"/>
                </a:lnTo>
                <a:lnTo>
                  <a:pt x="941" y="941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5" name=""/>
          <p:cNvSpPr/>
          <p:nvPr/>
        </p:nvSpPr>
        <p:spPr>
          <a:xfrm flipH="1">
            <a:off x="6070680" y="3733560"/>
            <a:ext cx="330120" cy="0"/>
          </a:xfrm>
          <a:prstGeom prst="line">
            <a:avLst/>
          </a:prstGeom>
          <a:ln w="33840">
            <a:solidFill>
              <a:srgbClr val="284d7a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6920" rIns="106920" tIns="-61920" bIns="-619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6" name=""/>
          <p:cNvSpPr/>
          <p:nvPr/>
        </p:nvSpPr>
        <p:spPr>
          <a:xfrm>
            <a:off x="6036840" y="3564000"/>
            <a:ext cx="338400" cy="338760"/>
          </a:xfrm>
          <a:custGeom>
            <a:avLst/>
            <a:gdLst/>
            <a:ahLst/>
            <a:rect l="0" t="0" r="r" b="b"/>
            <a:pathLst>
              <a:path w="940" h="941">
                <a:moveTo>
                  <a:pt x="940" y="941"/>
                </a:moveTo>
                <a:lnTo>
                  <a:pt x="0" y="471"/>
                </a:lnTo>
                <a:lnTo>
                  <a:pt x="940" y="0"/>
                </a:lnTo>
                <a:lnTo>
                  <a:pt x="940" y="941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7" name=""/>
          <p:cNvSpPr/>
          <p:nvPr/>
        </p:nvSpPr>
        <p:spPr>
          <a:xfrm>
            <a:off x="6036840" y="3564000"/>
            <a:ext cx="338400" cy="338760"/>
          </a:xfrm>
          <a:custGeom>
            <a:avLst/>
            <a:gdLst/>
            <a:ahLst/>
            <a:rect l="0" t="0" r="r" b="b"/>
            <a:pathLst>
              <a:path w="940" h="941">
                <a:moveTo>
                  <a:pt x="940" y="941"/>
                </a:moveTo>
                <a:lnTo>
                  <a:pt x="0" y="471"/>
                </a:lnTo>
                <a:lnTo>
                  <a:pt x="940" y="0"/>
                </a:lnTo>
                <a:lnTo>
                  <a:pt x="940" y="941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8" name=""/>
          <p:cNvSpPr/>
          <p:nvPr/>
        </p:nvSpPr>
        <p:spPr>
          <a:xfrm>
            <a:off x="6036840" y="3564000"/>
            <a:ext cx="338400" cy="338760"/>
          </a:xfrm>
          <a:custGeom>
            <a:avLst/>
            <a:gdLst/>
            <a:ahLst/>
            <a:rect l="0" t="0" r="r" b="b"/>
            <a:pathLst>
              <a:path w="940" h="941">
                <a:moveTo>
                  <a:pt x="940" y="941"/>
                </a:moveTo>
                <a:lnTo>
                  <a:pt x="0" y="471"/>
                </a:lnTo>
                <a:lnTo>
                  <a:pt x="940" y="0"/>
                </a:lnTo>
                <a:lnTo>
                  <a:pt x="940" y="941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9" name=""/>
          <p:cNvSpPr/>
          <p:nvPr/>
        </p:nvSpPr>
        <p:spPr>
          <a:xfrm>
            <a:off x="6036840" y="3564000"/>
            <a:ext cx="338400" cy="338760"/>
          </a:xfrm>
          <a:custGeom>
            <a:avLst/>
            <a:gdLst/>
            <a:ahLst/>
            <a:rect l="0" t="0" r="r" b="b"/>
            <a:pathLst>
              <a:path w="940" h="941">
                <a:moveTo>
                  <a:pt x="940" y="941"/>
                </a:moveTo>
                <a:lnTo>
                  <a:pt x="0" y="471"/>
                </a:lnTo>
                <a:lnTo>
                  <a:pt x="940" y="0"/>
                </a:lnTo>
                <a:lnTo>
                  <a:pt x="940" y="941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0" name=""/>
          <p:cNvSpPr/>
          <p:nvPr/>
        </p:nvSpPr>
        <p:spPr>
          <a:xfrm>
            <a:off x="6036840" y="3564000"/>
            <a:ext cx="338400" cy="338760"/>
          </a:xfrm>
          <a:custGeom>
            <a:avLst/>
            <a:gdLst/>
            <a:ahLst/>
            <a:rect l="0" t="0" r="r" b="b"/>
            <a:pathLst>
              <a:path w="940" h="941">
                <a:moveTo>
                  <a:pt x="940" y="941"/>
                </a:moveTo>
                <a:lnTo>
                  <a:pt x="0" y="471"/>
                </a:lnTo>
                <a:lnTo>
                  <a:pt x="940" y="0"/>
                </a:lnTo>
                <a:lnTo>
                  <a:pt x="940" y="941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1" name=""/>
          <p:cNvSpPr/>
          <p:nvPr/>
        </p:nvSpPr>
        <p:spPr>
          <a:xfrm>
            <a:off x="6036840" y="3564000"/>
            <a:ext cx="338400" cy="338760"/>
          </a:xfrm>
          <a:custGeom>
            <a:avLst/>
            <a:gdLst/>
            <a:ahLst/>
            <a:rect l="0" t="0" r="r" b="b"/>
            <a:pathLst>
              <a:path w="940" h="941">
                <a:moveTo>
                  <a:pt x="940" y="941"/>
                </a:moveTo>
                <a:lnTo>
                  <a:pt x="0" y="471"/>
                </a:lnTo>
                <a:lnTo>
                  <a:pt x="940" y="0"/>
                </a:lnTo>
                <a:lnTo>
                  <a:pt x="940" y="941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2" name=""/>
          <p:cNvSpPr/>
          <p:nvPr/>
        </p:nvSpPr>
        <p:spPr>
          <a:xfrm>
            <a:off x="6036840" y="3564000"/>
            <a:ext cx="338400" cy="338760"/>
          </a:xfrm>
          <a:custGeom>
            <a:avLst/>
            <a:gdLst/>
            <a:ahLst/>
            <a:rect l="0" t="0" r="r" b="b"/>
            <a:pathLst>
              <a:path w="940" h="941">
                <a:moveTo>
                  <a:pt x="940" y="941"/>
                </a:moveTo>
                <a:lnTo>
                  <a:pt x="0" y="471"/>
                </a:lnTo>
                <a:lnTo>
                  <a:pt x="940" y="0"/>
                </a:lnTo>
                <a:lnTo>
                  <a:pt x="940" y="941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3" name=""/>
          <p:cNvSpPr/>
          <p:nvPr/>
        </p:nvSpPr>
        <p:spPr>
          <a:xfrm flipH="1">
            <a:off x="3359880" y="3733560"/>
            <a:ext cx="330480" cy="0"/>
          </a:xfrm>
          <a:prstGeom prst="line">
            <a:avLst/>
          </a:prstGeom>
          <a:ln w="33840">
            <a:solidFill>
              <a:srgbClr val="284d7a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6920" rIns="106920" tIns="-61920" bIns="-619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4" name=""/>
          <p:cNvSpPr/>
          <p:nvPr/>
        </p:nvSpPr>
        <p:spPr>
          <a:xfrm>
            <a:off x="3326040" y="3564000"/>
            <a:ext cx="338760" cy="338760"/>
          </a:xfrm>
          <a:custGeom>
            <a:avLst/>
            <a:gdLst/>
            <a:ahLst/>
            <a:rect l="0" t="0" r="r" b="b"/>
            <a:pathLst>
              <a:path w="941" h="941">
                <a:moveTo>
                  <a:pt x="941" y="941"/>
                </a:moveTo>
                <a:lnTo>
                  <a:pt x="0" y="471"/>
                </a:lnTo>
                <a:lnTo>
                  <a:pt x="941" y="0"/>
                </a:lnTo>
                <a:lnTo>
                  <a:pt x="941" y="941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5" name=""/>
          <p:cNvSpPr/>
          <p:nvPr/>
        </p:nvSpPr>
        <p:spPr>
          <a:xfrm>
            <a:off x="3326040" y="3564000"/>
            <a:ext cx="338760" cy="338760"/>
          </a:xfrm>
          <a:custGeom>
            <a:avLst/>
            <a:gdLst/>
            <a:ahLst/>
            <a:rect l="0" t="0" r="r" b="b"/>
            <a:pathLst>
              <a:path w="941" h="941">
                <a:moveTo>
                  <a:pt x="941" y="941"/>
                </a:moveTo>
                <a:lnTo>
                  <a:pt x="0" y="471"/>
                </a:lnTo>
                <a:lnTo>
                  <a:pt x="941" y="0"/>
                </a:lnTo>
                <a:lnTo>
                  <a:pt x="941" y="941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6" name=""/>
          <p:cNvSpPr/>
          <p:nvPr/>
        </p:nvSpPr>
        <p:spPr>
          <a:xfrm>
            <a:off x="3326040" y="3564000"/>
            <a:ext cx="338760" cy="338760"/>
          </a:xfrm>
          <a:custGeom>
            <a:avLst/>
            <a:gdLst/>
            <a:ahLst/>
            <a:rect l="0" t="0" r="r" b="b"/>
            <a:pathLst>
              <a:path w="941" h="941">
                <a:moveTo>
                  <a:pt x="941" y="941"/>
                </a:moveTo>
                <a:lnTo>
                  <a:pt x="0" y="471"/>
                </a:lnTo>
                <a:lnTo>
                  <a:pt x="941" y="0"/>
                </a:lnTo>
                <a:lnTo>
                  <a:pt x="941" y="941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7" name=""/>
          <p:cNvSpPr/>
          <p:nvPr/>
        </p:nvSpPr>
        <p:spPr>
          <a:xfrm>
            <a:off x="3326040" y="3564000"/>
            <a:ext cx="338760" cy="338760"/>
          </a:xfrm>
          <a:custGeom>
            <a:avLst/>
            <a:gdLst/>
            <a:ahLst/>
            <a:rect l="0" t="0" r="r" b="b"/>
            <a:pathLst>
              <a:path w="941" h="941">
                <a:moveTo>
                  <a:pt x="941" y="941"/>
                </a:moveTo>
                <a:lnTo>
                  <a:pt x="0" y="471"/>
                </a:lnTo>
                <a:lnTo>
                  <a:pt x="941" y="0"/>
                </a:lnTo>
                <a:lnTo>
                  <a:pt x="941" y="941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8" name=""/>
          <p:cNvSpPr/>
          <p:nvPr/>
        </p:nvSpPr>
        <p:spPr>
          <a:xfrm>
            <a:off x="3326040" y="3564000"/>
            <a:ext cx="338760" cy="338760"/>
          </a:xfrm>
          <a:custGeom>
            <a:avLst/>
            <a:gdLst/>
            <a:ahLst/>
            <a:rect l="0" t="0" r="r" b="b"/>
            <a:pathLst>
              <a:path w="941" h="941">
                <a:moveTo>
                  <a:pt x="941" y="941"/>
                </a:moveTo>
                <a:lnTo>
                  <a:pt x="0" y="471"/>
                </a:lnTo>
                <a:lnTo>
                  <a:pt x="941" y="0"/>
                </a:lnTo>
                <a:lnTo>
                  <a:pt x="941" y="941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9" name=""/>
          <p:cNvSpPr/>
          <p:nvPr/>
        </p:nvSpPr>
        <p:spPr>
          <a:xfrm>
            <a:off x="3326040" y="3564000"/>
            <a:ext cx="338760" cy="338760"/>
          </a:xfrm>
          <a:custGeom>
            <a:avLst/>
            <a:gdLst/>
            <a:ahLst/>
            <a:rect l="0" t="0" r="r" b="b"/>
            <a:pathLst>
              <a:path w="941" h="941">
                <a:moveTo>
                  <a:pt x="941" y="941"/>
                </a:moveTo>
                <a:lnTo>
                  <a:pt x="0" y="471"/>
                </a:lnTo>
                <a:lnTo>
                  <a:pt x="941" y="0"/>
                </a:lnTo>
                <a:lnTo>
                  <a:pt x="941" y="941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0" name=""/>
          <p:cNvSpPr/>
          <p:nvPr/>
        </p:nvSpPr>
        <p:spPr>
          <a:xfrm>
            <a:off x="3326040" y="3564000"/>
            <a:ext cx="338760" cy="338760"/>
          </a:xfrm>
          <a:custGeom>
            <a:avLst/>
            <a:gdLst/>
            <a:ahLst/>
            <a:rect l="0" t="0" r="r" b="b"/>
            <a:pathLst>
              <a:path w="941" h="941">
                <a:moveTo>
                  <a:pt x="941" y="941"/>
                </a:moveTo>
                <a:lnTo>
                  <a:pt x="0" y="471"/>
                </a:lnTo>
                <a:lnTo>
                  <a:pt x="941" y="0"/>
                </a:lnTo>
                <a:lnTo>
                  <a:pt x="941" y="941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1" name=""/>
          <p:cNvSpPr/>
          <p:nvPr/>
        </p:nvSpPr>
        <p:spPr>
          <a:xfrm>
            <a:off x="3326040" y="3564000"/>
            <a:ext cx="338760" cy="338760"/>
          </a:xfrm>
          <a:custGeom>
            <a:avLst/>
            <a:gdLst/>
            <a:ahLst/>
            <a:rect l="0" t="0" r="r" b="b"/>
            <a:pathLst>
              <a:path w="941" h="941">
                <a:moveTo>
                  <a:pt x="941" y="941"/>
                </a:moveTo>
                <a:lnTo>
                  <a:pt x="0" y="471"/>
                </a:lnTo>
                <a:lnTo>
                  <a:pt x="941" y="0"/>
                </a:lnTo>
                <a:lnTo>
                  <a:pt x="941" y="941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2" name=""/>
          <p:cNvSpPr/>
          <p:nvPr/>
        </p:nvSpPr>
        <p:spPr>
          <a:xfrm>
            <a:off x="2114640" y="4910040"/>
            <a:ext cx="7962480" cy="779040"/>
          </a:xfrm>
          <a:custGeom>
            <a:avLst/>
            <a:gdLst/>
            <a:ahLst/>
            <a:rect l="0" t="0" r="r" b="b"/>
            <a:pathLst>
              <a:path w="22118" h="2164">
                <a:moveTo>
                  <a:pt x="11060" y="2164"/>
                </a:moveTo>
                <a:lnTo>
                  <a:pt x="21695" y="2164"/>
                </a:lnTo>
                <a:cubicBezTo>
                  <a:pt x="21928" y="2164"/>
                  <a:pt x="22118" y="1974"/>
                  <a:pt x="22118" y="1741"/>
                </a:cubicBezTo>
                <a:lnTo>
                  <a:pt x="22118" y="424"/>
                </a:lnTo>
                <a:cubicBezTo>
                  <a:pt x="22118" y="190"/>
                  <a:pt x="21928" y="0"/>
                  <a:pt x="21695" y="0"/>
                </a:cubicBezTo>
                <a:lnTo>
                  <a:pt x="423" y="0"/>
                </a:lnTo>
                <a:cubicBezTo>
                  <a:pt x="190" y="0"/>
                  <a:pt x="0" y="190"/>
                  <a:pt x="0" y="424"/>
                </a:cubicBezTo>
                <a:lnTo>
                  <a:pt x="0" y="1741"/>
                </a:lnTo>
                <a:cubicBezTo>
                  <a:pt x="0" y="1974"/>
                  <a:pt x="190" y="2164"/>
                  <a:pt x="423" y="2164"/>
                </a:cubicBezTo>
                <a:lnTo>
                  <a:pt x="11060" y="2164"/>
                </a:lnTo>
                <a:close/>
              </a:path>
            </a:pathLst>
          </a:custGeom>
          <a:solidFill>
            <a:srgbClr val="fff1e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3" name=""/>
          <p:cNvSpPr/>
          <p:nvPr/>
        </p:nvSpPr>
        <p:spPr>
          <a:xfrm>
            <a:off x="2114640" y="4910040"/>
            <a:ext cx="7962480" cy="779040"/>
          </a:xfrm>
          <a:custGeom>
            <a:avLst/>
            <a:gdLst/>
            <a:ahLst/>
            <a:rect l="0" t="0" r="r" b="b"/>
            <a:pathLst>
              <a:path w="22118" h="2164">
                <a:moveTo>
                  <a:pt x="11060" y="2164"/>
                </a:moveTo>
                <a:lnTo>
                  <a:pt x="21695" y="2164"/>
                </a:lnTo>
                <a:cubicBezTo>
                  <a:pt x="21928" y="2164"/>
                  <a:pt x="22118" y="1974"/>
                  <a:pt x="22118" y="1741"/>
                </a:cubicBezTo>
                <a:lnTo>
                  <a:pt x="22118" y="424"/>
                </a:lnTo>
                <a:cubicBezTo>
                  <a:pt x="22118" y="190"/>
                  <a:pt x="21928" y="0"/>
                  <a:pt x="21695" y="0"/>
                </a:cubicBezTo>
                <a:lnTo>
                  <a:pt x="423" y="0"/>
                </a:lnTo>
                <a:cubicBezTo>
                  <a:pt x="190" y="0"/>
                  <a:pt x="0" y="190"/>
                  <a:pt x="0" y="424"/>
                </a:cubicBezTo>
                <a:lnTo>
                  <a:pt x="0" y="1741"/>
                </a:lnTo>
                <a:cubicBezTo>
                  <a:pt x="0" y="1974"/>
                  <a:pt x="190" y="2164"/>
                  <a:pt x="423" y="2164"/>
                </a:cubicBezTo>
                <a:lnTo>
                  <a:pt x="11060" y="2164"/>
                </a:lnTo>
                <a:close/>
              </a:path>
            </a:pathLst>
          </a:custGeom>
          <a:noFill/>
          <a:ln w="33840">
            <a:solidFill>
              <a:srgbClr val="9b3b2f"/>
            </a:solidFill>
            <a:miter/>
          </a:ln>
        </p:spPr>
        <p:txBody>
          <a:bodyPr lIns="106920" rIns="106920" tIns="61920" bIns="619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4" name=""/>
          <p:cNvSpPr txBox="1"/>
          <p:nvPr/>
        </p:nvSpPr>
        <p:spPr>
          <a:xfrm>
            <a:off x="4795560" y="5024520"/>
            <a:ext cx="2624040" cy="236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670" strike="noStrike" u="none">
                <a:solidFill>
                  <a:srgbClr val="7c3027"/>
                </a:solidFill>
                <a:effectLst/>
                <a:uFillTx/>
                <a:latin typeface="Times New Roman"/>
              </a:rPr>
              <a:t>FORBIDDEN SHORTCUTS</a:t>
            </a:r>
            <a:endParaRPr b="1" lang="en-US" sz="1670" strike="noStrike" u="none">
              <a:solidFill>
                <a:srgbClr val="7c3027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875" name=""/>
          <p:cNvSpPr txBox="1"/>
          <p:nvPr/>
        </p:nvSpPr>
        <p:spPr>
          <a:xfrm>
            <a:off x="4321440" y="5337720"/>
            <a:ext cx="3591000" cy="202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1400" strike="noStrike" u="none">
                <a:solidFill>
                  <a:srgbClr val="7c3027"/>
                </a:solidFill>
                <a:effectLst/>
                <a:uFillTx/>
                <a:latin typeface="Times New Roman"/>
              </a:rPr>
              <a:t>accepted output → claim | metric → contribution</a:t>
            </a:r>
            <a:endParaRPr b="0" i="1" lang="en-US" sz="1400" strike="noStrike" u="none">
              <a:solidFill>
                <a:srgbClr val="7c3027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876" name=""/>
          <p:cNvSpPr txBox="1"/>
          <p:nvPr/>
        </p:nvSpPr>
        <p:spPr>
          <a:xfrm>
            <a:off x="3296160" y="6023520"/>
            <a:ext cx="5675040" cy="202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1400" strike="noStrike" u="none">
                <a:solidFill>
                  <a:srgbClr val="4c6078"/>
                </a:solidFill>
                <a:effectLst/>
                <a:uFillTx/>
                <a:latin typeface="Times New Roman"/>
              </a:rPr>
              <a:t>conditions · uncertainty · alternatives · excluded scope govern every transition</a:t>
            </a:r>
            <a:endParaRPr b="0" i="1" lang="en-US" sz="1400" strike="noStrike" u="none">
              <a:solidFill>
                <a:srgbClr val="4c6078"/>
              </a:solidFill>
              <a:effectLst/>
              <a:uFillTx/>
              <a:latin typeface="Times New Roman"/>
              <a:ea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"/>
          <p:cNvSpPr/>
          <p:nvPr/>
        </p:nvSpPr>
        <p:spPr>
          <a:xfrm>
            <a:off x="511920" y="166320"/>
            <a:ext cx="11167560" cy="6525000"/>
          </a:xfrm>
          <a:custGeom>
            <a:avLst/>
            <a:gdLst/>
            <a:ahLst/>
            <a:rect l="0" t="0" r="r" b="b"/>
            <a:pathLst>
              <a:path w="31021" h="18125">
                <a:moveTo>
                  <a:pt x="0" y="0"/>
                </a:moveTo>
                <a:lnTo>
                  <a:pt x="31021" y="0"/>
                </a:lnTo>
                <a:lnTo>
                  <a:pt x="31021" y="18125"/>
                </a:lnTo>
                <a:lnTo>
                  <a:pt x="0" y="181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8" name=""/>
          <p:cNvSpPr/>
          <p:nvPr/>
        </p:nvSpPr>
        <p:spPr>
          <a:xfrm>
            <a:off x="4334760" y="2441520"/>
            <a:ext cx="3521880" cy="1760040"/>
          </a:xfrm>
          <a:custGeom>
            <a:avLst/>
            <a:gdLst/>
            <a:ahLst/>
            <a:rect l="0" t="0" r="r" b="b"/>
            <a:pathLst>
              <a:path w="9783" h="4889">
                <a:moveTo>
                  <a:pt x="4892" y="4889"/>
                </a:moveTo>
                <a:lnTo>
                  <a:pt x="9210" y="4889"/>
                </a:lnTo>
                <a:cubicBezTo>
                  <a:pt x="9527" y="4889"/>
                  <a:pt x="9783" y="4632"/>
                  <a:pt x="9783" y="4316"/>
                </a:cubicBezTo>
                <a:lnTo>
                  <a:pt x="9783" y="573"/>
                </a:lnTo>
                <a:cubicBezTo>
                  <a:pt x="9783" y="257"/>
                  <a:pt x="9527" y="0"/>
                  <a:pt x="9210" y="0"/>
                </a:cubicBezTo>
                <a:lnTo>
                  <a:pt x="573" y="0"/>
                </a:lnTo>
                <a:cubicBezTo>
                  <a:pt x="256" y="0"/>
                  <a:pt x="0" y="257"/>
                  <a:pt x="0" y="573"/>
                </a:cubicBezTo>
                <a:lnTo>
                  <a:pt x="0" y="4316"/>
                </a:lnTo>
                <a:cubicBezTo>
                  <a:pt x="0" y="4632"/>
                  <a:pt x="256" y="4889"/>
                  <a:pt x="573" y="4889"/>
                </a:cubicBezTo>
                <a:lnTo>
                  <a:pt x="4892" y="4889"/>
                </a:lnTo>
                <a:close/>
              </a:path>
            </a:pathLst>
          </a:custGeom>
          <a:solidFill>
            <a:srgbClr val="edf0f3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9" name=""/>
          <p:cNvSpPr/>
          <p:nvPr/>
        </p:nvSpPr>
        <p:spPr>
          <a:xfrm>
            <a:off x="4334760" y="2441520"/>
            <a:ext cx="3521880" cy="1760040"/>
          </a:xfrm>
          <a:custGeom>
            <a:avLst/>
            <a:gdLst/>
            <a:ahLst/>
            <a:rect l="0" t="0" r="r" b="b"/>
            <a:pathLst>
              <a:path w="9783" h="4889">
                <a:moveTo>
                  <a:pt x="4892" y="4889"/>
                </a:moveTo>
                <a:lnTo>
                  <a:pt x="9210" y="4889"/>
                </a:lnTo>
                <a:cubicBezTo>
                  <a:pt x="9527" y="4889"/>
                  <a:pt x="9783" y="4632"/>
                  <a:pt x="9783" y="4316"/>
                </a:cubicBezTo>
                <a:lnTo>
                  <a:pt x="9783" y="573"/>
                </a:lnTo>
                <a:cubicBezTo>
                  <a:pt x="9783" y="257"/>
                  <a:pt x="9527" y="0"/>
                  <a:pt x="9210" y="0"/>
                </a:cubicBezTo>
                <a:lnTo>
                  <a:pt x="573" y="0"/>
                </a:lnTo>
                <a:cubicBezTo>
                  <a:pt x="256" y="0"/>
                  <a:pt x="0" y="257"/>
                  <a:pt x="0" y="573"/>
                </a:cubicBezTo>
                <a:lnTo>
                  <a:pt x="0" y="4316"/>
                </a:lnTo>
                <a:cubicBezTo>
                  <a:pt x="0" y="4632"/>
                  <a:pt x="256" y="4889"/>
                  <a:pt x="573" y="4889"/>
                </a:cubicBezTo>
                <a:lnTo>
                  <a:pt x="4892" y="4889"/>
                </a:lnTo>
                <a:close/>
              </a:path>
            </a:pathLst>
          </a:custGeom>
          <a:noFill/>
          <a:ln w="34200">
            <a:solidFill>
              <a:srgbClr val="3d4b58"/>
            </a:solidFill>
            <a:miter/>
          </a:ln>
        </p:spPr>
        <p:txBody>
          <a:bodyPr lIns="106920" rIns="106920" tIns="61920" bIns="619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0" name=""/>
          <p:cNvSpPr txBox="1"/>
          <p:nvPr/>
        </p:nvSpPr>
        <p:spPr>
          <a:xfrm>
            <a:off x="4588200" y="2686320"/>
            <a:ext cx="3043440" cy="274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960" strike="noStrike" u="none">
                <a:solidFill>
                  <a:srgbClr val="303e4b"/>
                </a:solidFill>
                <a:effectLst/>
                <a:uFillTx/>
                <a:latin typeface="Times New Roman"/>
              </a:rPr>
              <a:t>MINIMUM MEANINGFUL</a:t>
            </a:r>
            <a:endParaRPr b="1" lang="en-US" sz="1960" strike="noStrike" u="none">
              <a:solidFill>
                <a:srgbClr val="303e4b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881" name=""/>
          <p:cNvSpPr txBox="1"/>
          <p:nvPr/>
        </p:nvSpPr>
        <p:spPr>
          <a:xfrm>
            <a:off x="5644800" y="2978280"/>
            <a:ext cx="919440" cy="295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090" strike="noStrike" u="none">
                <a:solidFill>
                  <a:srgbClr val="303e4b"/>
                </a:solidFill>
                <a:effectLst/>
                <a:uFillTx/>
                <a:latin typeface="Times New Roman"/>
              </a:rPr>
              <a:t>CLAIM</a:t>
            </a:r>
            <a:endParaRPr b="1" lang="en-US" sz="2090" strike="noStrike" u="none">
              <a:solidFill>
                <a:srgbClr val="303e4b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882" name=""/>
          <p:cNvSpPr txBox="1"/>
          <p:nvPr/>
        </p:nvSpPr>
        <p:spPr>
          <a:xfrm>
            <a:off x="4914720" y="3416040"/>
            <a:ext cx="23727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1350" strike="noStrike" u="none">
                <a:solidFill>
                  <a:srgbClr val="52616f"/>
                </a:solidFill>
                <a:effectLst/>
                <a:uFillTx/>
                <a:latin typeface="Times New Roman"/>
              </a:rPr>
              <a:t>candidate wording + consequence</a:t>
            </a:r>
            <a:endParaRPr b="0" i="1" lang="en-US" sz="1350" strike="noStrike" u="none">
              <a:solidFill>
                <a:srgbClr val="52616f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883" name=""/>
          <p:cNvSpPr txBox="1"/>
          <p:nvPr/>
        </p:nvSpPr>
        <p:spPr>
          <a:xfrm>
            <a:off x="5034960" y="3716280"/>
            <a:ext cx="210852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1350" strike="noStrike" u="none">
                <a:solidFill>
                  <a:srgbClr val="52616f"/>
                </a:solidFill>
                <a:effectLst/>
                <a:uFillTx/>
                <a:latin typeface="Times New Roman"/>
              </a:rPr>
              <a:t>strongest non-trivial boundary</a:t>
            </a:r>
            <a:endParaRPr b="0" i="1" lang="en-US" sz="1350" strike="noStrike" u="none">
              <a:solidFill>
                <a:srgbClr val="52616f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884" name=""/>
          <p:cNvSpPr/>
          <p:nvPr/>
        </p:nvSpPr>
        <p:spPr>
          <a:xfrm>
            <a:off x="4119840" y="552600"/>
            <a:ext cx="3951720" cy="1073160"/>
          </a:xfrm>
          <a:custGeom>
            <a:avLst/>
            <a:gdLst/>
            <a:ahLst/>
            <a:rect l="0" t="0" r="r" b="b"/>
            <a:pathLst>
              <a:path w="10977" h="2981">
                <a:moveTo>
                  <a:pt x="5489" y="2981"/>
                </a:moveTo>
                <a:lnTo>
                  <a:pt x="10642" y="2981"/>
                </a:lnTo>
                <a:cubicBezTo>
                  <a:pt x="10827" y="2981"/>
                  <a:pt x="10977" y="2832"/>
                  <a:pt x="10977" y="2648"/>
                </a:cubicBezTo>
                <a:lnTo>
                  <a:pt x="10977" y="334"/>
                </a:lnTo>
                <a:cubicBezTo>
                  <a:pt x="10977" y="150"/>
                  <a:pt x="10827" y="0"/>
                  <a:pt x="10642" y="0"/>
                </a:cubicBezTo>
                <a:lnTo>
                  <a:pt x="335" y="0"/>
                </a:lnTo>
                <a:cubicBezTo>
                  <a:pt x="150" y="0"/>
                  <a:pt x="0" y="150"/>
                  <a:pt x="0" y="334"/>
                </a:cubicBezTo>
                <a:lnTo>
                  <a:pt x="0" y="2648"/>
                </a:lnTo>
                <a:cubicBezTo>
                  <a:pt x="0" y="2832"/>
                  <a:pt x="150" y="2981"/>
                  <a:pt x="335" y="2981"/>
                </a:cubicBezTo>
                <a:lnTo>
                  <a:pt x="5489" y="2981"/>
                </a:lnTo>
                <a:close/>
              </a:path>
            </a:pathLst>
          </a:custGeom>
          <a:solidFill>
            <a:srgbClr val="e8eef5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5" name=""/>
          <p:cNvSpPr/>
          <p:nvPr/>
        </p:nvSpPr>
        <p:spPr>
          <a:xfrm>
            <a:off x="4119840" y="552600"/>
            <a:ext cx="3951720" cy="1073160"/>
          </a:xfrm>
          <a:custGeom>
            <a:avLst/>
            <a:gdLst/>
            <a:ahLst/>
            <a:rect l="0" t="0" r="r" b="b"/>
            <a:pathLst>
              <a:path w="10977" h="2981">
                <a:moveTo>
                  <a:pt x="5489" y="2981"/>
                </a:moveTo>
                <a:lnTo>
                  <a:pt x="10642" y="2981"/>
                </a:lnTo>
                <a:cubicBezTo>
                  <a:pt x="10827" y="2981"/>
                  <a:pt x="10977" y="2832"/>
                  <a:pt x="10977" y="2648"/>
                </a:cubicBezTo>
                <a:lnTo>
                  <a:pt x="10977" y="334"/>
                </a:lnTo>
                <a:cubicBezTo>
                  <a:pt x="10977" y="150"/>
                  <a:pt x="10827" y="0"/>
                  <a:pt x="10642" y="0"/>
                </a:cubicBezTo>
                <a:lnTo>
                  <a:pt x="335" y="0"/>
                </a:lnTo>
                <a:cubicBezTo>
                  <a:pt x="150" y="0"/>
                  <a:pt x="0" y="150"/>
                  <a:pt x="0" y="334"/>
                </a:cubicBezTo>
                <a:lnTo>
                  <a:pt x="0" y="2648"/>
                </a:lnTo>
                <a:cubicBezTo>
                  <a:pt x="0" y="2832"/>
                  <a:pt x="150" y="2981"/>
                  <a:pt x="335" y="2981"/>
                </a:cubicBezTo>
                <a:lnTo>
                  <a:pt x="5489" y="2981"/>
                </a:lnTo>
                <a:close/>
              </a:path>
            </a:pathLst>
          </a:custGeom>
          <a:noFill/>
          <a:ln w="25920">
            <a:solidFill>
              <a:srgbClr val="284d7a"/>
            </a:solidFill>
            <a:miter/>
          </a:ln>
        </p:spPr>
        <p:txBody>
          <a:bodyPr lIns="102960" rIns="102960" tIns="57960" bIns="5796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6" name=""/>
          <p:cNvSpPr txBox="1"/>
          <p:nvPr/>
        </p:nvSpPr>
        <p:spPr>
          <a:xfrm>
            <a:off x="5181120" y="788760"/>
            <a:ext cx="184644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490" strike="noStrike" u="none">
                <a:solidFill>
                  <a:srgbClr val="1f3654"/>
                </a:solidFill>
                <a:effectLst/>
                <a:uFillTx/>
                <a:latin typeface="Times New Roman"/>
              </a:rPr>
              <a:t>1 BOUND WORDING</a:t>
            </a:r>
            <a:endParaRPr b="1" lang="en-US" sz="1490" strike="noStrike" u="none">
              <a:solidFill>
                <a:srgbClr val="1f3654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887" name=""/>
          <p:cNvSpPr txBox="1"/>
          <p:nvPr/>
        </p:nvSpPr>
        <p:spPr>
          <a:xfrm>
            <a:off x="4803120" y="1158120"/>
            <a:ext cx="249768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1150" strike="noStrike" u="none">
                <a:solidFill>
                  <a:srgbClr val="52667f"/>
                </a:solidFill>
                <a:effectLst/>
                <a:uFillTx/>
                <a:latin typeface="Times New Roman"/>
              </a:rPr>
              <a:t>object · property · context · excluded scope</a:t>
            </a:r>
            <a:endParaRPr b="0" i="1" lang="en-US" sz="1150" strike="noStrike" u="none">
              <a:solidFill>
                <a:srgbClr val="52667f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888" name=""/>
          <p:cNvSpPr/>
          <p:nvPr/>
        </p:nvSpPr>
        <p:spPr>
          <a:xfrm>
            <a:off x="8372160" y="1411200"/>
            <a:ext cx="2835000" cy="1073160"/>
          </a:xfrm>
          <a:custGeom>
            <a:avLst/>
            <a:gdLst/>
            <a:ahLst/>
            <a:rect l="0" t="0" r="r" b="b"/>
            <a:pathLst>
              <a:path w="7875" h="2981">
                <a:moveTo>
                  <a:pt x="3937" y="2981"/>
                </a:moveTo>
                <a:lnTo>
                  <a:pt x="7541" y="2981"/>
                </a:lnTo>
                <a:cubicBezTo>
                  <a:pt x="7725" y="2981"/>
                  <a:pt x="7875" y="2832"/>
                  <a:pt x="7875" y="2648"/>
                </a:cubicBezTo>
                <a:lnTo>
                  <a:pt x="7875" y="334"/>
                </a:lnTo>
                <a:cubicBezTo>
                  <a:pt x="7875" y="150"/>
                  <a:pt x="7725" y="0"/>
                  <a:pt x="7541" y="0"/>
                </a:cubicBezTo>
                <a:lnTo>
                  <a:pt x="334" y="0"/>
                </a:lnTo>
                <a:cubicBezTo>
                  <a:pt x="149" y="0"/>
                  <a:pt x="0" y="150"/>
                  <a:pt x="0" y="334"/>
                </a:cubicBezTo>
                <a:lnTo>
                  <a:pt x="0" y="2648"/>
                </a:lnTo>
                <a:cubicBezTo>
                  <a:pt x="0" y="2832"/>
                  <a:pt x="149" y="2981"/>
                  <a:pt x="334" y="2981"/>
                </a:cubicBezTo>
                <a:lnTo>
                  <a:pt x="3937" y="2981"/>
                </a:lnTo>
                <a:close/>
              </a:path>
            </a:pathLst>
          </a:custGeom>
          <a:solidFill>
            <a:srgbClr val="e8eef5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9" name=""/>
          <p:cNvSpPr/>
          <p:nvPr/>
        </p:nvSpPr>
        <p:spPr>
          <a:xfrm>
            <a:off x="8372160" y="1411200"/>
            <a:ext cx="2835000" cy="1073160"/>
          </a:xfrm>
          <a:custGeom>
            <a:avLst/>
            <a:gdLst/>
            <a:ahLst/>
            <a:rect l="0" t="0" r="r" b="b"/>
            <a:pathLst>
              <a:path w="7875" h="2981">
                <a:moveTo>
                  <a:pt x="3937" y="2981"/>
                </a:moveTo>
                <a:lnTo>
                  <a:pt x="7541" y="2981"/>
                </a:lnTo>
                <a:cubicBezTo>
                  <a:pt x="7725" y="2981"/>
                  <a:pt x="7875" y="2832"/>
                  <a:pt x="7875" y="2648"/>
                </a:cubicBezTo>
                <a:lnTo>
                  <a:pt x="7875" y="334"/>
                </a:lnTo>
                <a:cubicBezTo>
                  <a:pt x="7875" y="150"/>
                  <a:pt x="7725" y="0"/>
                  <a:pt x="7541" y="0"/>
                </a:cubicBezTo>
                <a:lnTo>
                  <a:pt x="334" y="0"/>
                </a:lnTo>
                <a:cubicBezTo>
                  <a:pt x="149" y="0"/>
                  <a:pt x="0" y="150"/>
                  <a:pt x="0" y="334"/>
                </a:cubicBezTo>
                <a:lnTo>
                  <a:pt x="0" y="2648"/>
                </a:lnTo>
                <a:cubicBezTo>
                  <a:pt x="0" y="2832"/>
                  <a:pt x="149" y="2981"/>
                  <a:pt x="334" y="2981"/>
                </a:cubicBezTo>
                <a:lnTo>
                  <a:pt x="3937" y="2981"/>
                </a:lnTo>
                <a:close/>
              </a:path>
            </a:pathLst>
          </a:custGeom>
          <a:noFill/>
          <a:ln w="25920">
            <a:solidFill>
              <a:srgbClr val="284d7a"/>
            </a:solidFill>
            <a:miter/>
          </a:ln>
        </p:spPr>
        <p:txBody>
          <a:bodyPr lIns="102960" rIns="102960" tIns="57960" bIns="5796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0" name=""/>
          <p:cNvSpPr txBox="1"/>
          <p:nvPr/>
        </p:nvSpPr>
        <p:spPr>
          <a:xfrm>
            <a:off x="9003600" y="1647360"/>
            <a:ext cx="158004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490" strike="noStrike" u="none">
                <a:solidFill>
                  <a:srgbClr val="1f3654"/>
                </a:solidFill>
                <a:effectLst/>
                <a:uFillTx/>
                <a:latin typeface="Times New Roman"/>
              </a:rPr>
              <a:t>2 MATCH ROUTE</a:t>
            </a:r>
            <a:endParaRPr b="1" lang="en-US" sz="1490" strike="noStrike" u="none">
              <a:solidFill>
                <a:srgbClr val="1f3654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891" name=""/>
          <p:cNvSpPr txBox="1"/>
          <p:nvPr/>
        </p:nvSpPr>
        <p:spPr>
          <a:xfrm>
            <a:off x="8780040" y="2016720"/>
            <a:ext cx="196596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1150" strike="noStrike" u="none">
                <a:solidFill>
                  <a:srgbClr val="52667f"/>
                </a:solidFill>
                <a:effectLst/>
                <a:uFillTx/>
                <a:latin typeface="Times New Roman"/>
              </a:rPr>
              <a:t>comparison · oracle · review path</a:t>
            </a:r>
            <a:endParaRPr b="0" i="1" lang="en-US" sz="1150" strike="noStrike" u="none">
              <a:solidFill>
                <a:srgbClr val="52667f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892" name=""/>
          <p:cNvSpPr/>
          <p:nvPr/>
        </p:nvSpPr>
        <p:spPr>
          <a:xfrm>
            <a:off x="8501040" y="4201560"/>
            <a:ext cx="2706120" cy="1073160"/>
          </a:xfrm>
          <a:custGeom>
            <a:avLst/>
            <a:gdLst/>
            <a:ahLst/>
            <a:rect l="0" t="0" r="r" b="b"/>
            <a:pathLst>
              <a:path w="7517" h="2981">
                <a:moveTo>
                  <a:pt x="3758" y="2981"/>
                </a:moveTo>
                <a:lnTo>
                  <a:pt x="7183" y="2981"/>
                </a:lnTo>
                <a:cubicBezTo>
                  <a:pt x="7367" y="2981"/>
                  <a:pt x="7517" y="2831"/>
                  <a:pt x="7517" y="2647"/>
                </a:cubicBezTo>
                <a:lnTo>
                  <a:pt x="7517" y="333"/>
                </a:lnTo>
                <a:cubicBezTo>
                  <a:pt x="7517" y="149"/>
                  <a:pt x="7367" y="0"/>
                  <a:pt x="7183" y="0"/>
                </a:cubicBezTo>
                <a:lnTo>
                  <a:pt x="334" y="0"/>
                </a:lnTo>
                <a:cubicBezTo>
                  <a:pt x="149" y="0"/>
                  <a:pt x="0" y="149"/>
                  <a:pt x="0" y="333"/>
                </a:cubicBezTo>
                <a:lnTo>
                  <a:pt x="0" y="2647"/>
                </a:lnTo>
                <a:cubicBezTo>
                  <a:pt x="0" y="2831"/>
                  <a:pt x="149" y="2981"/>
                  <a:pt x="334" y="2981"/>
                </a:cubicBezTo>
                <a:lnTo>
                  <a:pt x="3758" y="2981"/>
                </a:lnTo>
                <a:close/>
              </a:path>
            </a:pathLst>
          </a:custGeom>
          <a:solidFill>
            <a:srgbClr val="e8eef5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3" name=""/>
          <p:cNvSpPr/>
          <p:nvPr/>
        </p:nvSpPr>
        <p:spPr>
          <a:xfrm>
            <a:off x="8501040" y="4201560"/>
            <a:ext cx="2706120" cy="1073160"/>
          </a:xfrm>
          <a:custGeom>
            <a:avLst/>
            <a:gdLst/>
            <a:ahLst/>
            <a:rect l="0" t="0" r="r" b="b"/>
            <a:pathLst>
              <a:path w="7517" h="2981">
                <a:moveTo>
                  <a:pt x="3758" y="2981"/>
                </a:moveTo>
                <a:lnTo>
                  <a:pt x="7183" y="2981"/>
                </a:lnTo>
                <a:cubicBezTo>
                  <a:pt x="7367" y="2981"/>
                  <a:pt x="7517" y="2831"/>
                  <a:pt x="7517" y="2647"/>
                </a:cubicBezTo>
                <a:lnTo>
                  <a:pt x="7517" y="333"/>
                </a:lnTo>
                <a:cubicBezTo>
                  <a:pt x="7517" y="149"/>
                  <a:pt x="7367" y="0"/>
                  <a:pt x="7183" y="0"/>
                </a:cubicBezTo>
                <a:lnTo>
                  <a:pt x="334" y="0"/>
                </a:lnTo>
                <a:cubicBezTo>
                  <a:pt x="149" y="0"/>
                  <a:pt x="0" y="149"/>
                  <a:pt x="0" y="333"/>
                </a:cubicBezTo>
                <a:lnTo>
                  <a:pt x="0" y="2647"/>
                </a:lnTo>
                <a:cubicBezTo>
                  <a:pt x="0" y="2831"/>
                  <a:pt x="149" y="2981"/>
                  <a:pt x="334" y="2981"/>
                </a:cubicBezTo>
                <a:lnTo>
                  <a:pt x="3758" y="2981"/>
                </a:lnTo>
                <a:close/>
              </a:path>
            </a:pathLst>
          </a:custGeom>
          <a:noFill/>
          <a:ln w="25920">
            <a:solidFill>
              <a:srgbClr val="284d7a"/>
            </a:solidFill>
            <a:miter/>
          </a:ln>
        </p:spPr>
        <p:txBody>
          <a:bodyPr lIns="102960" rIns="102960" tIns="57960" bIns="5796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4" name=""/>
          <p:cNvSpPr txBox="1"/>
          <p:nvPr/>
        </p:nvSpPr>
        <p:spPr>
          <a:xfrm>
            <a:off x="9020520" y="4437360"/>
            <a:ext cx="167436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490" strike="noStrike" u="none">
                <a:solidFill>
                  <a:srgbClr val="1f3654"/>
                </a:solidFill>
                <a:effectLst/>
                <a:uFillTx/>
                <a:latin typeface="Times New Roman"/>
              </a:rPr>
              <a:t>3 CHARACTERISE</a:t>
            </a:r>
            <a:endParaRPr b="1" lang="en-US" sz="1490" strike="noStrike" u="none">
              <a:solidFill>
                <a:srgbClr val="1f3654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895" name=""/>
          <p:cNvSpPr txBox="1"/>
          <p:nvPr/>
        </p:nvSpPr>
        <p:spPr>
          <a:xfrm>
            <a:off x="8805960" y="4806720"/>
            <a:ext cx="201888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1150" strike="noStrike" u="none">
                <a:solidFill>
                  <a:srgbClr val="52667f"/>
                </a:solidFill>
                <a:effectLst/>
                <a:uFillTx/>
                <a:latin typeface="Times New Roman"/>
              </a:rPr>
              <a:t>uncertainty · credibility · variation</a:t>
            </a:r>
            <a:endParaRPr b="0" i="1" lang="en-US" sz="1150" strike="noStrike" u="none">
              <a:solidFill>
                <a:srgbClr val="52667f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896" name=""/>
          <p:cNvSpPr/>
          <p:nvPr/>
        </p:nvSpPr>
        <p:spPr>
          <a:xfrm>
            <a:off x="4119840" y="5274720"/>
            <a:ext cx="3951720" cy="1073160"/>
          </a:xfrm>
          <a:custGeom>
            <a:avLst/>
            <a:gdLst/>
            <a:ahLst/>
            <a:rect l="0" t="0" r="r" b="b"/>
            <a:pathLst>
              <a:path w="10977" h="2981">
                <a:moveTo>
                  <a:pt x="5489" y="2981"/>
                </a:moveTo>
                <a:lnTo>
                  <a:pt x="10642" y="2981"/>
                </a:lnTo>
                <a:cubicBezTo>
                  <a:pt x="10827" y="2981"/>
                  <a:pt x="10977" y="2832"/>
                  <a:pt x="10977" y="2647"/>
                </a:cubicBezTo>
                <a:lnTo>
                  <a:pt x="10977" y="334"/>
                </a:lnTo>
                <a:cubicBezTo>
                  <a:pt x="10977" y="149"/>
                  <a:pt x="10827" y="0"/>
                  <a:pt x="10642" y="0"/>
                </a:cubicBezTo>
                <a:lnTo>
                  <a:pt x="335" y="0"/>
                </a:lnTo>
                <a:cubicBezTo>
                  <a:pt x="150" y="0"/>
                  <a:pt x="0" y="149"/>
                  <a:pt x="0" y="334"/>
                </a:cubicBezTo>
                <a:lnTo>
                  <a:pt x="0" y="2647"/>
                </a:lnTo>
                <a:cubicBezTo>
                  <a:pt x="0" y="2832"/>
                  <a:pt x="150" y="2981"/>
                  <a:pt x="335" y="2981"/>
                </a:cubicBezTo>
                <a:lnTo>
                  <a:pt x="5489" y="2981"/>
                </a:lnTo>
                <a:close/>
              </a:path>
            </a:pathLst>
          </a:custGeom>
          <a:solidFill>
            <a:srgbClr val="e8eef5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7" name=""/>
          <p:cNvSpPr/>
          <p:nvPr/>
        </p:nvSpPr>
        <p:spPr>
          <a:xfrm>
            <a:off x="4119840" y="5274720"/>
            <a:ext cx="3951720" cy="1073160"/>
          </a:xfrm>
          <a:custGeom>
            <a:avLst/>
            <a:gdLst/>
            <a:ahLst/>
            <a:rect l="0" t="0" r="r" b="b"/>
            <a:pathLst>
              <a:path w="10977" h="2981">
                <a:moveTo>
                  <a:pt x="5489" y="2981"/>
                </a:moveTo>
                <a:lnTo>
                  <a:pt x="10642" y="2981"/>
                </a:lnTo>
                <a:cubicBezTo>
                  <a:pt x="10827" y="2981"/>
                  <a:pt x="10977" y="2832"/>
                  <a:pt x="10977" y="2647"/>
                </a:cubicBezTo>
                <a:lnTo>
                  <a:pt x="10977" y="334"/>
                </a:lnTo>
                <a:cubicBezTo>
                  <a:pt x="10977" y="149"/>
                  <a:pt x="10827" y="0"/>
                  <a:pt x="10642" y="0"/>
                </a:cubicBezTo>
                <a:lnTo>
                  <a:pt x="335" y="0"/>
                </a:lnTo>
                <a:cubicBezTo>
                  <a:pt x="150" y="0"/>
                  <a:pt x="0" y="149"/>
                  <a:pt x="0" y="334"/>
                </a:cubicBezTo>
                <a:lnTo>
                  <a:pt x="0" y="2647"/>
                </a:lnTo>
                <a:cubicBezTo>
                  <a:pt x="0" y="2832"/>
                  <a:pt x="150" y="2981"/>
                  <a:pt x="335" y="2981"/>
                </a:cubicBezTo>
                <a:lnTo>
                  <a:pt x="5489" y="2981"/>
                </a:lnTo>
                <a:close/>
              </a:path>
            </a:pathLst>
          </a:custGeom>
          <a:noFill/>
          <a:ln w="25920">
            <a:solidFill>
              <a:srgbClr val="284d7a"/>
            </a:solidFill>
            <a:miter/>
          </a:ln>
        </p:spPr>
        <p:txBody>
          <a:bodyPr lIns="102960" rIns="102960" tIns="57960" bIns="5796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8" name=""/>
          <p:cNvSpPr txBox="1"/>
          <p:nvPr/>
        </p:nvSpPr>
        <p:spPr>
          <a:xfrm>
            <a:off x="5421600" y="5510880"/>
            <a:ext cx="135648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490" strike="noStrike" u="none">
                <a:solidFill>
                  <a:srgbClr val="1f3654"/>
                </a:solidFill>
                <a:effectLst/>
                <a:uFillTx/>
                <a:latin typeface="Times New Roman"/>
              </a:rPr>
              <a:t>4 CHALLENGE</a:t>
            </a:r>
            <a:endParaRPr b="1" lang="en-US" sz="1490" strike="noStrike" u="none">
              <a:solidFill>
                <a:srgbClr val="1f3654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899" name=""/>
          <p:cNvSpPr txBox="1"/>
          <p:nvPr/>
        </p:nvSpPr>
        <p:spPr>
          <a:xfrm>
            <a:off x="4863240" y="5879880"/>
            <a:ext cx="238968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1150" strike="noStrike" u="none">
                <a:solidFill>
                  <a:srgbClr val="52667f"/>
                </a:solidFill>
                <a:effectLst/>
                <a:uFillTx/>
                <a:latin typeface="Times New Roman"/>
              </a:rPr>
              <a:t>assumptions · counter-evidence · failures</a:t>
            </a:r>
            <a:endParaRPr b="0" i="1" lang="en-US" sz="1150" strike="noStrike" u="none">
              <a:solidFill>
                <a:srgbClr val="52667f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900" name=""/>
          <p:cNvSpPr/>
          <p:nvPr/>
        </p:nvSpPr>
        <p:spPr>
          <a:xfrm>
            <a:off x="984240" y="4201560"/>
            <a:ext cx="2706120" cy="1073160"/>
          </a:xfrm>
          <a:custGeom>
            <a:avLst/>
            <a:gdLst/>
            <a:ahLst/>
            <a:rect l="0" t="0" r="r" b="b"/>
            <a:pathLst>
              <a:path w="7517" h="2981">
                <a:moveTo>
                  <a:pt x="3759" y="2981"/>
                </a:moveTo>
                <a:lnTo>
                  <a:pt x="7183" y="2981"/>
                </a:lnTo>
                <a:cubicBezTo>
                  <a:pt x="7368" y="2981"/>
                  <a:pt x="7517" y="2831"/>
                  <a:pt x="7517" y="2647"/>
                </a:cubicBezTo>
                <a:lnTo>
                  <a:pt x="7517" y="333"/>
                </a:lnTo>
                <a:cubicBezTo>
                  <a:pt x="7517" y="149"/>
                  <a:pt x="7368" y="0"/>
                  <a:pt x="7183" y="0"/>
                </a:cubicBezTo>
                <a:lnTo>
                  <a:pt x="334" y="0"/>
                </a:lnTo>
                <a:cubicBezTo>
                  <a:pt x="150" y="0"/>
                  <a:pt x="0" y="149"/>
                  <a:pt x="0" y="333"/>
                </a:cubicBezTo>
                <a:lnTo>
                  <a:pt x="0" y="2647"/>
                </a:lnTo>
                <a:cubicBezTo>
                  <a:pt x="0" y="2831"/>
                  <a:pt x="150" y="2981"/>
                  <a:pt x="334" y="2981"/>
                </a:cubicBezTo>
                <a:lnTo>
                  <a:pt x="3759" y="2981"/>
                </a:lnTo>
                <a:close/>
              </a:path>
            </a:pathLst>
          </a:custGeom>
          <a:solidFill>
            <a:srgbClr val="e8eef5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1" name=""/>
          <p:cNvSpPr/>
          <p:nvPr/>
        </p:nvSpPr>
        <p:spPr>
          <a:xfrm>
            <a:off x="984240" y="4201560"/>
            <a:ext cx="2706120" cy="1073160"/>
          </a:xfrm>
          <a:custGeom>
            <a:avLst/>
            <a:gdLst/>
            <a:ahLst/>
            <a:rect l="0" t="0" r="r" b="b"/>
            <a:pathLst>
              <a:path w="7517" h="2981">
                <a:moveTo>
                  <a:pt x="3759" y="2981"/>
                </a:moveTo>
                <a:lnTo>
                  <a:pt x="7183" y="2981"/>
                </a:lnTo>
                <a:cubicBezTo>
                  <a:pt x="7368" y="2981"/>
                  <a:pt x="7517" y="2831"/>
                  <a:pt x="7517" y="2647"/>
                </a:cubicBezTo>
                <a:lnTo>
                  <a:pt x="7517" y="333"/>
                </a:lnTo>
                <a:cubicBezTo>
                  <a:pt x="7517" y="149"/>
                  <a:pt x="7368" y="0"/>
                  <a:pt x="7183" y="0"/>
                </a:cubicBezTo>
                <a:lnTo>
                  <a:pt x="334" y="0"/>
                </a:lnTo>
                <a:cubicBezTo>
                  <a:pt x="150" y="0"/>
                  <a:pt x="0" y="149"/>
                  <a:pt x="0" y="333"/>
                </a:cubicBezTo>
                <a:lnTo>
                  <a:pt x="0" y="2647"/>
                </a:lnTo>
                <a:cubicBezTo>
                  <a:pt x="0" y="2831"/>
                  <a:pt x="150" y="2981"/>
                  <a:pt x="334" y="2981"/>
                </a:cubicBezTo>
                <a:lnTo>
                  <a:pt x="3759" y="2981"/>
                </a:lnTo>
                <a:close/>
              </a:path>
            </a:pathLst>
          </a:custGeom>
          <a:noFill/>
          <a:ln w="25920">
            <a:solidFill>
              <a:srgbClr val="284d7a"/>
            </a:solidFill>
            <a:miter/>
          </a:ln>
        </p:spPr>
        <p:txBody>
          <a:bodyPr lIns="102960" rIns="102960" tIns="57960" bIns="5796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2" name=""/>
          <p:cNvSpPr txBox="1"/>
          <p:nvPr/>
        </p:nvSpPr>
        <p:spPr>
          <a:xfrm>
            <a:off x="1667520" y="4437360"/>
            <a:ext cx="134820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490" strike="noStrike" u="none">
                <a:solidFill>
                  <a:srgbClr val="1f3654"/>
                </a:solidFill>
                <a:effectLst/>
                <a:uFillTx/>
                <a:latin typeface="Times New Roman"/>
              </a:rPr>
              <a:t>5 REPRODUCE</a:t>
            </a:r>
            <a:endParaRPr b="1" lang="en-US" sz="1490" strike="noStrike" u="none">
              <a:solidFill>
                <a:srgbClr val="1f3654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903" name=""/>
          <p:cNvSpPr txBox="1"/>
          <p:nvPr/>
        </p:nvSpPr>
        <p:spPr>
          <a:xfrm>
            <a:off x="1357920" y="4806720"/>
            <a:ext cx="190764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1150" strike="noStrike" u="none">
                <a:solidFill>
                  <a:srgbClr val="52667f"/>
                </a:solidFill>
                <a:effectLst/>
                <a:uFillTx/>
                <a:latin typeface="Times New Roman"/>
              </a:rPr>
              <a:t>reimplement · audit · reconstruct</a:t>
            </a:r>
            <a:endParaRPr b="0" i="1" lang="en-US" sz="1150" strike="noStrike" u="none">
              <a:solidFill>
                <a:srgbClr val="52667f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904" name=""/>
          <p:cNvSpPr/>
          <p:nvPr/>
        </p:nvSpPr>
        <p:spPr>
          <a:xfrm>
            <a:off x="984240" y="1411200"/>
            <a:ext cx="2835000" cy="1073160"/>
          </a:xfrm>
          <a:custGeom>
            <a:avLst/>
            <a:gdLst/>
            <a:ahLst/>
            <a:rect l="0" t="0" r="r" b="b"/>
            <a:pathLst>
              <a:path w="7875" h="2981">
                <a:moveTo>
                  <a:pt x="3938" y="2981"/>
                </a:moveTo>
                <a:lnTo>
                  <a:pt x="7541" y="2981"/>
                </a:lnTo>
                <a:cubicBezTo>
                  <a:pt x="7726" y="2981"/>
                  <a:pt x="7875" y="2832"/>
                  <a:pt x="7875" y="2648"/>
                </a:cubicBezTo>
                <a:lnTo>
                  <a:pt x="7875" y="334"/>
                </a:lnTo>
                <a:cubicBezTo>
                  <a:pt x="7875" y="150"/>
                  <a:pt x="7726" y="0"/>
                  <a:pt x="7541" y="0"/>
                </a:cubicBezTo>
                <a:lnTo>
                  <a:pt x="334" y="0"/>
                </a:lnTo>
                <a:cubicBezTo>
                  <a:pt x="150" y="0"/>
                  <a:pt x="0" y="150"/>
                  <a:pt x="0" y="334"/>
                </a:cubicBezTo>
                <a:lnTo>
                  <a:pt x="0" y="2648"/>
                </a:lnTo>
                <a:cubicBezTo>
                  <a:pt x="0" y="2832"/>
                  <a:pt x="150" y="2981"/>
                  <a:pt x="334" y="2981"/>
                </a:cubicBezTo>
                <a:lnTo>
                  <a:pt x="3938" y="2981"/>
                </a:lnTo>
                <a:close/>
              </a:path>
            </a:pathLst>
          </a:custGeom>
          <a:solidFill>
            <a:srgbClr val="e8eef5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5" name=""/>
          <p:cNvSpPr/>
          <p:nvPr/>
        </p:nvSpPr>
        <p:spPr>
          <a:xfrm>
            <a:off x="984240" y="1411200"/>
            <a:ext cx="2835000" cy="1073160"/>
          </a:xfrm>
          <a:custGeom>
            <a:avLst/>
            <a:gdLst/>
            <a:ahLst/>
            <a:rect l="0" t="0" r="r" b="b"/>
            <a:pathLst>
              <a:path w="7875" h="2981">
                <a:moveTo>
                  <a:pt x="3938" y="2981"/>
                </a:moveTo>
                <a:lnTo>
                  <a:pt x="7541" y="2981"/>
                </a:lnTo>
                <a:cubicBezTo>
                  <a:pt x="7726" y="2981"/>
                  <a:pt x="7875" y="2832"/>
                  <a:pt x="7875" y="2648"/>
                </a:cubicBezTo>
                <a:lnTo>
                  <a:pt x="7875" y="334"/>
                </a:lnTo>
                <a:cubicBezTo>
                  <a:pt x="7875" y="150"/>
                  <a:pt x="7726" y="0"/>
                  <a:pt x="7541" y="0"/>
                </a:cubicBezTo>
                <a:lnTo>
                  <a:pt x="334" y="0"/>
                </a:lnTo>
                <a:cubicBezTo>
                  <a:pt x="150" y="0"/>
                  <a:pt x="0" y="150"/>
                  <a:pt x="0" y="334"/>
                </a:cubicBezTo>
                <a:lnTo>
                  <a:pt x="0" y="2648"/>
                </a:lnTo>
                <a:cubicBezTo>
                  <a:pt x="0" y="2832"/>
                  <a:pt x="150" y="2981"/>
                  <a:pt x="334" y="2981"/>
                </a:cubicBezTo>
                <a:lnTo>
                  <a:pt x="3938" y="2981"/>
                </a:lnTo>
                <a:close/>
              </a:path>
            </a:pathLst>
          </a:custGeom>
          <a:noFill/>
          <a:ln w="25920">
            <a:solidFill>
              <a:srgbClr val="284d7a"/>
            </a:solidFill>
            <a:miter/>
          </a:ln>
        </p:spPr>
        <p:txBody>
          <a:bodyPr lIns="102960" rIns="102960" tIns="57960" bIns="5796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6" name=""/>
          <p:cNvSpPr txBox="1"/>
          <p:nvPr/>
        </p:nvSpPr>
        <p:spPr>
          <a:xfrm>
            <a:off x="1959480" y="1647360"/>
            <a:ext cx="88416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490" strike="noStrike" u="none">
                <a:solidFill>
                  <a:srgbClr val="1f3654"/>
                </a:solidFill>
                <a:effectLst/>
                <a:uFillTx/>
                <a:latin typeface="Times New Roman"/>
              </a:rPr>
              <a:t>6 DECIDE</a:t>
            </a:r>
            <a:endParaRPr b="1" lang="en-US" sz="1490" strike="noStrike" u="none">
              <a:solidFill>
                <a:srgbClr val="1f3654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907" name=""/>
          <p:cNvSpPr txBox="1"/>
          <p:nvPr/>
        </p:nvSpPr>
        <p:spPr>
          <a:xfrm>
            <a:off x="1375200" y="2016720"/>
            <a:ext cx="199044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1150" strike="noStrike" u="none">
                <a:solidFill>
                  <a:srgbClr val="52667f"/>
                </a:solidFill>
                <a:effectLst/>
                <a:uFillTx/>
                <a:latin typeface="Times New Roman"/>
              </a:rPr>
              <a:t>strongest claim · fallback · trigger</a:t>
            </a:r>
            <a:endParaRPr b="0" i="1" lang="en-US" sz="1150" strike="noStrike" u="none">
              <a:solidFill>
                <a:srgbClr val="52667f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908" name=""/>
          <p:cNvSpPr/>
          <p:nvPr/>
        </p:nvSpPr>
        <p:spPr>
          <a:xfrm>
            <a:off x="8071560" y="1090440"/>
            <a:ext cx="1417320" cy="320760"/>
          </a:xfrm>
          <a:custGeom>
            <a:avLst/>
            <a:gdLst/>
            <a:ahLst/>
            <a:rect l="0" t="0" r="r" b="b"/>
            <a:pathLst>
              <a:path fill="none" w="3937" h="891">
                <a:moveTo>
                  <a:pt x="0" y="9"/>
                </a:moveTo>
                <a:cubicBezTo>
                  <a:pt x="1670" y="-63"/>
                  <a:pt x="3102" y="295"/>
                  <a:pt x="3937" y="891"/>
                </a:cubicBezTo>
              </a:path>
            </a:pathLst>
          </a:custGeom>
          <a:ln w="34200">
            <a:solidFill>
              <a:srgbClr val="284d7a"/>
            </a:solidFill>
            <a:miter/>
          </a:ln>
        </p:spPr>
        <p:txBody>
          <a:bodyPr lIns="106920" rIns="106920" tIns="61920" bIns="619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9" name=""/>
          <p:cNvSpPr/>
          <p:nvPr/>
        </p:nvSpPr>
        <p:spPr>
          <a:xfrm>
            <a:off x="9137160" y="1091880"/>
            <a:ext cx="379800" cy="339480"/>
          </a:xfrm>
          <a:custGeom>
            <a:avLst/>
            <a:gdLst/>
            <a:ahLst/>
            <a:rect l="0" t="0" r="r" b="b"/>
            <a:pathLst>
              <a:path w="1055" h="943">
                <a:moveTo>
                  <a:pt x="555" y="0"/>
                </a:moveTo>
                <a:lnTo>
                  <a:pt x="1055" y="943"/>
                </a:lnTo>
                <a:lnTo>
                  <a:pt x="0" y="776"/>
                </a:lnTo>
                <a:lnTo>
                  <a:pt x="555" y="0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0" name=""/>
          <p:cNvSpPr/>
          <p:nvPr/>
        </p:nvSpPr>
        <p:spPr>
          <a:xfrm>
            <a:off x="10476720" y="2484360"/>
            <a:ext cx="344520" cy="1717200"/>
          </a:xfrm>
          <a:custGeom>
            <a:avLst/>
            <a:gdLst/>
            <a:ahLst/>
            <a:rect l="0" t="0" r="r" b="b"/>
            <a:pathLst>
              <a:path fill="none" w="957" h="4770">
                <a:moveTo>
                  <a:pt x="120" y="0"/>
                </a:moveTo>
                <a:cubicBezTo>
                  <a:pt x="1313" y="1551"/>
                  <a:pt x="1193" y="3339"/>
                  <a:pt x="0" y="4770"/>
                </a:cubicBezTo>
              </a:path>
            </a:pathLst>
          </a:custGeom>
          <a:ln w="34200">
            <a:solidFill>
              <a:srgbClr val="284d7a"/>
            </a:solidFill>
            <a:miter/>
          </a:ln>
        </p:spPr>
        <p:txBody>
          <a:bodyPr lIns="106920" rIns="106920" tIns="61920" bIns="619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1" name=""/>
          <p:cNvSpPr/>
          <p:nvPr/>
        </p:nvSpPr>
        <p:spPr>
          <a:xfrm>
            <a:off x="10454760" y="3854160"/>
            <a:ext cx="352080" cy="373680"/>
          </a:xfrm>
          <a:custGeom>
            <a:avLst/>
            <a:gdLst/>
            <a:ahLst/>
            <a:rect l="0" t="0" r="r" b="b"/>
            <a:pathLst>
              <a:path w="978" h="1038">
                <a:moveTo>
                  <a:pt x="978" y="610"/>
                </a:moveTo>
                <a:lnTo>
                  <a:pt x="0" y="1038"/>
                </a:lnTo>
                <a:lnTo>
                  <a:pt x="245" y="0"/>
                </a:lnTo>
                <a:lnTo>
                  <a:pt x="978" y="610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2" name=""/>
          <p:cNvSpPr/>
          <p:nvPr/>
        </p:nvSpPr>
        <p:spPr>
          <a:xfrm>
            <a:off x="10454760" y="3854160"/>
            <a:ext cx="352080" cy="373680"/>
          </a:xfrm>
          <a:custGeom>
            <a:avLst/>
            <a:gdLst/>
            <a:ahLst/>
            <a:rect l="0" t="0" r="r" b="b"/>
            <a:pathLst>
              <a:path w="978" h="1038">
                <a:moveTo>
                  <a:pt x="978" y="610"/>
                </a:moveTo>
                <a:lnTo>
                  <a:pt x="0" y="1038"/>
                </a:lnTo>
                <a:lnTo>
                  <a:pt x="245" y="0"/>
                </a:lnTo>
                <a:lnTo>
                  <a:pt x="978" y="610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3" name=""/>
          <p:cNvSpPr/>
          <p:nvPr/>
        </p:nvSpPr>
        <p:spPr>
          <a:xfrm>
            <a:off x="7705440" y="4931280"/>
            <a:ext cx="795600" cy="815760"/>
          </a:xfrm>
          <a:custGeom>
            <a:avLst/>
            <a:gdLst/>
            <a:ahLst/>
            <a:rect l="0" t="0" r="r" b="b"/>
            <a:pathLst>
              <a:path fill="none" w="2210" h="2266">
                <a:moveTo>
                  <a:pt x="2210" y="0"/>
                </a:moveTo>
                <a:cubicBezTo>
                  <a:pt x="539" y="1669"/>
                  <a:pt x="-1131" y="2146"/>
                  <a:pt x="1017" y="2266"/>
                </a:cubicBezTo>
              </a:path>
            </a:pathLst>
          </a:custGeom>
          <a:ln w="34200">
            <a:solidFill>
              <a:srgbClr val="284d7a"/>
            </a:solidFill>
            <a:miter/>
          </a:ln>
        </p:spPr>
        <p:txBody>
          <a:bodyPr lIns="106920" rIns="106920" tIns="61920" bIns="619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4" name=""/>
          <p:cNvSpPr/>
          <p:nvPr/>
        </p:nvSpPr>
        <p:spPr>
          <a:xfrm>
            <a:off x="7752960" y="5558400"/>
            <a:ext cx="352800" cy="342720"/>
          </a:xfrm>
          <a:custGeom>
            <a:avLst/>
            <a:gdLst/>
            <a:ahLst/>
            <a:rect l="0" t="0" r="r" b="b"/>
            <a:pathLst>
              <a:path w="980" h="952">
                <a:moveTo>
                  <a:pt x="53" y="0"/>
                </a:moveTo>
                <a:lnTo>
                  <a:pt x="980" y="529"/>
                </a:lnTo>
                <a:lnTo>
                  <a:pt x="0" y="952"/>
                </a:lnTo>
                <a:lnTo>
                  <a:pt x="53" y="0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5" name=""/>
          <p:cNvSpPr/>
          <p:nvPr/>
        </p:nvSpPr>
        <p:spPr>
          <a:xfrm>
            <a:off x="7752960" y="5558400"/>
            <a:ext cx="352800" cy="342720"/>
          </a:xfrm>
          <a:custGeom>
            <a:avLst/>
            <a:gdLst/>
            <a:ahLst/>
            <a:rect l="0" t="0" r="r" b="b"/>
            <a:pathLst>
              <a:path w="980" h="952">
                <a:moveTo>
                  <a:pt x="53" y="0"/>
                </a:moveTo>
                <a:lnTo>
                  <a:pt x="980" y="529"/>
                </a:lnTo>
                <a:lnTo>
                  <a:pt x="0" y="952"/>
                </a:lnTo>
                <a:lnTo>
                  <a:pt x="53" y="0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6" name=""/>
          <p:cNvSpPr/>
          <p:nvPr/>
        </p:nvSpPr>
        <p:spPr>
          <a:xfrm>
            <a:off x="7752960" y="5558400"/>
            <a:ext cx="352800" cy="342720"/>
          </a:xfrm>
          <a:custGeom>
            <a:avLst/>
            <a:gdLst/>
            <a:ahLst/>
            <a:rect l="0" t="0" r="r" b="b"/>
            <a:pathLst>
              <a:path w="980" h="952">
                <a:moveTo>
                  <a:pt x="53" y="0"/>
                </a:moveTo>
                <a:lnTo>
                  <a:pt x="980" y="529"/>
                </a:lnTo>
                <a:lnTo>
                  <a:pt x="0" y="952"/>
                </a:lnTo>
                <a:lnTo>
                  <a:pt x="53" y="0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7" name=""/>
          <p:cNvSpPr/>
          <p:nvPr/>
        </p:nvSpPr>
        <p:spPr>
          <a:xfrm>
            <a:off x="2616480" y="5274720"/>
            <a:ext cx="1503360" cy="472320"/>
          </a:xfrm>
          <a:custGeom>
            <a:avLst/>
            <a:gdLst/>
            <a:ahLst/>
            <a:rect l="0" t="0" r="r" b="b"/>
            <a:pathLst>
              <a:path fill="none" w="4176" h="1312">
                <a:moveTo>
                  <a:pt x="4176" y="1312"/>
                </a:moveTo>
                <a:cubicBezTo>
                  <a:pt x="2029" y="1192"/>
                  <a:pt x="716" y="596"/>
                  <a:pt x="0" y="0"/>
                </a:cubicBezTo>
              </a:path>
            </a:pathLst>
          </a:custGeom>
          <a:ln w="34200">
            <a:solidFill>
              <a:srgbClr val="284d7a"/>
            </a:solidFill>
            <a:miter/>
          </a:ln>
        </p:spPr>
        <p:txBody>
          <a:bodyPr lIns="106920" rIns="106920" tIns="61920" bIns="619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8" name=""/>
          <p:cNvSpPr/>
          <p:nvPr/>
        </p:nvSpPr>
        <p:spPr>
          <a:xfrm>
            <a:off x="2590200" y="5252760"/>
            <a:ext cx="374040" cy="351720"/>
          </a:xfrm>
          <a:custGeom>
            <a:avLst/>
            <a:gdLst/>
            <a:ahLst/>
            <a:rect l="0" t="0" r="r" b="b"/>
            <a:pathLst>
              <a:path w="1039" h="977">
                <a:moveTo>
                  <a:pt x="428" y="977"/>
                </a:moveTo>
                <a:lnTo>
                  <a:pt x="0" y="0"/>
                </a:lnTo>
                <a:lnTo>
                  <a:pt x="1039" y="244"/>
                </a:lnTo>
                <a:lnTo>
                  <a:pt x="428" y="977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9" name=""/>
          <p:cNvSpPr/>
          <p:nvPr/>
        </p:nvSpPr>
        <p:spPr>
          <a:xfrm>
            <a:off x="2590200" y="5252760"/>
            <a:ext cx="374040" cy="351720"/>
          </a:xfrm>
          <a:custGeom>
            <a:avLst/>
            <a:gdLst/>
            <a:ahLst/>
            <a:rect l="0" t="0" r="r" b="b"/>
            <a:pathLst>
              <a:path w="1039" h="977">
                <a:moveTo>
                  <a:pt x="428" y="977"/>
                </a:moveTo>
                <a:lnTo>
                  <a:pt x="0" y="0"/>
                </a:lnTo>
                <a:lnTo>
                  <a:pt x="1039" y="244"/>
                </a:lnTo>
                <a:lnTo>
                  <a:pt x="428" y="977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0" name=""/>
          <p:cNvSpPr/>
          <p:nvPr/>
        </p:nvSpPr>
        <p:spPr>
          <a:xfrm>
            <a:off x="2590200" y="5252760"/>
            <a:ext cx="374040" cy="351720"/>
          </a:xfrm>
          <a:custGeom>
            <a:avLst/>
            <a:gdLst/>
            <a:ahLst/>
            <a:rect l="0" t="0" r="r" b="b"/>
            <a:pathLst>
              <a:path w="1039" h="977">
                <a:moveTo>
                  <a:pt x="428" y="977"/>
                </a:moveTo>
                <a:lnTo>
                  <a:pt x="0" y="0"/>
                </a:lnTo>
                <a:lnTo>
                  <a:pt x="1039" y="244"/>
                </a:lnTo>
                <a:lnTo>
                  <a:pt x="428" y="977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1" name=""/>
          <p:cNvSpPr/>
          <p:nvPr/>
        </p:nvSpPr>
        <p:spPr>
          <a:xfrm>
            <a:off x="2590200" y="5252760"/>
            <a:ext cx="374040" cy="351720"/>
          </a:xfrm>
          <a:custGeom>
            <a:avLst/>
            <a:gdLst/>
            <a:ahLst/>
            <a:rect l="0" t="0" r="r" b="b"/>
            <a:pathLst>
              <a:path w="1039" h="977">
                <a:moveTo>
                  <a:pt x="428" y="977"/>
                </a:moveTo>
                <a:lnTo>
                  <a:pt x="0" y="0"/>
                </a:lnTo>
                <a:lnTo>
                  <a:pt x="1039" y="244"/>
                </a:lnTo>
                <a:lnTo>
                  <a:pt x="428" y="977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2" name=""/>
          <p:cNvSpPr/>
          <p:nvPr/>
        </p:nvSpPr>
        <p:spPr>
          <a:xfrm>
            <a:off x="1349280" y="2484360"/>
            <a:ext cx="322200" cy="1717200"/>
          </a:xfrm>
          <a:custGeom>
            <a:avLst/>
            <a:gdLst/>
            <a:ahLst/>
            <a:rect l="0" t="0" r="r" b="b"/>
            <a:pathLst>
              <a:path fill="none" w="895" h="4770">
                <a:moveTo>
                  <a:pt x="895" y="4770"/>
                </a:moveTo>
                <a:cubicBezTo>
                  <a:pt x="-298" y="3219"/>
                  <a:pt x="-298" y="1551"/>
                  <a:pt x="895" y="0"/>
                </a:cubicBezTo>
              </a:path>
            </a:pathLst>
          </a:custGeom>
          <a:ln w="34200">
            <a:solidFill>
              <a:srgbClr val="284d7a"/>
            </a:solidFill>
            <a:miter/>
          </a:ln>
        </p:spPr>
        <p:txBody>
          <a:bodyPr lIns="106920" rIns="106920" tIns="61920" bIns="619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3" name=""/>
          <p:cNvSpPr/>
          <p:nvPr/>
        </p:nvSpPr>
        <p:spPr>
          <a:xfrm>
            <a:off x="1346760" y="2457360"/>
            <a:ext cx="345960" cy="376920"/>
          </a:xfrm>
          <a:custGeom>
            <a:avLst/>
            <a:gdLst/>
            <a:ahLst/>
            <a:rect l="0" t="0" r="r" b="b"/>
            <a:pathLst>
              <a:path w="961" h="1047">
                <a:moveTo>
                  <a:pt x="0" y="465"/>
                </a:moveTo>
                <a:lnTo>
                  <a:pt x="961" y="0"/>
                </a:lnTo>
                <a:lnTo>
                  <a:pt x="757" y="1047"/>
                </a:lnTo>
                <a:lnTo>
                  <a:pt x="0" y="465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4" name=""/>
          <p:cNvSpPr/>
          <p:nvPr/>
        </p:nvSpPr>
        <p:spPr>
          <a:xfrm>
            <a:off x="1346760" y="2457360"/>
            <a:ext cx="345960" cy="376920"/>
          </a:xfrm>
          <a:custGeom>
            <a:avLst/>
            <a:gdLst/>
            <a:ahLst/>
            <a:rect l="0" t="0" r="r" b="b"/>
            <a:pathLst>
              <a:path w="961" h="1047">
                <a:moveTo>
                  <a:pt x="0" y="465"/>
                </a:moveTo>
                <a:lnTo>
                  <a:pt x="961" y="0"/>
                </a:lnTo>
                <a:lnTo>
                  <a:pt x="757" y="1047"/>
                </a:lnTo>
                <a:lnTo>
                  <a:pt x="0" y="465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5" name=""/>
          <p:cNvSpPr/>
          <p:nvPr/>
        </p:nvSpPr>
        <p:spPr>
          <a:xfrm>
            <a:off x="1346760" y="2457360"/>
            <a:ext cx="345960" cy="376920"/>
          </a:xfrm>
          <a:custGeom>
            <a:avLst/>
            <a:gdLst/>
            <a:ahLst/>
            <a:rect l="0" t="0" r="r" b="b"/>
            <a:pathLst>
              <a:path w="961" h="1047">
                <a:moveTo>
                  <a:pt x="0" y="465"/>
                </a:moveTo>
                <a:lnTo>
                  <a:pt x="961" y="0"/>
                </a:lnTo>
                <a:lnTo>
                  <a:pt x="757" y="1047"/>
                </a:lnTo>
                <a:lnTo>
                  <a:pt x="0" y="465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6" name=""/>
          <p:cNvSpPr/>
          <p:nvPr/>
        </p:nvSpPr>
        <p:spPr>
          <a:xfrm>
            <a:off x="1346760" y="2457360"/>
            <a:ext cx="345960" cy="376920"/>
          </a:xfrm>
          <a:custGeom>
            <a:avLst/>
            <a:gdLst/>
            <a:ahLst/>
            <a:rect l="0" t="0" r="r" b="b"/>
            <a:pathLst>
              <a:path w="961" h="1047">
                <a:moveTo>
                  <a:pt x="0" y="465"/>
                </a:moveTo>
                <a:lnTo>
                  <a:pt x="961" y="0"/>
                </a:lnTo>
                <a:lnTo>
                  <a:pt x="757" y="1047"/>
                </a:lnTo>
                <a:lnTo>
                  <a:pt x="0" y="465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7" name=""/>
          <p:cNvSpPr/>
          <p:nvPr/>
        </p:nvSpPr>
        <p:spPr>
          <a:xfrm>
            <a:off x="1346760" y="2457360"/>
            <a:ext cx="345960" cy="376920"/>
          </a:xfrm>
          <a:custGeom>
            <a:avLst/>
            <a:gdLst/>
            <a:ahLst/>
            <a:rect l="0" t="0" r="r" b="b"/>
            <a:pathLst>
              <a:path w="961" h="1047">
                <a:moveTo>
                  <a:pt x="0" y="465"/>
                </a:moveTo>
                <a:lnTo>
                  <a:pt x="961" y="0"/>
                </a:lnTo>
                <a:lnTo>
                  <a:pt x="757" y="1047"/>
                </a:lnTo>
                <a:lnTo>
                  <a:pt x="0" y="465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8" name=""/>
          <p:cNvSpPr/>
          <p:nvPr/>
        </p:nvSpPr>
        <p:spPr>
          <a:xfrm>
            <a:off x="3819240" y="1090440"/>
            <a:ext cx="1159920" cy="320760"/>
          </a:xfrm>
          <a:custGeom>
            <a:avLst/>
            <a:gdLst/>
            <a:ahLst/>
            <a:rect l="0" t="0" r="r" b="b"/>
            <a:pathLst>
              <a:path fill="none" w="3222" h="891">
                <a:moveTo>
                  <a:pt x="0" y="891"/>
                </a:moveTo>
                <a:cubicBezTo>
                  <a:pt x="835" y="295"/>
                  <a:pt x="2387" y="-63"/>
                  <a:pt x="3222" y="9"/>
                </a:cubicBezTo>
              </a:path>
            </a:pathLst>
          </a:custGeom>
          <a:ln w="34200">
            <a:solidFill>
              <a:srgbClr val="284d7a"/>
            </a:solidFill>
            <a:miter/>
          </a:ln>
        </p:spPr>
        <p:txBody>
          <a:bodyPr lIns="106920" rIns="106920" tIns="61920" bIns="619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9" name=""/>
          <p:cNvSpPr/>
          <p:nvPr/>
        </p:nvSpPr>
        <p:spPr>
          <a:xfrm>
            <a:off x="4656240" y="896040"/>
            <a:ext cx="357120" cy="342360"/>
          </a:xfrm>
          <a:custGeom>
            <a:avLst/>
            <a:gdLst/>
            <a:ahLst/>
            <a:rect l="0" t="0" r="r" b="b"/>
            <a:pathLst>
              <a:path w="992" h="951">
                <a:moveTo>
                  <a:pt x="82" y="0"/>
                </a:moveTo>
                <a:lnTo>
                  <a:pt x="992" y="557"/>
                </a:lnTo>
                <a:lnTo>
                  <a:pt x="0" y="951"/>
                </a:lnTo>
                <a:lnTo>
                  <a:pt x="82" y="0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0" name=""/>
          <p:cNvSpPr/>
          <p:nvPr/>
        </p:nvSpPr>
        <p:spPr>
          <a:xfrm>
            <a:off x="4656240" y="896040"/>
            <a:ext cx="357120" cy="342360"/>
          </a:xfrm>
          <a:custGeom>
            <a:avLst/>
            <a:gdLst/>
            <a:ahLst/>
            <a:rect l="0" t="0" r="r" b="b"/>
            <a:pathLst>
              <a:path w="992" h="951">
                <a:moveTo>
                  <a:pt x="82" y="0"/>
                </a:moveTo>
                <a:lnTo>
                  <a:pt x="992" y="557"/>
                </a:lnTo>
                <a:lnTo>
                  <a:pt x="0" y="951"/>
                </a:lnTo>
                <a:lnTo>
                  <a:pt x="82" y="0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1" name=""/>
          <p:cNvSpPr/>
          <p:nvPr/>
        </p:nvSpPr>
        <p:spPr>
          <a:xfrm>
            <a:off x="4656240" y="896040"/>
            <a:ext cx="357120" cy="342360"/>
          </a:xfrm>
          <a:custGeom>
            <a:avLst/>
            <a:gdLst/>
            <a:ahLst/>
            <a:rect l="0" t="0" r="r" b="b"/>
            <a:pathLst>
              <a:path w="992" h="951">
                <a:moveTo>
                  <a:pt x="82" y="0"/>
                </a:moveTo>
                <a:lnTo>
                  <a:pt x="992" y="557"/>
                </a:lnTo>
                <a:lnTo>
                  <a:pt x="0" y="951"/>
                </a:lnTo>
                <a:lnTo>
                  <a:pt x="82" y="0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2" name=""/>
          <p:cNvSpPr/>
          <p:nvPr/>
        </p:nvSpPr>
        <p:spPr>
          <a:xfrm>
            <a:off x="4656240" y="896040"/>
            <a:ext cx="357120" cy="342360"/>
          </a:xfrm>
          <a:custGeom>
            <a:avLst/>
            <a:gdLst/>
            <a:ahLst/>
            <a:rect l="0" t="0" r="r" b="b"/>
            <a:pathLst>
              <a:path w="992" h="951">
                <a:moveTo>
                  <a:pt x="82" y="0"/>
                </a:moveTo>
                <a:lnTo>
                  <a:pt x="992" y="557"/>
                </a:lnTo>
                <a:lnTo>
                  <a:pt x="0" y="951"/>
                </a:lnTo>
                <a:lnTo>
                  <a:pt x="82" y="0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3" name=""/>
          <p:cNvSpPr/>
          <p:nvPr/>
        </p:nvSpPr>
        <p:spPr>
          <a:xfrm>
            <a:off x="4656240" y="896040"/>
            <a:ext cx="357120" cy="342360"/>
          </a:xfrm>
          <a:custGeom>
            <a:avLst/>
            <a:gdLst/>
            <a:ahLst/>
            <a:rect l="0" t="0" r="r" b="b"/>
            <a:pathLst>
              <a:path w="992" h="951">
                <a:moveTo>
                  <a:pt x="82" y="0"/>
                </a:moveTo>
                <a:lnTo>
                  <a:pt x="992" y="557"/>
                </a:lnTo>
                <a:lnTo>
                  <a:pt x="0" y="951"/>
                </a:lnTo>
                <a:lnTo>
                  <a:pt x="82" y="0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4" name=""/>
          <p:cNvSpPr/>
          <p:nvPr/>
        </p:nvSpPr>
        <p:spPr>
          <a:xfrm>
            <a:off x="4656240" y="896040"/>
            <a:ext cx="357120" cy="342360"/>
          </a:xfrm>
          <a:custGeom>
            <a:avLst/>
            <a:gdLst/>
            <a:ahLst/>
            <a:rect l="0" t="0" r="r" b="b"/>
            <a:pathLst>
              <a:path w="992" h="951">
                <a:moveTo>
                  <a:pt x="82" y="0"/>
                </a:moveTo>
                <a:lnTo>
                  <a:pt x="992" y="557"/>
                </a:lnTo>
                <a:lnTo>
                  <a:pt x="0" y="951"/>
                </a:lnTo>
                <a:lnTo>
                  <a:pt x="82" y="0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5" name=""/>
          <p:cNvSpPr/>
          <p:nvPr/>
        </p:nvSpPr>
        <p:spPr>
          <a:xfrm>
            <a:off x="6095880" y="1625760"/>
            <a:ext cx="0" cy="730080"/>
          </a:xfrm>
          <a:prstGeom prst="line">
            <a:avLst/>
          </a:prstGeom>
          <a:ln w="21600">
            <a:solidFill>
              <a:srgbClr val="8a98a8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0800" rIns="100800" tIns="55800" bIns="558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6" name=""/>
          <p:cNvSpPr/>
          <p:nvPr/>
        </p:nvSpPr>
        <p:spPr>
          <a:xfrm flipH="1">
            <a:off x="7856640" y="2312640"/>
            <a:ext cx="515520" cy="472320"/>
          </a:xfrm>
          <a:prstGeom prst="line">
            <a:avLst/>
          </a:prstGeom>
          <a:ln w="21600">
            <a:solidFill>
              <a:srgbClr val="8a98a8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0800" rIns="100800" tIns="55800" bIns="558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7" name=""/>
          <p:cNvSpPr/>
          <p:nvPr/>
        </p:nvSpPr>
        <p:spPr>
          <a:xfrm flipH="1" flipV="1">
            <a:off x="7856640" y="3858120"/>
            <a:ext cx="644400" cy="858600"/>
          </a:xfrm>
          <a:prstGeom prst="line">
            <a:avLst/>
          </a:prstGeom>
          <a:ln w="21600">
            <a:solidFill>
              <a:srgbClr val="8a98a8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0800" rIns="100800" tIns="55800" bIns="558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8" name=""/>
          <p:cNvSpPr/>
          <p:nvPr/>
        </p:nvSpPr>
        <p:spPr>
          <a:xfrm flipV="1">
            <a:off x="6095880" y="4287240"/>
            <a:ext cx="0" cy="987480"/>
          </a:xfrm>
          <a:prstGeom prst="line">
            <a:avLst/>
          </a:prstGeom>
          <a:ln w="21600">
            <a:solidFill>
              <a:srgbClr val="8a98a8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0800" rIns="100800" tIns="55800" bIns="558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9" name=""/>
          <p:cNvSpPr/>
          <p:nvPr/>
        </p:nvSpPr>
        <p:spPr>
          <a:xfrm flipV="1">
            <a:off x="3690360" y="3858120"/>
            <a:ext cx="644400" cy="858600"/>
          </a:xfrm>
          <a:prstGeom prst="line">
            <a:avLst/>
          </a:prstGeom>
          <a:ln w="21600">
            <a:solidFill>
              <a:srgbClr val="8a98a8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0800" rIns="100800" tIns="55800" bIns="558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0" name=""/>
          <p:cNvSpPr/>
          <p:nvPr/>
        </p:nvSpPr>
        <p:spPr>
          <a:xfrm>
            <a:off x="3819240" y="2312640"/>
            <a:ext cx="515520" cy="472320"/>
          </a:xfrm>
          <a:prstGeom prst="line">
            <a:avLst/>
          </a:prstGeom>
          <a:ln w="21600">
            <a:solidFill>
              <a:srgbClr val="8a98a8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0800" rIns="100800" tIns="55800" bIns="558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1" name=""/>
          <p:cNvSpPr/>
          <p:nvPr/>
        </p:nvSpPr>
        <p:spPr>
          <a:xfrm>
            <a:off x="2015280" y="6399360"/>
            <a:ext cx="8160840" cy="240480"/>
          </a:xfrm>
          <a:custGeom>
            <a:avLst/>
            <a:gdLst/>
            <a:ahLst/>
            <a:rect l="0" t="0" r="r" b="b"/>
            <a:pathLst>
              <a:path w="22669" h="668">
                <a:moveTo>
                  <a:pt x="11335" y="668"/>
                </a:moveTo>
                <a:lnTo>
                  <a:pt x="22454" y="668"/>
                </a:lnTo>
                <a:cubicBezTo>
                  <a:pt x="22573" y="668"/>
                  <a:pt x="22669" y="572"/>
                  <a:pt x="22669" y="453"/>
                </a:cubicBezTo>
                <a:lnTo>
                  <a:pt x="22669" y="215"/>
                </a:lnTo>
                <a:cubicBezTo>
                  <a:pt x="22669" y="96"/>
                  <a:pt x="22573" y="0"/>
                  <a:pt x="22454" y="0"/>
                </a:cubicBezTo>
                <a:lnTo>
                  <a:pt x="215" y="0"/>
                </a:lnTo>
                <a:cubicBezTo>
                  <a:pt x="96" y="0"/>
                  <a:pt x="0" y="96"/>
                  <a:pt x="0" y="215"/>
                </a:cubicBezTo>
                <a:lnTo>
                  <a:pt x="0" y="453"/>
                </a:lnTo>
                <a:cubicBezTo>
                  <a:pt x="0" y="572"/>
                  <a:pt x="96" y="668"/>
                  <a:pt x="215" y="668"/>
                </a:cubicBezTo>
                <a:lnTo>
                  <a:pt x="11335" y="668"/>
                </a:lnTo>
                <a:close/>
              </a:path>
            </a:pathLst>
          </a:custGeom>
          <a:solidFill>
            <a:srgbClr val="fff1e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2" name=""/>
          <p:cNvSpPr/>
          <p:nvPr/>
        </p:nvSpPr>
        <p:spPr>
          <a:xfrm>
            <a:off x="2015280" y="6399360"/>
            <a:ext cx="8160840" cy="240480"/>
          </a:xfrm>
          <a:custGeom>
            <a:avLst/>
            <a:gdLst/>
            <a:ahLst/>
            <a:rect l="0" t="0" r="r" b="b"/>
            <a:pathLst>
              <a:path w="22669" h="668">
                <a:moveTo>
                  <a:pt x="11335" y="668"/>
                </a:moveTo>
                <a:lnTo>
                  <a:pt x="22454" y="668"/>
                </a:lnTo>
                <a:cubicBezTo>
                  <a:pt x="22573" y="668"/>
                  <a:pt x="22669" y="572"/>
                  <a:pt x="22669" y="453"/>
                </a:cubicBezTo>
                <a:lnTo>
                  <a:pt x="22669" y="215"/>
                </a:lnTo>
                <a:cubicBezTo>
                  <a:pt x="22669" y="96"/>
                  <a:pt x="22573" y="0"/>
                  <a:pt x="22454" y="0"/>
                </a:cubicBezTo>
                <a:lnTo>
                  <a:pt x="215" y="0"/>
                </a:lnTo>
                <a:cubicBezTo>
                  <a:pt x="96" y="0"/>
                  <a:pt x="0" y="96"/>
                  <a:pt x="0" y="215"/>
                </a:cubicBezTo>
                <a:lnTo>
                  <a:pt x="0" y="453"/>
                </a:lnTo>
                <a:cubicBezTo>
                  <a:pt x="0" y="572"/>
                  <a:pt x="96" y="668"/>
                  <a:pt x="215" y="668"/>
                </a:cubicBezTo>
                <a:lnTo>
                  <a:pt x="11335" y="668"/>
                </a:lnTo>
                <a:close/>
              </a:path>
            </a:pathLst>
          </a:custGeom>
          <a:noFill/>
          <a:ln w="17280">
            <a:solidFill>
              <a:srgbClr val="9b3b2f"/>
            </a:solidFill>
            <a:miter/>
          </a:ln>
        </p:spPr>
        <p:txBody>
          <a:bodyPr lIns="98640" rIns="98640" tIns="53640" bIns="5364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3" name=""/>
          <p:cNvSpPr txBox="1"/>
          <p:nvPr/>
        </p:nvSpPr>
        <p:spPr>
          <a:xfrm>
            <a:off x="3866760" y="6455160"/>
            <a:ext cx="4423680" cy="14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1010" strike="noStrike" u="none">
                <a:solidFill>
                  <a:srgbClr val="7c3027"/>
                </a:solidFill>
                <a:effectLst/>
                <a:uFillTx/>
                <a:latin typeface="Times New Roman"/>
              </a:rPr>
              <a:t>repair evaluation · return to execution · reopen an earlier gate · narrow or suspend</a:t>
            </a:r>
            <a:endParaRPr b="0" i="1" lang="en-US" sz="1010" strike="noStrike" u="none">
              <a:solidFill>
                <a:srgbClr val="7c3027"/>
              </a:solidFill>
              <a:effectLst/>
              <a:uFillTx/>
              <a:latin typeface="Times New Roman"/>
              <a:ea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"/>
          <p:cNvSpPr/>
          <p:nvPr/>
        </p:nvSpPr>
        <p:spPr>
          <a:xfrm>
            <a:off x="165600" y="195840"/>
            <a:ext cx="11860560" cy="6465960"/>
          </a:xfrm>
          <a:custGeom>
            <a:avLst/>
            <a:gdLst/>
            <a:ahLst/>
            <a:rect l="0" t="0" r="r" b="b"/>
            <a:pathLst>
              <a:path w="32946" h="17961">
                <a:moveTo>
                  <a:pt x="0" y="0"/>
                </a:moveTo>
                <a:lnTo>
                  <a:pt x="32946" y="0"/>
                </a:lnTo>
                <a:lnTo>
                  <a:pt x="32946" y="17961"/>
                </a:lnTo>
                <a:lnTo>
                  <a:pt x="0" y="1796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5" name=""/>
          <p:cNvSpPr txBox="1"/>
          <p:nvPr/>
        </p:nvSpPr>
        <p:spPr>
          <a:xfrm>
            <a:off x="3540600" y="299880"/>
            <a:ext cx="5131800" cy="23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640" strike="noStrike" u="none">
                <a:solidFill>
                  <a:srgbClr val="203a5d"/>
                </a:solidFill>
                <a:effectLst/>
                <a:uFillTx/>
                <a:latin typeface="'Times New Roman'"/>
              </a:rPr>
              <a:t>GATE RECORDS SUPPLY AUTHORISED MATERIAL</a:t>
            </a:r>
            <a:endParaRPr b="1" lang="en-US" sz="1640" strike="noStrike" u="none">
              <a:solidFill>
                <a:srgbClr val="203a5d"/>
              </a:solidFill>
              <a:effectLst/>
              <a:uFillTx/>
              <a:latin typeface="'Times New Roman'"/>
              <a:ea typeface="'Times New Roman'"/>
            </a:endParaRPr>
          </a:p>
        </p:txBody>
      </p:sp>
      <p:sp>
        <p:nvSpPr>
          <p:cNvPr id="946" name=""/>
          <p:cNvSpPr/>
          <p:nvPr/>
        </p:nvSpPr>
        <p:spPr>
          <a:xfrm>
            <a:off x="374040" y="720360"/>
            <a:ext cx="2135160" cy="847800"/>
          </a:xfrm>
          <a:custGeom>
            <a:avLst/>
            <a:gdLst/>
            <a:ahLst/>
            <a:rect l="0" t="0" r="r" b="b"/>
            <a:pathLst>
              <a:path w="5931" h="2355">
                <a:moveTo>
                  <a:pt x="2965" y="2355"/>
                </a:moveTo>
                <a:lnTo>
                  <a:pt x="5571" y="2355"/>
                </a:lnTo>
                <a:cubicBezTo>
                  <a:pt x="5770" y="2355"/>
                  <a:pt x="5931" y="2194"/>
                  <a:pt x="5931" y="1996"/>
                </a:cubicBezTo>
                <a:lnTo>
                  <a:pt x="5931" y="359"/>
                </a:lnTo>
                <a:cubicBezTo>
                  <a:pt x="5931" y="161"/>
                  <a:pt x="5770" y="0"/>
                  <a:pt x="5571" y="0"/>
                </a:cubicBezTo>
                <a:lnTo>
                  <a:pt x="359" y="0"/>
                </a:lnTo>
                <a:cubicBezTo>
                  <a:pt x="161" y="0"/>
                  <a:pt x="0" y="161"/>
                  <a:pt x="0" y="359"/>
                </a:cubicBezTo>
                <a:lnTo>
                  <a:pt x="0" y="1996"/>
                </a:lnTo>
                <a:cubicBezTo>
                  <a:pt x="0" y="2194"/>
                  <a:pt x="161" y="2355"/>
                  <a:pt x="359" y="2355"/>
                </a:cubicBezTo>
                <a:lnTo>
                  <a:pt x="2965" y="2355"/>
                </a:lnTo>
                <a:close/>
              </a:path>
            </a:pathLst>
          </a:custGeom>
          <a:solidFill>
            <a:srgbClr val="e9eff6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7" name=""/>
          <p:cNvSpPr/>
          <p:nvPr/>
        </p:nvSpPr>
        <p:spPr>
          <a:xfrm>
            <a:off x="374040" y="720360"/>
            <a:ext cx="2135160" cy="847800"/>
          </a:xfrm>
          <a:custGeom>
            <a:avLst/>
            <a:gdLst/>
            <a:ahLst/>
            <a:rect l="0" t="0" r="r" b="b"/>
            <a:pathLst>
              <a:path w="5931" h="2355">
                <a:moveTo>
                  <a:pt x="2965" y="2355"/>
                </a:moveTo>
                <a:lnTo>
                  <a:pt x="5571" y="2355"/>
                </a:lnTo>
                <a:cubicBezTo>
                  <a:pt x="5770" y="2355"/>
                  <a:pt x="5931" y="2194"/>
                  <a:pt x="5931" y="1996"/>
                </a:cubicBezTo>
                <a:lnTo>
                  <a:pt x="5931" y="359"/>
                </a:lnTo>
                <a:cubicBezTo>
                  <a:pt x="5931" y="161"/>
                  <a:pt x="5770" y="0"/>
                  <a:pt x="5571" y="0"/>
                </a:cubicBezTo>
                <a:lnTo>
                  <a:pt x="359" y="0"/>
                </a:lnTo>
                <a:cubicBezTo>
                  <a:pt x="161" y="0"/>
                  <a:pt x="0" y="161"/>
                  <a:pt x="0" y="359"/>
                </a:cubicBezTo>
                <a:lnTo>
                  <a:pt x="0" y="1996"/>
                </a:lnTo>
                <a:cubicBezTo>
                  <a:pt x="0" y="2194"/>
                  <a:pt x="161" y="2355"/>
                  <a:pt x="359" y="2355"/>
                </a:cubicBezTo>
                <a:lnTo>
                  <a:pt x="2965" y="2355"/>
                </a:lnTo>
                <a:close/>
              </a:path>
            </a:pathLst>
          </a:custGeom>
          <a:noFill/>
          <a:ln w="28800">
            <a:solidFill>
              <a:srgbClr val="294f7c"/>
            </a:solidFill>
            <a:miter/>
          </a:ln>
        </p:spPr>
        <p:txBody>
          <a:bodyPr lIns="104400" rIns="104400" tIns="59400" bIns="594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8" name=""/>
          <p:cNvSpPr txBox="1"/>
          <p:nvPr/>
        </p:nvSpPr>
        <p:spPr>
          <a:xfrm>
            <a:off x="931320" y="889200"/>
            <a:ext cx="1017720" cy="229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580" strike="noStrike" u="none">
                <a:solidFill>
                  <a:srgbClr val="203a5d"/>
                </a:solidFill>
                <a:effectLst/>
                <a:uFillTx/>
                <a:latin typeface="'Times New Roman'"/>
              </a:rPr>
              <a:t>PROBLEM</a:t>
            </a:r>
            <a:endParaRPr b="1" lang="en-US" sz="1580" strike="noStrike" u="none">
              <a:solidFill>
                <a:srgbClr val="203a5d"/>
              </a:solidFill>
              <a:effectLst/>
              <a:uFillTx/>
              <a:latin typeface="'Times New Roman'"/>
              <a:ea typeface="'Times New Roman'"/>
            </a:endParaRPr>
          </a:p>
        </p:txBody>
      </p:sp>
      <p:sp>
        <p:nvSpPr>
          <p:cNvPr id="949" name=""/>
          <p:cNvSpPr txBox="1"/>
          <p:nvPr/>
        </p:nvSpPr>
        <p:spPr>
          <a:xfrm>
            <a:off x="895320" y="1226880"/>
            <a:ext cx="1070280" cy="181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00" strike="noStrike" u="none">
                <a:solidFill>
                  <a:srgbClr val="526d8b"/>
                </a:solidFill>
                <a:effectLst/>
                <a:uFillTx/>
                <a:latin typeface="'Times New Roman'"/>
              </a:rPr>
              <a:t>question · scope</a:t>
            </a:r>
            <a:endParaRPr b="0" lang="en-US" sz="1300" strike="noStrike" u="none">
              <a:solidFill>
                <a:srgbClr val="526d8b"/>
              </a:solidFill>
              <a:effectLst/>
              <a:uFillTx/>
              <a:latin typeface="'Times New Roman'"/>
              <a:ea typeface="'Times New Roman'"/>
            </a:endParaRPr>
          </a:p>
        </p:txBody>
      </p:sp>
      <p:sp>
        <p:nvSpPr>
          <p:cNvPr id="950" name=""/>
          <p:cNvSpPr/>
          <p:nvPr/>
        </p:nvSpPr>
        <p:spPr>
          <a:xfrm>
            <a:off x="1441440" y="1575360"/>
            <a:ext cx="0" cy="373680"/>
          </a:xfrm>
          <a:prstGeom prst="line">
            <a:avLst/>
          </a:prstGeom>
          <a:ln w="21600">
            <a:solidFill>
              <a:srgbClr val="6f87a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0800" rIns="100800" tIns="55800" bIns="558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1" name=""/>
          <p:cNvSpPr/>
          <p:nvPr/>
        </p:nvSpPr>
        <p:spPr>
          <a:xfrm>
            <a:off x="1312200" y="1733400"/>
            <a:ext cx="258840" cy="258480"/>
          </a:xfrm>
          <a:custGeom>
            <a:avLst/>
            <a:gdLst/>
            <a:ahLst/>
            <a:rect l="0" t="0" r="r" b="b"/>
            <a:pathLst>
              <a:path w="719" h="718">
                <a:moveTo>
                  <a:pt x="719" y="0"/>
                </a:moveTo>
                <a:lnTo>
                  <a:pt x="359" y="718"/>
                </a:lnTo>
                <a:lnTo>
                  <a:pt x="0" y="0"/>
                </a:lnTo>
                <a:lnTo>
                  <a:pt x="719" y="0"/>
                </a:lnTo>
                <a:close/>
              </a:path>
            </a:pathLst>
          </a:custGeom>
          <a:solidFill>
            <a:srgbClr val="2a527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2" name=""/>
          <p:cNvSpPr/>
          <p:nvPr/>
        </p:nvSpPr>
        <p:spPr>
          <a:xfrm>
            <a:off x="2696040" y="720360"/>
            <a:ext cx="2134800" cy="847800"/>
          </a:xfrm>
          <a:custGeom>
            <a:avLst/>
            <a:gdLst/>
            <a:ahLst/>
            <a:rect l="0" t="0" r="r" b="b"/>
            <a:pathLst>
              <a:path w="5930" h="2355">
                <a:moveTo>
                  <a:pt x="2965" y="2355"/>
                </a:moveTo>
                <a:lnTo>
                  <a:pt x="5571" y="2355"/>
                </a:lnTo>
                <a:cubicBezTo>
                  <a:pt x="5769" y="2355"/>
                  <a:pt x="5930" y="2194"/>
                  <a:pt x="5930" y="1996"/>
                </a:cubicBezTo>
                <a:lnTo>
                  <a:pt x="5930" y="359"/>
                </a:lnTo>
                <a:cubicBezTo>
                  <a:pt x="5930" y="161"/>
                  <a:pt x="5769" y="0"/>
                  <a:pt x="5571" y="0"/>
                </a:cubicBezTo>
                <a:lnTo>
                  <a:pt x="359" y="0"/>
                </a:lnTo>
                <a:cubicBezTo>
                  <a:pt x="161" y="0"/>
                  <a:pt x="0" y="161"/>
                  <a:pt x="0" y="359"/>
                </a:cubicBezTo>
                <a:lnTo>
                  <a:pt x="0" y="1996"/>
                </a:lnTo>
                <a:cubicBezTo>
                  <a:pt x="0" y="2194"/>
                  <a:pt x="161" y="2355"/>
                  <a:pt x="359" y="2355"/>
                </a:cubicBezTo>
                <a:lnTo>
                  <a:pt x="2965" y="2355"/>
                </a:lnTo>
                <a:close/>
              </a:path>
            </a:pathLst>
          </a:custGeom>
          <a:solidFill>
            <a:srgbClr val="e9eff6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3" name=""/>
          <p:cNvSpPr/>
          <p:nvPr/>
        </p:nvSpPr>
        <p:spPr>
          <a:xfrm>
            <a:off x="2696040" y="720360"/>
            <a:ext cx="2134800" cy="847800"/>
          </a:xfrm>
          <a:custGeom>
            <a:avLst/>
            <a:gdLst/>
            <a:ahLst/>
            <a:rect l="0" t="0" r="r" b="b"/>
            <a:pathLst>
              <a:path w="5930" h="2355">
                <a:moveTo>
                  <a:pt x="2965" y="2355"/>
                </a:moveTo>
                <a:lnTo>
                  <a:pt x="5571" y="2355"/>
                </a:lnTo>
                <a:cubicBezTo>
                  <a:pt x="5769" y="2355"/>
                  <a:pt x="5930" y="2194"/>
                  <a:pt x="5930" y="1996"/>
                </a:cubicBezTo>
                <a:lnTo>
                  <a:pt x="5930" y="359"/>
                </a:lnTo>
                <a:cubicBezTo>
                  <a:pt x="5930" y="161"/>
                  <a:pt x="5769" y="0"/>
                  <a:pt x="5571" y="0"/>
                </a:cubicBezTo>
                <a:lnTo>
                  <a:pt x="359" y="0"/>
                </a:lnTo>
                <a:cubicBezTo>
                  <a:pt x="161" y="0"/>
                  <a:pt x="0" y="161"/>
                  <a:pt x="0" y="359"/>
                </a:cubicBezTo>
                <a:lnTo>
                  <a:pt x="0" y="1996"/>
                </a:lnTo>
                <a:cubicBezTo>
                  <a:pt x="0" y="2194"/>
                  <a:pt x="161" y="2355"/>
                  <a:pt x="359" y="2355"/>
                </a:cubicBezTo>
                <a:lnTo>
                  <a:pt x="2965" y="2355"/>
                </a:lnTo>
                <a:close/>
              </a:path>
            </a:pathLst>
          </a:custGeom>
          <a:noFill/>
          <a:ln w="28800">
            <a:solidFill>
              <a:srgbClr val="294f7c"/>
            </a:solidFill>
            <a:miter/>
          </a:ln>
        </p:spPr>
        <p:txBody>
          <a:bodyPr lIns="104400" rIns="104400" tIns="59400" bIns="594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4" name=""/>
          <p:cNvSpPr txBox="1"/>
          <p:nvPr/>
        </p:nvSpPr>
        <p:spPr>
          <a:xfrm>
            <a:off x="3231360" y="889200"/>
            <a:ext cx="1062720" cy="229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580" strike="noStrike" u="none">
                <a:solidFill>
                  <a:srgbClr val="203a5d"/>
                </a:solidFill>
                <a:effectLst/>
                <a:uFillTx/>
                <a:latin typeface="'Times New Roman'"/>
              </a:rPr>
              <a:t>EVIDENCE</a:t>
            </a:r>
            <a:endParaRPr b="1" lang="en-US" sz="1580" strike="noStrike" u="none">
              <a:solidFill>
                <a:srgbClr val="203a5d"/>
              </a:solidFill>
              <a:effectLst/>
              <a:uFillTx/>
              <a:latin typeface="'Times New Roman'"/>
              <a:ea typeface="'Times New Roman'"/>
            </a:endParaRPr>
          </a:p>
        </p:txBody>
      </p:sp>
      <p:sp>
        <p:nvSpPr>
          <p:cNvPr id="955" name=""/>
          <p:cNvSpPr txBox="1"/>
          <p:nvPr/>
        </p:nvSpPr>
        <p:spPr>
          <a:xfrm>
            <a:off x="3195360" y="1226880"/>
            <a:ext cx="1107000" cy="181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00" strike="noStrike" u="none">
                <a:solidFill>
                  <a:srgbClr val="526d8b"/>
                </a:solidFill>
                <a:effectLst/>
                <a:uFillTx/>
                <a:latin typeface="'Times New Roman'"/>
              </a:rPr>
              <a:t>corpus · position</a:t>
            </a:r>
            <a:endParaRPr b="0" lang="en-US" sz="1300" strike="noStrike" u="none">
              <a:solidFill>
                <a:srgbClr val="526d8b"/>
              </a:solidFill>
              <a:effectLst/>
              <a:uFillTx/>
              <a:latin typeface="'Times New Roman'"/>
              <a:ea typeface="'Times New Roman'"/>
            </a:endParaRPr>
          </a:p>
        </p:txBody>
      </p:sp>
      <p:sp>
        <p:nvSpPr>
          <p:cNvPr id="956" name=""/>
          <p:cNvSpPr/>
          <p:nvPr/>
        </p:nvSpPr>
        <p:spPr>
          <a:xfrm>
            <a:off x="3763440" y="1575360"/>
            <a:ext cx="0" cy="373680"/>
          </a:xfrm>
          <a:prstGeom prst="line">
            <a:avLst/>
          </a:prstGeom>
          <a:ln w="21600">
            <a:solidFill>
              <a:srgbClr val="6f87a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0800" rIns="100800" tIns="55800" bIns="558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7" name=""/>
          <p:cNvSpPr/>
          <p:nvPr/>
        </p:nvSpPr>
        <p:spPr>
          <a:xfrm>
            <a:off x="3633840" y="1733400"/>
            <a:ext cx="258840" cy="258480"/>
          </a:xfrm>
          <a:custGeom>
            <a:avLst/>
            <a:gdLst/>
            <a:ahLst/>
            <a:rect l="0" t="0" r="r" b="b"/>
            <a:pathLst>
              <a:path w="719" h="718">
                <a:moveTo>
                  <a:pt x="719" y="0"/>
                </a:moveTo>
                <a:lnTo>
                  <a:pt x="360" y="718"/>
                </a:lnTo>
                <a:lnTo>
                  <a:pt x="0" y="0"/>
                </a:lnTo>
                <a:lnTo>
                  <a:pt x="719" y="0"/>
                </a:lnTo>
                <a:close/>
              </a:path>
            </a:pathLst>
          </a:custGeom>
          <a:solidFill>
            <a:srgbClr val="2a527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8" name=""/>
          <p:cNvSpPr/>
          <p:nvPr/>
        </p:nvSpPr>
        <p:spPr>
          <a:xfrm>
            <a:off x="3633840" y="1733400"/>
            <a:ext cx="258840" cy="258480"/>
          </a:xfrm>
          <a:custGeom>
            <a:avLst/>
            <a:gdLst/>
            <a:ahLst/>
            <a:rect l="0" t="0" r="r" b="b"/>
            <a:pathLst>
              <a:path w="719" h="718">
                <a:moveTo>
                  <a:pt x="719" y="0"/>
                </a:moveTo>
                <a:lnTo>
                  <a:pt x="360" y="718"/>
                </a:lnTo>
                <a:lnTo>
                  <a:pt x="0" y="0"/>
                </a:lnTo>
                <a:lnTo>
                  <a:pt x="719" y="0"/>
                </a:lnTo>
                <a:close/>
              </a:path>
            </a:pathLst>
          </a:custGeom>
          <a:solidFill>
            <a:srgbClr val="2a527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9" name=""/>
          <p:cNvSpPr/>
          <p:nvPr/>
        </p:nvSpPr>
        <p:spPr>
          <a:xfrm>
            <a:off x="5024880" y="720360"/>
            <a:ext cx="2134800" cy="847800"/>
          </a:xfrm>
          <a:custGeom>
            <a:avLst/>
            <a:gdLst/>
            <a:ahLst/>
            <a:rect l="0" t="0" r="r" b="b"/>
            <a:pathLst>
              <a:path w="5930" h="2355">
                <a:moveTo>
                  <a:pt x="2966" y="2355"/>
                </a:moveTo>
                <a:lnTo>
                  <a:pt x="5570" y="2355"/>
                </a:lnTo>
                <a:cubicBezTo>
                  <a:pt x="5769" y="2355"/>
                  <a:pt x="5930" y="2194"/>
                  <a:pt x="5930" y="1996"/>
                </a:cubicBezTo>
                <a:lnTo>
                  <a:pt x="5930" y="359"/>
                </a:lnTo>
                <a:cubicBezTo>
                  <a:pt x="5930" y="161"/>
                  <a:pt x="5769" y="0"/>
                  <a:pt x="5570" y="0"/>
                </a:cubicBezTo>
                <a:lnTo>
                  <a:pt x="360" y="0"/>
                </a:lnTo>
                <a:cubicBezTo>
                  <a:pt x="161" y="0"/>
                  <a:pt x="0" y="161"/>
                  <a:pt x="0" y="359"/>
                </a:cubicBezTo>
                <a:lnTo>
                  <a:pt x="0" y="1996"/>
                </a:lnTo>
                <a:cubicBezTo>
                  <a:pt x="0" y="2194"/>
                  <a:pt x="161" y="2355"/>
                  <a:pt x="360" y="2355"/>
                </a:cubicBezTo>
                <a:lnTo>
                  <a:pt x="2966" y="2355"/>
                </a:lnTo>
                <a:close/>
              </a:path>
            </a:pathLst>
          </a:custGeom>
          <a:solidFill>
            <a:srgbClr val="e9eff6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0" name=""/>
          <p:cNvSpPr/>
          <p:nvPr/>
        </p:nvSpPr>
        <p:spPr>
          <a:xfrm>
            <a:off x="5024880" y="720360"/>
            <a:ext cx="2134800" cy="847800"/>
          </a:xfrm>
          <a:custGeom>
            <a:avLst/>
            <a:gdLst/>
            <a:ahLst/>
            <a:rect l="0" t="0" r="r" b="b"/>
            <a:pathLst>
              <a:path w="5930" h="2355">
                <a:moveTo>
                  <a:pt x="2966" y="2355"/>
                </a:moveTo>
                <a:lnTo>
                  <a:pt x="5570" y="2355"/>
                </a:lnTo>
                <a:cubicBezTo>
                  <a:pt x="5769" y="2355"/>
                  <a:pt x="5930" y="2194"/>
                  <a:pt x="5930" y="1996"/>
                </a:cubicBezTo>
                <a:lnTo>
                  <a:pt x="5930" y="359"/>
                </a:lnTo>
                <a:cubicBezTo>
                  <a:pt x="5930" y="161"/>
                  <a:pt x="5769" y="0"/>
                  <a:pt x="5570" y="0"/>
                </a:cubicBezTo>
                <a:lnTo>
                  <a:pt x="360" y="0"/>
                </a:lnTo>
                <a:cubicBezTo>
                  <a:pt x="161" y="0"/>
                  <a:pt x="0" y="161"/>
                  <a:pt x="0" y="359"/>
                </a:cubicBezTo>
                <a:lnTo>
                  <a:pt x="0" y="1996"/>
                </a:lnTo>
                <a:cubicBezTo>
                  <a:pt x="0" y="2194"/>
                  <a:pt x="161" y="2355"/>
                  <a:pt x="360" y="2355"/>
                </a:cubicBezTo>
                <a:lnTo>
                  <a:pt x="2966" y="2355"/>
                </a:lnTo>
                <a:close/>
              </a:path>
            </a:pathLst>
          </a:custGeom>
          <a:noFill/>
          <a:ln w="28800">
            <a:solidFill>
              <a:srgbClr val="294f7c"/>
            </a:solidFill>
            <a:miter/>
          </a:ln>
        </p:spPr>
        <p:txBody>
          <a:bodyPr lIns="104400" rIns="104400" tIns="59400" bIns="594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1" name=""/>
          <p:cNvSpPr txBox="1"/>
          <p:nvPr/>
        </p:nvSpPr>
        <p:spPr>
          <a:xfrm>
            <a:off x="5704200" y="889200"/>
            <a:ext cx="772200" cy="229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580" strike="noStrike" u="none">
                <a:solidFill>
                  <a:srgbClr val="203a5d"/>
                </a:solidFill>
                <a:effectLst/>
                <a:uFillTx/>
                <a:latin typeface="'Times New Roman'"/>
              </a:rPr>
              <a:t>DESIGN</a:t>
            </a:r>
            <a:endParaRPr b="1" lang="en-US" sz="1580" strike="noStrike" u="none">
              <a:solidFill>
                <a:srgbClr val="203a5d"/>
              </a:solidFill>
              <a:effectLst/>
              <a:uFillTx/>
              <a:latin typeface="'Times New Roman'"/>
              <a:ea typeface="'Times New Roman'"/>
            </a:endParaRPr>
          </a:p>
        </p:txBody>
      </p:sp>
      <p:sp>
        <p:nvSpPr>
          <p:cNvPr id="962" name=""/>
          <p:cNvSpPr txBox="1"/>
          <p:nvPr/>
        </p:nvSpPr>
        <p:spPr>
          <a:xfrm>
            <a:off x="5481360" y="1226880"/>
            <a:ext cx="1207440" cy="181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00" strike="noStrike" u="none">
                <a:solidFill>
                  <a:srgbClr val="526d8b"/>
                </a:solidFill>
                <a:effectLst/>
                <a:uFillTx/>
                <a:latin typeface="'Times New Roman'"/>
              </a:rPr>
              <a:t>method · rationale</a:t>
            </a:r>
            <a:endParaRPr b="0" lang="en-US" sz="1300" strike="noStrike" u="none">
              <a:solidFill>
                <a:srgbClr val="526d8b"/>
              </a:solidFill>
              <a:effectLst/>
              <a:uFillTx/>
              <a:latin typeface="'Times New Roman'"/>
              <a:ea typeface="'Times New Roman'"/>
            </a:endParaRPr>
          </a:p>
        </p:txBody>
      </p:sp>
      <p:sp>
        <p:nvSpPr>
          <p:cNvPr id="963" name=""/>
          <p:cNvSpPr/>
          <p:nvPr/>
        </p:nvSpPr>
        <p:spPr>
          <a:xfrm>
            <a:off x="6092640" y="1575360"/>
            <a:ext cx="0" cy="373680"/>
          </a:xfrm>
          <a:prstGeom prst="line">
            <a:avLst/>
          </a:prstGeom>
          <a:ln w="21600">
            <a:solidFill>
              <a:srgbClr val="6f87a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0800" rIns="100800" tIns="55800" bIns="558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4" name=""/>
          <p:cNvSpPr/>
          <p:nvPr/>
        </p:nvSpPr>
        <p:spPr>
          <a:xfrm>
            <a:off x="5963040" y="1733400"/>
            <a:ext cx="258480" cy="258480"/>
          </a:xfrm>
          <a:custGeom>
            <a:avLst/>
            <a:gdLst/>
            <a:ahLst/>
            <a:rect l="0" t="0" r="r" b="b"/>
            <a:pathLst>
              <a:path w="718" h="718">
                <a:moveTo>
                  <a:pt x="718" y="0"/>
                </a:moveTo>
                <a:lnTo>
                  <a:pt x="360" y="718"/>
                </a:lnTo>
                <a:lnTo>
                  <a:pt x="0" y="0"/>
                </a:lnTo>
                <a:lnTo>
                  <a:pt x="718" y="0"/>
                </a:lnTo>
                <a:close/>
              </a:path>
            </a:pathLst>
          </a:custGeom>
          <a:solidFill>
            <a:srgbClr val="2a527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5" name=""/>
          <p:cNvSpPr/>
          <p:nvPr/>
        </p:nvSpPr>
        <p:spPr>
          <a:xfrm>
            <a:off x="5963040" y="1733400"/>
            <a:ext cx="258480" cy="258480"/>
          </a:xfrm>
          <a:custGeom>
            <a:avLst/>
            <a:gdLst/>
            <a:ahLst/>
            <a:rect l="0" t="0" r="r" b="b"/>
            <a:pathLst>
              <a:path w="718" h="718">
                <a:moveTo>
                  <a:pt x="718" y="0"/>
                </a:moveTo>
                <a:lnTo>
                  <a:pt x="360" y="718"/>
                </a:lnTo>
                <a:lnTo>
                  <a:pt x="0" y="0"/>
                </a:lnTo>
                <a:lnTo>
                  <a:pt x="718" y="0"/>
                </a:lnTo>
                <a:close/>
              </a:path>
            </a:pathLst>
          </a:custGeom>
          <a:solidFill>
            <a:srgbClr val="2a527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6" name=""/>
          <p:cNvSpPr/>
          <p:nvPr/>
        </p:nvSpPr>
        <p:spPr>
          <a:xfrm>
            <a:off x="5963040" y="1733400"/>
            <a:ext cx="258480" cy="258480"/>
          </a:xfrm>
          <a:custGeom>
            <a:avLst/>
            <a:gdLst/>
            <a:ahLst/>
            <a:rect l="0" t="0" r="r" b="b"/>
            <a:pathLst>
              <a:path w="718" h="718">
                <a:moveTo>
                  <a:pt x="718" y="0"/>
                </a:moveTo>
                <a:lnTo>
                  <a:pt x="360" y="718"/>
                </a:lnTo>
                <a:lnTo>
                  <a:pt x="0" y="0"/>
                </a:lnTo>
                <a:lnTo>
                  <a:pt x="718" y="0"/>
                </a:lnTo>
                <a:close/>
              </a:path>
            </a:pathLst>
          </a:custGeom>
          <a:solidFill>
            <a:srgbClr val="2a527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7" name=""/>
          <p:cNvSpPr/>
          <p:nvPr/>
        </p:nvSpPr>
        <p:spPr>
          <a:xfrm>
            <a:off x="7346520" y="720360"/>
            <a:ext cx="2134800" cy="847800"/>
          </a:xfrm>
          <a:custGeom>
            <a:avLst/>
            <a:gdLst/>
            <a:ahLst/>
            <a:rect l="0" t="0" r="r" b="b"/>
            <a:pathLst>
              <a:path w="5930" h="2355">
                <a:moveTo>
                  <a:pt x="2965" y="2355"/>
                </a:moveTo>
                <a:lnTo>
                  <a:pt x="5571" y="2355"/>
                </a:lnTo>
                <a:cubicBezTo>
                  <a:pt x="5769" y="2355"/>
                  <a:pt x="5930" y="2194"/>
                  <a:pt x="5930" y="1996"/>
                </a:cubicBezTo>
                <a:lnTo>
                  <a:pt x="5930" y="359"/>
                </a:lnTo>
                <a:cubicBezTo>
                  <a:pt x="5930" y="161"/>
                  <a:pt x="5769" y="0"/>
                  <a:pt x="5571" y="0"/>
                </a:cubicBezTo>
                <a:lnTo>
                  <a:pt x="359" y="0"/>
                </a:lnTo>
                <a:cubicBezTo>
                  <a:pt x="161" y="0"/>
                  <a:pt x="0" y="161"/>
                  <a:pt x="0" y="359"/>
                </a:cubicBezTo>
                <a:lnTo>
                  <a:pt x="0" y="1996"/>
                </a:lnTo>
                <a:cubicBezTo>
                  <a:pt x="0" y="2194"/>
                  <a:pt x="161" y="2355"/>
                  <a:pt x="359" y="2355"/>
                </a:cubicBezTo>
                <a:lnTo>
                  <a:pt x="2965" y="2355"/>
                </a:lnTo>
                <a:close/>
              </a:path>
            </a:pathLst>
          </a:custGeom>
          <a:solidFill>
            <a:srgbClr val="e9eff6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8" name=""/>
          <p:cNvSpPr/>
          <p:nvPr/>
        </p:nvSpPr>
        <p:spPr>
          <a:xfrm>
            <a:off x="7346520" y="720360"/>
            <a:ext cx="2134800" cy="847800"/>
          </a:xfrm>
          <a:custGeom>
            <a:avLst/>
            <a:gdLst/>
            <a:ahLst/>
            <a:rect l="0" t="0" r="r" b="b"/>
            <a:pathLst>
              <a:path w="5930" h="2355">
                <a:moveTo>
                  <a:pt x="2965" y="2355"/>
                </a:moveTo>
                <a:lnTo>
                  <a:pt x="5571" y="2355"/>
                </a:lnTo>
                <a:cubicBezTo>
                  <a:pt x="5769" y="2355"/>
                  <a:pt x="5930" y="2194"/>
                  <a:pt x="5930" y="1996"/>
                </a:cubicBezTo>
                <a:lnTo>
                  <a:pt x="5930" y="359"/>
                </a:lnTo>
                <a:cubicBezTo>
                  <a:pt x="5930" y="161"/>
                  <a:pt x="5769" y="0"/>
                  <a:pt x="5571" y="0"/>
                </a:cubicBezTo>
                <a:lnTo>
                  <a:pt x="359" y="0"/>
                </a:lnTo>
                <a:cubicBezTo>
                  <a:pt x="161" y="0"/>
                  <a:pt x="0" y="161"/>
                  <a:pt x="0" y="359"/>
                </a:cubicBezTo>
                <a:lnTo>
                  <a:pt x="0" y="1996"/>
                </a:lnTo>
                <a:cubicBezTo>
                  <a:pt x="0" y="2194"/>
                  <a:pt x="161" y="2355"/>
                  <a:pt x="359" y="2355"/>
                </a:cubicBezTo>
                <a:lnTo>
                  <a:pt x="2965" y="2355"/>
                </a:lnTo>
                <a:close/>
              </a:path>
            </a:pathLst>
          </a:custGeom>
          <a:noFill/>
          <a:ln w="28800">
            <a:solidFill>
              <a:srgbClr val="294f7c"/>
            </a:solidFill>
            <a:miter/>
          </a:ln>
        </p:spPr>
        <p:txBody>
          <a:bodyPr lIns="104400" rIns="104400" tIns="59400" bIns="594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9" name=""/>
          <p:cNvSpPr txBox="1"/>
          <p:nvPr/>
        </p:nvSpPr>
        <p:spPr>
          <a:xfrm>
            <a:off x="7803000" y="889200"/>
            <a:ext cx="1218960" cy="229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580" strike="noStrike" u="none">
                <a:solidFill>
                  <a:srgbClr val="203a5d"/>
                </a:solidFill>
                <a:effectLst/>
                <a:uFillTx/>
                <a:latin typeface="'Times New Roman'"/>
              </a:rPr>
              <a:t>EXECUTION</a:t>
            </a:r>
            <a:endParaRPr b="1" lang="en-US" sz="1580" strike="noStrike" u="none">
              <a:solidFill>
                <a:srgbClr val="203a5d"/>
              </a:solidFill>
              <a:effectLst/>
              <a:uFillTx/>
              <a:latin typeface="'Times New Roman'"/>
              <a:ea typeface="'Times New Roman'"/>
            </a:endParaRPr>
          </a:p>
        </p:txBody>
      </p:sp>
      <p:sp>
        <p:nvSpPr>
          <p:cNvPr id="970" name=""/>
          <p:cNvSpPr txBox="1"/>
          <p:nvPr/>
        </p:nvSpPr>
        <p:spPr>
          <a:xfrm>
            <a:off x="7803000" y="1226880"/>
            <a:ext cx="1198080" cy="181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00" strike="noStrike" u="none">
                <a:solidFill>
                  <a:srgbClr val="526d8b"/>
                </a:solidFill>
                <a:effectLst/>
                <a:uFillTx/>
                <a:latin typeface="'Times New Roman'"/>
              </a:rPr>
              <a:t>state · provenance</a:t>
            </a:r>
            <a:endParaRPr b="0" lang="en-US" sz="1300" strike="noStrike" u="none">
              <a:solidFill>
                <a:srgbClr val="526d8b"/>
              </a:solidFill>
              <a:effectLst/>
              <a:uFillTx/>
              <a:latin typeface="'Times New Roman'"/>
              <a:ea typeface="'Times New Roman'"/>
            </a:endParaRPr>
          </a:p>
        </p:txBody>
      </p:sp>
      <p:sp>
        <p:nvSpPr>
          <p:cNvPr id="971" name=""/>
          <p:cNvSpPr/>
          <p:nvPr/>
        </p:nvSpPr>
        <p:spPr>
          <a:xfrm>
            <a:off x="8413920" y="1575360"/>
            <a:ext cx="0" cy="373680"/>
          </a:xfrm>
          <a:prstGeom prst="line">
            <a:avLst/>
          </a:prstGeom>
          <a:ln w="21600">
            <a:solidFill>
              <a:srgbClr val="6f87a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0800" rIns="100800" tIns="55800" bIns="558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2" name=""/>
          <p:cNvSpPr/>
          <p:nvPr/>
        </p:nvSpPr>
        <p:spPr>
          <a:xfrm>
            <a:off x="8284680" y="1733400"/>
            <a:ext cx="258840" cy="258480"/>
          </a:xfrm>
          <a:custGeom>
            <a:avLst/>
            <a:gdLst/>
            <a:ahLst/>
            <a:rect l="0" t="0" r="r" b="b"/>
            <a:pathLst>
              <a:path w="719" h="718">
                <a:moveTo>
                  <a:pt x="719" y="0"/>
                </a:moveTo>
                <a:lnTo>
                  <a:pt x="359" y="718"/>
                </a:lnTo>
                <a:lnTo>
                  <a:pt x="0" y="0"/>
                </a:lnTo>
                <a:lnTo>
                  <a:pt x="719" y="0"/>
                </a:lnTo>
                <a:close/>
              </a:path>
            </a:pathLst>
          </a:custGeom>
          <a:solidFill>
            <a:srgbClr val="2a527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3" name=""/>
          <p:cNvSpPr/>
          <p:nvPr/>
        </p:nvSpPr>
        <p:spPr>
          <a:xfrm>
            <a:off x="8284680" y="1733400"/>
            <a:ext cx="258840" cy="258480"/>
          </a:xfrm>
          <a:custGeom>
            <a:avLst/>
            <a:gdLst/>
            <a:ahLst/>
            <a:rect l="0" t="0" r="r" b="b"/>
            <a:pathLst>
              <a:path w="719" h="718">
                <a:moveTo>
                  <a:pt x="719" y="0"/>
                </a:moveTo>
                <a:lnTo>
                  <a:pt x="359" y="718"/>
                </a:lnTo>
                <a:lnTo>
                  <a:pt x="0" y="0"/>
                </a:lnTo>
                <a:lnTo>
                  <a:pt x="719" y="0"/>
                </a:lnTo>
                <a:close/>
              </a:path>
            </a:pathLst>
          </a:custGeom>
          <a:solidFill>
            <a:srgbClr val="2a527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4" name=""/>
          <p:cNvSpPr/>
          <p:nvPr/>
        </p:nvSpPr>
        <p:spPr>
          <a:xfrm>
            <a:off x="8284680" y="1733400"/>
            <a:ext cx="258840" cy="258480"/>
          </a:xfrm>
          <a:custGeom>
            <a:avLst/>
            <a:gdLst/>
            <a:ahLst/>
            <a:rect l="0" t="0" r="r" b="b"/>
            <a:pathLst>
              <a:path w="719" h="718">
                <a:moveTo>
                  <a:pt x="719" y="0"/>
                </a:moveTo>
                <a:lnTo>
                  <a:pt x="359" y="718"/>
                </a:lnTo>
                <a:lnTo>
                  <a:pt x="0" y="0"/>
                </a:lnTo>
                <a:lnTo>
                  <a:pt x="719" y="0"/>
                </a:lnTo>
                <a:close/>
              </a:path>
            </a:pathLst>
          </a:custGeom>
          <a:solidFill>
            <a:srgbClr val="2a527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5" name=""/>
          <p:cNvSpPr/>
          <p:nvPr/>
        </p:nvSpPr>
        <p:spPr>
          <a:xfrm>
            <a:off x="8284680" y="1733400"/>
            <a:ext cx="258840" cy="258480"/>
          </a:xfrm>
          <a:custGeom>
            <a:avLst/>
            <a:gdLst/>
            <a:ahLst/>
            <a:rect l="0" t="0" r="r" b="b"/>
            <a:pathLst>
              <a:path w="719" h="718">
                <a:moveTo>
                  <a:pt x="719" y="0"/>
                </a:moveTo>
                <a:lnTo>
                  <a:pt x="359" y="718"/>
                </a:lnTo>
                <a:lnTo>
                  <a:pt x="0" y="0"/>
                </a:lnTo>
                <a:lnTo>
                  <a:pt x="719" y="0"/>
                </a:lnTo>
                <a:close/>
              </a:path>
            </a:pathLst>
          </a:custGeom>
          <a:solidFill>
            <a:srgbClr val="2a527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6" name=""/>
          <p:cNvSpPr/>
          <p:nvPr/>
        </p:nvSpPr>
        <p:spPr>
          <a:xfrm>
            <a:off x="9675720" y="720360"/>
            <a:ext cx="2134800" cy="847800"/>
          </a:xfrm>
          <a:custGeom>
            <a:avLst/>
            <a:gdLst/>
            <a:ahLst/>
            <a:rect l="0" t="0" r="r" b="b"/>
            <a:pathLst>
              <a:path w="5930" h="2355">
                <a:moveTo>
                  <a:pt x="2965" y="2355"/>
                </a:moveTo>
                <a:lnTo>
                  <a:pt x="5571" y="2355"/>
                </a:lnTo>
                <a:cubicBezTo>
                  <a:pt x="5769" y="2355"/>
                  <a:pt x="5930" y="2194"/>
                  <a:pt x="5930" y="1996"/>
                </a:cubicBezTo>
                <a:lnTo>
                  <a:pt x="5930" y="359"/>
                </a:lnTo>
                <a:cubicBezTo>
                  <a:pt x="5930" y="161"/>
                  <a:pt x="5769" y="0"/>
                  <a:pt x="5571" y="0"/>
                </a:cubicBezTo>
                <a:lnTo>
                  <a:pt x="359" y="0"/>
                </a:lnTo>
                <a:cubicBezTo>
                  <a:pt x="160" y="0"/>
                  <a:pt x="0" y="161"/>
                  <a:pt x="0" y="359"/>
                </a:cubicBezTo>
                <a:lnTo>
                  <a:pt x="0" y="1996"/>
                </a:lnTo>
                <a:cubicBezTo>
                  <a:pt x="0" y="2194"/>
                  <a:pt x="160" y="2355"/>
                  <a:pt x="359" y="2355"/>
                </a:cubicBezTo>
                <a:lnTo>
                  <a:pt x="2965" y="2355"/>
                </a:lnTo>
                <a:close/>
              </a:path>
            </a:pathLst>
          </a:custGeom>
          <a:solidFill>
            <a:srgbClr val="e9eff6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7" name=""/>
          <p:cNvSpPr/>
          <p:nvPr/>
        </p:nvSpPr>
        <p:spPr>
          <a:xfrm>
            <a:off x="9675720" y="720360"/>
            <a:ext cx="2134800" cy="847800"/>
          </a:xfrm>
          <a:custGeom>
            <a:avLst/>
            <a:gdLst/>
            <a:ahLst/>
            <a:rect l="0" t="0" r="r" b="b"/>
            <a:pathLst>
              <a:path w="5930" h="2355">
                <a:moveTo>
                  <a:pt x="2965" y="2355"/>
                </a:moveTo>
                <a:lnTo>
                  <a:pt x="5571" y="2355"/>
                </a:lnTo>
                <a:cubicBezTo>
                  <a:pt x="5769" y="2355"/>
                  <a:pt x="5930" y="2194"/>
                  <a:pt x="5930" y="1996"/>
                </a:cubicBezTo>
                <a:lnTo>
                  <a:pt x="5930" y="359"/>
                </a:lnTo>
                <a:cubicBezTo>
                  <a:pt x="5930" y="161"/>
                  <a:pt x="5769" y="0"/>
                  <a:pt x="5571" y="0"/>
                </a:cubicBezTo>
                <a:lnTo>
                  <a:pt x="359" y="0"/>
                </a:lnTo>
                <a:cubicBezTo>
                  <a:pt x="160" y="0"/>
                  <a:pt x="0" y="161"/>
                  <a:pt x="0" y="359"/>
                </a:cubicBezTo>
                <a:lnTo>
                  <a:pt x="0" y="1996"/>
                </a:lnTo>
                <a:cubicBezTo>
                  <a:pt x="0" y="2194"/>
                  <a:pt x="160" y="2355"/>
                  <a:pt x="359" y="2355"/>
                </a:cubicBezTo>
                <a:lnTo>
                  <a:pt x="2965" y="2355"/>
                </a:lnTo>
                <a:close/>
              </a:path>
            </a:pathLst>
          </a:custGeom>
          <a:noFill/>
          <a:ln w="28800">
            <a:solidFill>
              <a:srgbClr val="294f7c"/>
            </a:solidFill>
            <a:miter/>
          </a:ln>
        </p:spPr>
        <p:txBody>
          <a:bodyPr lIns="104400" rIns="104400" tIns="59400" bIns="594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8" name=""/>
          <p:cNvSpPr txBox="1"/>
          <p:nvPr/>
        </p:nvSpPr>
        <p:spPr>
          <a:xfrm>
            <a:off x="10397880" y="889200"/>
            <a:ext cx="693720" cy="229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580" strike="noStrike" u="none">
                <a:solidFill>
                  <a:srgbClr val="203a5d"/>
                </a:solidFill>
                <a:effectLst/>
                <a:uFillTx/>
                <a:latin typeface="'Times New Roman'"/>
              </a:rPr>
              <a:t>CLAIM</a:t>
            </a:r>
            <a:endParaRPr b="1" lang="en-US" sz="1580" strike="noStrike" u="none">
              <a:solidFill>
                <a:srgbClr val="203a5d"/>
              </a:solidFill>
              <a:effectLst/>
              <a:uFillTx/>
              <a:latin typeface="'Times New Roman'"/>
              <a:ea typeface="'Times New Roman'"/>
            </a:endParaRPr>
          </a:p>
        </p:txBody>
      </p:sp>
      <p:sp>
        <p:nvSpPr>
          <p:cNvPr id="979" name=""/>
          <p:cNvSpPr txBox="1"/>
          <p:nvPr/>
        </p:nvSpPr>
        <p:spPr>
          <a:xfrm>
            <a:off x="10247040" y="1226880"/>
            <a:ext cx="978840" cy="181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00" strike="noStrike" u="none">
                <a:solidFill>
                  <a:srgbClr val="526d8b"/>
                </a:solidFill>
                <a:effectLst/>
                <a:uFillTx/>
                <a:latin typeface="'Times New Roman'"/>
              </a:rPr>
              <a:t>answer · limits</a:t>
            </a:r>
            <a:endParaRPr b="0" lang="en-US" sz="1300" strike="noStrike" u="none">
              <a:solidFill>
                <a:srgbClr val="526d8b"/>
              </a:solidFill>
              <a:effectLst/>
              <a:uFillTx/>
              <a:latin typeface="'Times New Roman'"/>
              <a:ea typeface="'Times New Roman'"/>
            </a:endParaRPr>
          </a:p>
        </p:txBody>
      </p:sp>
      <p:sp>
        <p:nvSpPr>
          <p:cNvPr id="980" name=""/>
          <p:cNvSpPr/>
          <p:nvPr/>
        </p:nvSpPr>
        <p:spPr>
          <a:xfrm>
            <a:off x="10743120" y="1575360"/>
            <a:ext cx="0" cy="373680"/>
          </a:xfrm>
          <a:prstGeom prst="line">
            <a:avLst/>
          </a:prstGeom>
          <a:ln w="21600">
            <a:solidFill>
              <a:srgbClr val="6f87a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0800" rIns="100800" tIns="55800" bIns="558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1" name=""/>
          <p:cNvSpPr/>
          <p:nvPr/>
        </p:nvSpPr>
        <p:spPr>
          <a:xfrm>
            <a:off x="10613520" y="1733400"/>
            <a:ext cx="258840" cy="258480"/>
          </a:xfrm>
          <a:custGeom>
            <a:avLst/>
            <a:gdLst/>
            <a:ahLst/>
            <a:rect l="0" t="0" r="r" b="b"/>
            <a:pathLst>
              <a:path w="719" h="718">
                <a:moveTo>
                  <a:pt x="719" y="0"/>
                </a:moveTo>
                <a:lnTo>
                  <a:pt x="360" y="718"/>
                </a:lnTo>
                <a:lnTo>
                  <a:pt x="0" y="0"/>
                </a:lnTo>
                <a:lnTo>
                  <a:pt x="719" y="0"/>
                </a:lnTo>
                <a:close/>
              </a:path>
            </a:pathLst>
          </a:custGeom>
          <a:solidFill>
            <a:srgbClr val="2a527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2" name=""/>
          <p:cNvSpPr/>
          <p:nvPr/>
        </p:nvSpPr>
        <p:spPr>
          <a:xfrm>
            <a:off x="10613520" y="1733400"/>
            <a:ext cx="258840" cy="258480"/>
          </a:xfrm>
          <a:custGeom>
            <a:avLst/>
            <a:gdLst/>
            <a:ahLst/>
            <a:rect l="0" t="0" r="r" b="b"/>
            <a:pathLst>
              <a:path w="719" h="718">
                <a:moveTo>
                  <a:pt x="719" y="0"/>
                </a:moveTo>
                <a:lnTo>
                  <a:pt x="360" y="718"/>
                </a:lnTo>
                <a:lnTo>
                  <a:pt x="0" y="0"/>
                </a:lnTo>
                <a:lnTo>
                  <a:pt x="719" y="0"/>
                </a:lnTo>
                <a:close/>
              </a:path>
            </a:pathLst>
          </a:custGeom>
          <a:solidFill>
            <a:srgbClr val="2a527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3" name=""/>
          <p:cNvSpPr/>
          <p:nvPr/>
        </p:nvSpPr>
        <p:spPr>
          <a:xfrm>
            <a:off x="10613520" y="1733400"/>
            <a:ext cx="258840" cy="258480"/>
          </a:xfrm>
          <a:custGeom>
            <a:avLst/>
            <a:gdLst/>
            <a:ahLst/>
            <a:rect l="0" t="0" r="r" b="b"/>
            <a:pathLst>
              <a:path w="719" h="718">
                <a:moveTo>
                  <a:pt x="719" y="0"/>
                </a:moveTo>
                <a:lnTo>
                  <a:pt x="360" y="718"/>
                </a:lnTo>
                <a:lnTo>
                  <a:pt x="0" y="0"/>
                </a:lnTo>
                <a:lnTo>
                  <a:pt x="719" y="0"/>
                </a:lnTo>
                <a:close/>
              </a:path>
            </a:pathLst>
          </a:custGeom>
          <a:solidFill>
            <a:srgbClr val="2a527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4" name=""/>
          <p:cNvSpPr/>
          <p:nvPr/>
        </p:nvSpPr>
        <p:spPr>
          <a:xfrm>
            <a:off x="10613520" y="1733400"/>
            <a:ext cx="258840" cy="258480"/>
          </a:xfrm>
          <a:custGeom>
            <a:avLst/>
            <a:gdLst/>
            <a:ahLst/>
            <a:rect l="0" t="0" r="r" b="b"/>
            <a:pathLst>
              <a:path w="719" h="718">
                <a:moveTo>
                  <a:pt x="719" y="0"/>
                </a:moveTo>
                <a:lnTo>
                  <a:pt x="360" y="718"/>
                </a:lnTo>
                <a:lnTo>
                  <a:pt x="0" y="0"/>
                </a:lnTo>
                <a:lnTo>
                  <a:pt x="719" y="0"/>
                </a:lnTo>
                <a:close/>
              </a:path>
            </a:pathLst>
          </a:custGeom>
          <a:solidFill>
            <a:srgbClr val="2a527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5" name=""/>
          <p:cNvSpPr/>
          <p:nvPr/>
        </p:nvSpPr>
        <p:spPr>
          <a:xfrm>
            <a:off x="10613520" y="1733400"/>
            <a:ext cx="258840" cy="258480"/>
          </a:xfrm>
          <a:custGeom>
            <a:avLst/>
            <a:gdLst/>
            <a:ahLst/>
            <a:rect l="0" t="0" r="r" b="b"/>
            <a:pathLst>
              <a:path w="719" h="718">
                <a:moveTo>
                  <a:pt x="719" y="0"/>
                </a:moveTo>
                <a:lnTo>
                  <a:pt x="360" y="718"/>
                </a:lnTo>
                <a:lnTo>
                  <a:pt x="0" y="0"/>
                </a:lnTo>
                <a:lnTo>
                  <a:pt x="719" y="0"/>
                </a:lnTo>
                <a:close/>
              </a:path>
            </a:pathLst>
          </a:custGeom>
          <a:solidFill>
            <a:srgbClr val="2a527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6" name=""/>
          <p:cNvSpPr/>
          <p:nvPr/>
        </p:nvSpPr>
        <p:spPr>
          <a:xfrm>
            <a:off x="467640" y="2114280"/>
            <a:ext cx="11256480" cy="1235520"/>
          </a:xfrm>
          <a:custGeom>
            <a:avLst/>
            <a:gdLst/>
            <a:ahLst/>
            <a:rect l="0" t="0" r="r" b="b"/>
            <a:pathLst>
              <a:path w="31268" h="3432">
                <a:moveTo>
                  <a:pt x="15635" y="3432"/>
                </a:moveTo>
                <a:lnTo>
                  <a:pt x="30789" y="3432"/>
                </a:lnTo>
                <a:cubicBezTo>
                  <a:pt x="31054" y="3432"/>
                  <a:pt x="31268" y="3218"/>
                  <a:pt x="31268" y="2953"/>
                </a:cubicBezTo>
                <a:lnTo>
                  <a:pt x="31268" y="479"/>
                </a:lnTo>
                <a:cubicBezTo>
                  <a:pt x="31268" y="214"/>
                  <a:pt x="31054" y="0"/>
                  <a:pt x="30789" y="0"/>
                </a:cubicBezTo>
                <a:lnTo>
                  <a:pt x="479" y="0"/>
                </a:lnTo>
                <a:cubicBezTo>
                  <a:pt x="214" y="0"/>
                  <a:pt x="0" y="214"/>
                  <a:pt x="0" y="479"/>
                </a:cubicBezTo>
                <a:lnTo>
                  <a:pt x="0" y="2953"/>
                </a:lnTo>
                <a:cubicBezTo>
                  <a:pt x="0" y="3218"/>
                  <a:pt x="214" y="3432"/>
                  <a:pt x="479" y="3432"/>
                </a:cubicBezTo>
                <a:lnTo>
                  <a:pt x="15635" y="3432"/>
                </a:lnTo>
                <a:close/>
              </a:path>
            </a:pathLst>
          </a:custGeom>
          <a:solidFill>
            <a:srgbClr val="f4f7fb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7" name=""/>
          <p:cNvSpPr/>
          <p:nvPr/>
        </p:nvSpPr>
        <p:spPr>
          <a:xfrm>
            <a:off x="467640" y="2114280"/>
            <a:ext cx="11256480" cy="1235520"/>
          </a:xfrm>
          <a:custGeom>
            <a:avLst/>
            <a:gdLst/>
            <a:ahLst/>
            <a:rect l="0" t="0" r="r" b="b"/>
            <a:pathLst>
              <a:path w="31268" h="3432">
                <a:moveTo>
                  <a:pt x="15635" y="3432"/>
                </a:moveTo>
                <a:lnTo>
                  <a:pt x="30789" y="3432"/>
                </a:lnTo>
                <a:cubicBezTo>
                  <a:pt x="31054" y="3432"/>
                  <a:pt x="31268" y="3218"/>
                  <a:pt x="31268" y="2953"/>
                </a:cubicBezTo>
                <a:lnTo>
                  <a:pt x="31268" y="479"/>
                </a:lnTo>
                <a:cubicBezTo>
                  <a:pt x="31268" y="214"/>
                  <a:pt x="31054" y="0"/>
                  <a:pt x="30789" y="0"/>
                </a:cubicBezTo>
                <a:lnTo>
                  <a:pt x="479" y="0"/>
                </a:lnTo>
                <a:cubicBezTo>
                  <a:pt x="214" y="0"/>
                  <a:pt x="0" y="214"/>
                  <a:pt x="0" y="479"/>
                </a:cubicBezTo>
                <a:lnTo>
                  <a:pt x="0" y="2953"/>
                </a:lnTo>
                <a:cubicBezTo>
                  <a:pt x="0" y="3218"/>
                  <a:pt x="214" y="3432"/>
                  <a:pt x="479" y="3432"/>
                </a:cubicBezTo>
                <a:lnTo>
                  <a:pt x="15635" y="3432"/>
                </a:lnTo>
                <a:close/>
              </a:path>
            </a:pathLst>
          </a:custGeom>
          <a:noFill/>
          <a:ln w="28800">
            <a:solidFill>
              <a:srgbClr val="9e2e2e"/>
            </a:solidFill>
            <a:miter/>
          </a:ln>
        </p:spPr>
        <p:txBody>
          <a:bodyPr lIns="104400" rIns="104400" tIns="59400" bIns="594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8" name=""/>
          <p:cNvSpPr txBox="1"/>
          <p:nvPr/>
        </p:nvSpPr>
        <p:spPr>
          <a:xfrm>
            <a:off x="4812840" y="2189520"/>
            <a:ext cx="2566080" cy="229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580" strike="noStrike" u="none">
                <a:solidFill>
                  <a:srgbClr val="8d2727"/>
                </a:solidFill>
                <a:effectLst/>
                <a:uFillTx/>
                <a:latin typeface="'Times New Roman'"/>
              </a:rPr>
              <a:t>ANSWER ARCHITECTURE</a:t>
            </a:r>
            <a:endParaRPr b="1" lang="en-US" sz="1580" strike="noStrike" u="none">
              <a:solidFill>
                <a:srgbClr val="8d2727"/>
              </a:solidFill>
              <a:effectLst/>
              <a:uFillTx/>
              <a:latin typeface="'Times New Roman'"/>
              <a:ea typeface="'Times New Roman'"/>
            </a:endParaRPr>
          </a:p>
        </p:txBody>
      </p:sp>
      <p:sp>
        <p:nvSpPr>
          <p:cNvPr id="989" name=""/>
          <p:cNvSpPr/>
          <p:nvPr/>
        </p:nvSpPr>
        <p:spPr>
          <a:xfrm>
            <a:off x="712080" y="2588400"/>
            <a:ext cx="1279440" cy="531720"/>
          </a:xfrm>
          <a:custGeom>
            <a:avLst/>
            <a:gdLst/>
            <a:ahLst/>
            <a:rect l="0" t="0" r="r" b="b"/>
            <a:pathLst>
              <a:path w="3554" h="1477">
                <a:moveTo>
                  <a:pt x="1777" y="1477"/>
                </a:moveTo>
                <a:lnTo>
                  <a:pt x="3294" y="1477"/>
                </a:lnTo>
                <a:cubicBezTo>
                  <a:pt x="3438" y="1477"/>
                  <a:pt x="3554" y="1361"/>
                  <a:pt x="3554" y="1217"/>
                </a:cubicBezTo>
                <a:lnTo>
                  <a:pt x="3554" y="259"/>
                </a:lnTo>
                <a:cubicBezTo>
                  <a:pt x="3554" y="116"/>
                  <a:pt x="3438" y="0"/>
                  <a:pt x="3294" y="0"/>
                </a:cubicBezTo>
                <a:lnTo>
                  <a:pt x="259" y="0"/>
                </a:lnTo>
                <a:cubicBezTo>
                  <a:pt x="116" y="0"/>
                  <a:pt x="0" y="116"/>
                  <a:pt x="0" y="259"/>
                </a:cubicBezTo>
                <a:lnTo>
                  <a:pt x="0" y="1217"/>
                </a:lnTo>
                <a:cubicBezTo>
                  <a:pt x="0" y="1361"/>
                  <a:pt x="116" y="1477"/>
                  <a:pt x="259" y="1477"/>
                </a:cubicBezTo>
                <a:lnTo>
                  <a:pt x="1777" y="1477"/>
                </a:lnTo>
                <a:close/>
              </a:path>
            </a:pathLst>
          </a:custGeom>
          <a:solidFill>
            <a:srgbClr val="fffaf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0" name=""/>
          <p:cNvSpPr/>
          <p:nvPr/>
        </p:nvSpPr>
        <p:spPr>
          <a:xfrm>
            <a:off x="712080" y="2588400"/>
            <a:ext cx="1279440" cy="531720"/>
          </a:xfrm>
          <a:custGeom>
            <a:avLst/>
            <a:gdLst/>
            <a:ahLst/>
            <a:rect l="0" t="0" r="r" b="b"/>
            <a:pathLst>
              <a:path w="3554" h="1477">
                <a:moveTo>
                  <a:pt x="1777" y="1477"/>
                </a:moveTo>
                <a:lnTo>
                  <a:pt x="3294" y="1477"/>
                </a:lnTo>
                <a:cubicBezTo>
                  <a:pt x="3438" y="1477"/>
                  <a:pt x="3554" y="1361"/>
                  <a:pt x="3554" y="1217"/>
                </a:cubicBezTo>
                <a:lnTo>
                  <a:pt x="3554" y="259"/>
                </a:lnTo>
                <a:cubicBezTo>
                  <a:pt x="3554" y="116"/>
                  <a:pt x="3438" y="0"/>
                  <a:pt x="3294" y="0"/>
                </a:cubicBezTo>
                <a:lnTo>
                  <a:pt x="259" y="0"/>
                </a:lnTo>
                <a:cubicBezTo>
                  <a:pt x="116" y="0"/>
                  <a:pt x="0" y="116"/>
                  <a:pt x="0" y="259"/>
                </a:cubicBezTo>
                <a:lnTo>
                  <a:pt x="0" y="1217"/>
                </a:lnTo>
                <a:cubicBezTo>
                  <a:pt x="0" y="1361"/>
                  <a:pt x="116" y="1477"/>
                  <a:pt x="259" y="1477"/>
                </a:cubicBezTo>
                <a:lnTo>
                  <a:pt x="1777" y="1477"/>
                </a:lnTo>
                <a:close/>
              </a:path>
            </a:pathLst>
          </a:custGeom>
          <a:noFill/>
          <a:ln w="18000">
            <a:solidFill>
              <a:srgbClr val="9e2e2e"/>
            </a:solidFill>
            <a:miter/>
          </a:ln>
        </p:spPr>
        <p:txBody>
          <a:bodyPr lIns="99000" rIns="99000" tIns="54000" bIns="54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1" name=""/>
          <p:cNvSpPr txBox="1"/>
          <p:nvPr/>
        </p:nvSpPr>
        <p:spPr>
          <a:xfrm>
            <a:off x="974160" y="2786040"/>
            <a:ext cx="757080" cy="159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130" strike="noStrike" u="none">
                <a:solidFill>
                  <a:srgbClr val="7f2525"/>
                </a:solidFill>
                <a:effectLst/>
                <a:uFillTx/>
                <a:latin typeface="'Times New Roman'"/>
              </a:rPr>
              <a:t>QUESTION</a:t>
            </a:r>
            <a:endParaRPr b="1" lang="en-US" sz="1130" strike="noStrike" u="none">
              <a:solidFill>
                <a:srgbClr val="7f2525"/>
              </a:solidFill>
              <a:effectLst/>
              <a:uFillTx/>
              <a:latin typeface="'Times New Roman'"/>
              <a:ea typeface="'Times New Roman'"/>
            </a:endParaRPr>
          </a:p>
        </p:txBody>
      </p:sp>
      <p:sp>
        <p:nvSpPr>
          <p:cNvPr id="992" name=""/>
          <p:cNvSpPr/>
          <p:nvPr/>
        </p:nvSpPr>
        <p:spPr>
          <a:xfrm>
            <a:off x="2020320" y="2854080"/>
            <a:ext cx="215640" cy="0"/>
          </a:xfrm>
          <a:prstGeom prst="line">
            <a:avLst/>
          </a:prstGeom>
          <a:ln w="28800">
            <a:solidFill>
              <a:srgbClr val="2a527e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4400" rIns="104400" tIns="-59400" bIns="-594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3" name=""/>
          <p:cNvSpPr/>
          <p:nvPr/>
        </p:nvSpPr>
        <p:spPr>
          <a:xfrm>
            <a:off x="1948320" y="2681640"/>
            <a:ext cx="344880" cy="344880"/>
          </a:xfrm>
          <a:custGeom>
            <a:avLst/>
            <a:gdLst/>
            <a:ahLst/>
            <a:rect l="0" t="0" r="r" b="b"/>
            <a:pathLst>
              <a:path w="958" h="958">
                <a:moveTo>
                  <a:pt x="0" y="0"/>
                </a:moveTo>
                <a:lnTo>
                  <a:pt x="958" y="479"/>
                </a:lnTo>
                <a:lnTo>
                  <a:pt x="0" y="958"/>
                </a:lnTo>
                <a:lnTo>
                  <a:pt x="0" y="0"/>
                </a:lnTo>
                <a:close/>
              </a:path>
            </a:pathLst>
          </a:custGeom>
          <a:solidFill>
            <a:srgbClr val="2a527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4" name=""/>
          <p:cNvSpPr/>
          <p:nvPr/>
        </p:nvSpPr>
        <p:spPr>
          <a:xfrm>
            <a:off x="1948320" y="2681640"/>
            <a:ext cx="344880" cy="344880"/>
          </a:xfrm>
          <a:custGeom>
            <a:avLst/>
            <a:gdLst/>
            <a:ahLst/>
            <a:rect l="0" t="0" r="r" b="b"/>
            <a:pathLst>
              <a:path w="958" h="958">
                <a:moveTo>
                  <a:pt x="0" y="0"/>
                </a:moveTo>
                <a:lnTo>
                  <a:pt x="958" y="479"/>
                </a:lnTo>
                <a:lnTo>
                  <a:pt x="0" y="958"/>
                </a:lnTo>
                <a:lnTo>
                  <a:pt x="0" y="0"/>
                </a:lnTo>
                <a:close/>
              </a:path>
            </a:pathLst>
          </a:custGeom>
          <a:solidFill>
            <a:srgbClr val="2a527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5" name=""/>
          <p:cNvSpPr/>
          <p:nvPr/>
        </p:nvSpPr>
        <p:spPr>
          <a:xfrm>
            <a:off x="1948320" y="2681640"/>
            <a:ext cx="344880" cy="344880"/>
          </a:xfrm>
          <a:custGeom>
            <a:avLst/>
            <a:gdLst/>
            <a:ahLst/>
            <a:rect l="0" t="0" r="r" b="b"/>
            <a:pathLst>
              <a:path w="958" h="958">
                <a:moveTo>
                  <a:pt x="0" y="0"/>
                </a:moveTo>
                <a:lnTo>
                  <a:pt x="958" y="479"/>
                </a:lnTo>
                <a:lnTo>
                  <a:pt x="0" y="958"/>
                </a:lnTo>
                <a:lnTo>
                  <a:pt x="0" y="0"/>
                </a:lnTo>
                <a:close/>
              </a:path>
            </a:pathLst>
          </a:custGeom>
          <a:solidFill>
            <a:srgbClr val="2a527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6" name=""/>
          <p:cNvSpPr/>
          <p:nvPr/>
        </p:nvSpPr>
        <p:spPr>
          <a:xfrm>
            <a:off x="1948320" y="2681640"/>
            <a:ext cx="344880" cy="344880"/>
          </a:xfrm>
          <a:custGeom>
            <a:avLst/>
            <a:gdLst/>
            <a:ahLst/>
            <a:rect l="0" t="0" r="r" b="b"/>
            <a:pathLst>
              <a:path w="958" h="958">
                <a:moveTo>
                  <a:pt x="0" y="0"/>
                </a:moveTo>
                <a:lnTo>
                  <a:pt x="958" y="479"/>
                </a:lnTo>
                <a:lnTo>
                  <a:pt x="0" y="958"/>
                </a:lnTo>
                <a:lnTo>
                  <a:pt x="0" y="0"/>
                </a:lnTo>
                <a:close/>
              </a:path>
            </a:pathLst>
          </a:custGeom>
          <a:solidFill>
            <a:srgbClr val="2a527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7" name=""/>
          <p:cNvSpPr/>
          <p:nvPr/>
        </p:nvSpPr>
        <p:spPr>
          <a:xfrm>
            <a:off x="1948320" y="2681640"/>
            <a:ext cx="344880" cy="344880"/>
          </a:xfrm>
          <a:custGeom>
            <a:avLst/>
            <a:gdLst/>
            <a:ahLst/>
            <a:rect l="0" t="0" r="r" b="b"/>
            <a:pathLst>
              <a:path w="958" h="958">
                <a:moveTo>
                  <a:pt x="0" y="0"/>
                </a:moveTo>
                <a:lnTo>
                  <a:pt x="958" y="479"/>
                </a:lnTo>
                <a:lnTo>
                  <a:pt x="0" y="958"/>
                </a:lnTo>
                <a:lnTo>
                  <a:pt x="0" y="0"/>
                </a:lnTo>
                <a:close/>
              </a:path>
            </a:pathLst>
          </a:custGeom>
          <a:solidFill>
            <a:srgbClr val="2a527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8" name=""/>
          <p:cNvSpPr/>
          <p:nvPr/>
        </p:nvSpPr>
        <p:spPr>
          <a:xfrm>
            <a:off x="1948320" y="2681640"/>
            <a:ext cx="344880" cy="344880"/>
          </a:xfrm>
          <a:custGeom>
            <a:avLst/>
            <a:gdLst/>
            <a:ahLst/>
            <a:rect l="0" t="0" r="r" b="b"/>
            <a:pathLst>
              <a:path w="958" h="958">
                <a:moveTo>
                  <a:pt x="0" y="0"/>
                </a:moveTo>
                <a:lnTo>
                  <a:pt x="958" y="479"/>
                </a:lnTo>
                <a:lnTo>
                  <a:pt x="0" y="958"/>
                </a:lnTo>
                <a:lnTo>
                  <a:pt x="0" y="0"/>
                </a:lnTo>
                <a:close/>
              </a:path>
            </a:pathLst>
          </a:custGeom>
          <a:solidFill>
            <a:srgbClr val="2a527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9" name=""/>
          <p:cNvSpPr/>
          <p:nvPr/>
        </p:nvSpPr>
        <p:spPr>
          <a:xfrm>
            <a:off x="2300400" y="2588400"/>
            <a:ext cx="1279800" cy="531720"/>
          </a:xfrm>
          <a:custGeom>
            <a:avLst/>
            <a:gdLst/>
            <a:ahLst/>
            <a:rect l="0" t="0" r="r" b="b"/>
            <a:pathLst>
              <a:path w="3555" h="1477">
                <a:moveTo>
                  <a:pt x="1778" y="1477"/>
                </a:moveTo>
                <a:lnTo>
                  <a:pt x="3295" y="1477"/>
                </a:lnTo>
                <a:cubicBezTo>
                  <a:pt x="3439" y="1477"/>
                  <a:pt x="3555" y="1361"/>
                  <a:pt x="3555" y="1217"/>
                </a:cubicBezTo>
                <a:lnTo>
                  <a:pt x="3555" y="259"/>
                </a:lnTo>
                <a:cubicBezTo>
                  <a:pt x="3555" y="116"/>
                  <a:pt x="3439" y="0"/>
                  <a:pt x="3295" y="0"/>
                </a:cubicBezTo>
                <a:lnTo>
                  <a:pt x="260" y="0"/>
                </a:lnTo>
                <a:cubicBezTo>
                  <a:pt x="117" y="0"/>
                  <a:pt x="0" y="116"/>
                  <a:pt x="0" y="259"/>
                </a:cubicBezTo>
                <a:lnTo>
                  <a:pt x="0" y="1217"/>
                </a:lnTo>
                <a:cubicBezTo>
                  <a:pt x="0" y="1361"/>
                  <a:pt x="117" y="1477"/>
                  <a:pt x="260" y="1477"/>
                </a:cubicBezTo>
                <a:lnTo>
                  <a:pt x="1778" y="1477"/>
                </a:lnTo>
                <a:close/>
              </a:path>
            </a:pathLst>
          </a:custGeom>
          <a:solidFill>
            <a:srgbClr val="fffaf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0" name=""/>
          <p:cNvSpPr/>
          <p:nvPr/>
        </p:nvSpPr>
        <p:spPr>
          <a:xfrm>
            <a:off x="2300400" y="2588400"/>
            <a:ext cx="1279800" cy="531720"/>
          </a:xfrm>
          <a:custGeom>
            <a:avLst/>
            <a:gdLst/>
            <a:ahLst/>
            <a:rect l="0" t="0" r="r" b="b"/>
            <a:pathLst>
              <a:path w="3555" h="1477">
                <a:moveTo>
                  <a:pt x="1778" y="1477"/>
                </a:moveTo>
                <a:lnTo>
                  <a:pt x="3295" y="1477"/>
                </a:lnTo>
                <a:cubicBezTo>
                  <a:pt x="3439" y="1477"/>
                  <a:pt x="3555" y="1361"/>
                  <a:pt x="3555" y="1217"/>
                </a:cubicBezTo>
                <a:lnTo>
                  <a:pt x="3555" y="259"/>
                </a:lnTo>
                <a:cubicBezTo>
                  <a:pt x="3555" y="116"/>
                  <a:pt x="3439" y="0"/>
                  <a:pt x="3295" y="0"/>
                </a:cubicBezTo>
                <a:lnTo>
                  <a:pt x="260" y="0"/>
                </a:lnTo>
                <a:cubicBezTo>
                  <a:pt x="117" y="0"/>
                  <a:pt x="0" y="116"/>
                  <a:pt x="0" y="259"/>
                </a:cubicBezTo>
                <a:lnTo>
                  <a:pt x="0" y="1217"/>
                </a:lnTo>
                <a:cubicBezTo>
                  <a:pt x="0" y="1361"/>
                  <a:pt x="117" y="1477"/>
                  <a:pt x="260" y="1477"/>
                </a:cubicBezTo>
                <a:lnTo>
                  <a:pt x="1778" y="1477"/>
                </a:lnTo>
                <a:close/>
              </a:path>
            </a:pathLst>
          </a:custGeom>
          <a:noFill/>
          <a:ln w="18000">
            <a:solidFill>
              <a:srgbClr val="9e2e2e"/>
            </a:solidFill>
            <a:miter/>
          </a:ln>
        </p:spPr>
        <p:txBody>
          <a:bodyPr lIns="99000" rIns="99000" tIns="54000" bIns="54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1" name=""/>
          <p:cNvSpPr txBox="1"/>
          <p:nvPr/>
        </p:nvSpPr>
        <p:spPr>
          <a:xfrm>
            <a:off x="2584440" y="2786040"/>
            <a:ext cx="701280" cy="159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130" strike="noStrike" u="none">
                <a:solidFill>
                  <a:srgbClr val="7f2525"/>
                </a:solidFill>
                <a:effectLst/>
                <a:uFillTx/>
                <a:latin typeface="'Times New Roman'"/>
              </a:rPr>
              <a:t>POSITION</a:t>
            </a:r>
            <a:endParaRPr b="1" lang="en-US" sz="1130" strike="noStrike" u="none">
              <a:solidFill>
                <a:srgbClr val="7f2525"/>
              </a:solidFill>
              <a:effectLst/>
              <a:uFillTx/>
              <a:latin typeface="'Times New Roman'"/>
              <a:ea typeface="'Times New Roman'"/>
            </a:endParaRPr>
          </a:p>
        </p:txBody>
      </p:sp>
      <p:sp>
        <p:nvSpPr>
          <p:cNvPr id="1002" name=""/>
          <p:cNvSpPr/>
          <p:nvPr/>
        </p:nvSpPr>
        <p:spPr>
          <a:xfrm>
            <a:off x="3609000" y="2854080"/>
            <a:ext cx="215640" cy="0"/>
          </a:xfrm>
          <a:prstGeom prst="line">
            <a:avLst/>
          </a:prstGeom>
          <a:ln w="28800">
            <a:solidFill>
              <a:srgbClr val="2a527e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4400" rIns="104400" tIns="-59400" bIns="-594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3" name=""/>
          <p:cNvSpPr/>
          <p:nvPr/>
        </p:nvSpPr>
        <p:spPr>
          <a:xfrm>
            <a:off x="3537000" y="2681640"/>
            <a:ext cx="344880" cy="344880"/>
          </a:xfrm>
          <a:custGeom>
            <a:avLst/>
            <a:gdLst/>
            <a:ahLst/>
            <a:rect l="0" t="0" r="r" b="b"/>
            <a:pathLst>
              <a:path w="958" h="958">
                <a:moveTo>
                  <a:pt x="0" y="0"/>
                </a:moveTo>
                <a:lnTo>
                  <a:pt x="958" y="479"/>
                </a:lnTo>
                <a:lnTo>
                  <a:pt x="0" y="958"/>
                </a:lnTo>
                <a:lnTo>
                  <a:pt x="0" y="0"/>
                </a:lnTo>
                <a:close/>
              </a:path>
            </a:pathLst>
          </a:custGeom>
          <a:solidFill>
            <a:srgbClr val="2a527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4" name=""/>
          <p:cNvSpPr/>
          <p:nvPr/>
        </p:nvSpPr>
        <p:spPr>
          <a:xfrm>
            <a:off x="3537000" y="2681640"/>
            <a:ext cx="344880" cy="344880"/>
          </a:xfrm>
          <a:custGeom>
            <a:avLst/>
            <a:gdLst/>
            <a:ahLst/>
            <a:rect l="0" t="0" r="r" b="b"/>
            <a:pathLst>
              <a:path w="958" h="958">
                <a:moveTo>
                  <a:pt x="0" y="0"/>
                </a:moveTo>
                <a:lnTo>
                  <a:pt x="958" y="479"/>
                </a:lnTo>
                <a:lnTo>
                  <a:pt x="0" y="958"/>
                </a:lnTo>
                <a:lnTo>
                  <a:pt x="0" y="0"/>
                </a:lnTo>
                <a:close/>
              </a:path>
            </a:pathLst>
          </a:custGeom>
          <a:solidFill>
            <a:srgbClr val="2a527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5" name=""/>
          <p:cNvSpPr/>
          <p:nvPr/>
        </p:nvSpPr>
        <p:spPr>
          <a:xfrm>
            <a:off x="3537000" y="2681640"/>
            <a:ext cx="344880" cy="344880"/>
          </a:xfrm>
          <a:custGeom>
            <a:avLst/>
            <a:gdLst/>
            <a:ahLst/>
            <a:rect l="0" t="0" r="r" b="b"/>
            <a:pathLst>
              <a:path w="958" h="958">
                <a:moveTo>
                  <a:pt x="0" y="0"/>
                </a:moveTo>
                <a:lnTo>
                  <a:pt x="958" y="479"/>
                </a:lnTo>
                <a:lnTo>
                  <a:pt x="0" y="958"/>
                </a:lnTo>
                <a:lnTo>
                  <a:pt x="0" y="0"/>
                </a:lnTo>
                <a:close/>
              </a:path>
            </a:pathLst>
          </a:custGeom>
          <a:solidFill>
            <a:srgbClr val="2a527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6" name=""/>
          <p:cNvSpPr/>
          <p:nvPr/>
        </p:nvSpPr>
        <p:spPr>
          <a:xfrm>
            <a:off x="3537000" y="2681640"/>
            <a:ext cx="344880" cy="344880"/>
          </a:xfrm>
          <a:custGeom>
            <a:avLst/>
            <a:gdLst/>
            <a:ahLst/>
            <a:rect l="0" t="0" r="r" b="b"/>
            <a:pathLst>
              <a:path w="958" h="958">
                <a:moveTo>
                  <a:pt x="0" y="0"/>
                </a:moveTo>
                <a:lnTo>
                  <a:pt x="958" y="479"/>
                </a:lnTo>
                <a:lnTo>
                  <a:pt x="0" y="958"/>
                </a:lnTo>
                <a:lnTo>
                  <a:pt x="0" y="0"/>
                </a:lnTo>
                <a:close/>
              </a:path>
            </a:pathLst>
          </a:custGeom>
          <a:solidFill>
            <a:srgbClr val="2a527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7" name=""/>
          <p:cNvSpPr/>
          <p:nvPr/>
        </p:nvSpPr>
        <p:spPr>
          <a:xfrm>
            <a:off x="3537000" y="2681640"/>
            <a:ext cx="344880" cy="344880"/>
          </a:xfrm>
          <a:custGeom>
            <a:avLst/>
            <a:gdLst/>
            <a:ahLst/>
            <a:rect l="0" t="0" r="r" b="b"/>
            <a:pathLst>
              <a:path w="958" h="958">
                <a:moveTo>
                  <a:pt x="0" y="0"/>
                </a:moveTo>
                <a:lnTo>
                  <a:pt x="958" y="479"/>
                </a:lnTo>
                <a:lnTo>
                  <a:pt x="0" y="958"/>
                </a:lnTo>
                <a:lnTo>
                  <a:pt x="0" y="0"/>
                </a:lnTo>
                <a:close/>
              </a:path>
            </a:pathLst>
          </a:custGeom>
          <a:solidFill>
            <a:srgbClr val="2a527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8" name=""/>
          <p:cNvSpPr/>
          <p:nvPr/>
        </p:nvSpPr>
        <p:spPr>
          <a:xfrm>
            <a:off x="3537000" y="2681640"/>
            <a:ext cx="344880" cy="344880"/>
          </a:xfrm>
          <a:custGeom>
            <a:avLst/>
            <a:gdLst/>
            <a:ahLst/>
            <a:rect l="0" t="0" r="r" b="b"/>
            <a:pathLst>
              <a:path w="958" h="958">
                <a:moveTo>
                  <a:pt x="0" y="0"/>
                </a:moveTo>
                <a:lnTo>
                  <a:pt x="958" y="479"/>
                </a:lnTo>
                <a:lnTo>
                  <a:pt x="0" y="958"/>
                </a:lnTo>
                <a:lnTo>
                  <a:pt x="0" y="0"/>
                </a:lnTo>
                <a:close/>
              </a:path>
            </a:pathLst>
          </a:custGeom>
          <a:solidFill>
            <a:srgbClr val="2a527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9" name=""/>
          <p:cNvSpPr/>
          <p:nvPr/>
        </p:nvSpPr>
        <p:spPr>
          <a:xfrm>
            <a:off x="3537000" y="2681640"/>
            <a:ext cx="344880" cy="344880"/>
          </a:xfrm>
          <a:custGeom>
            <a:avLst/>
            <a:gdLst/>
            <a:ahLst/>
            <a:rect l="0" t="0" r="r" b="b"/>
            <a:pathLst>
              <a:path w="958" h="958">
                <a:moveTo>
                  <a:pt x="0" y="0"/>
                </a:moveTo>
                <a:lnTo>
                  <a:pt x="958" y="479"/>
                </a:lnTo>
                <a:lnTo>
                  <a:pt x="0" y="958"/>
                </a:lnTo>
                <a:lnTo>
                  <a:pt x="0" y="0"/>
                </a:lnTo>
                <a:close/>
              </a:path>
            </a:pathLst>
          </a:custGeom>
          <a:solidFill>
            <a:srgbClr val="2a527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0" name=""/>
          <p:cNvSpPr/>
          <p:nvPr/>
        </p:nvSpPr>
        <p:spPr>
          <a:xfrm>
            <a:off x="3896280" y="2588400"/>
            <a:ext cx="1279800" cy="531720"/>
          </a:xfrm>
          <a:custGeom>
            <a:avLst/>
            <a:gdLst/>
            <a:ahLst/>
            <a:rect l="0" t="0" r="r" b="b"/>
            <a:pathLst>
              <a:path w="3555" h="1477">
                <a:moveTo>
                  <a:pt x="1777" y="1477"/>
                </a:moveTo>
                <a:lnTo>
                  <a:pt x="3295" y="1477"/>
                </a:lnTo>
                <a:cubicBezTo>
                  <a:pt x="3438" y="1477"/>
                  <a:pt x="3555" y="1361"/>
                  <a:pt x="3555" y="1217"/>
                </a:cubicBezTo>
                <a:lnTo>
                  <a:pt x="3555" y="259"/>
                </a:lnTo>
                <a:cubicBezTo>
                  <a:pt x="3555" y="116"/>
                  <a:pt x="3438" y="0"/>
                  <a:pt x="3295" y="0"/>
                </a:cubicBezTo>
                <a:lnTo>
                  <a:pt x="260" y="0"/>
                </a:lnTo>
                <a:cubicBezTo>
                  <a:pt x="117" y="0"/>
                  <a:pt x="0" y="116"/>
                  <a:pt x="0" y="259"/>
                </a:cubicBezTo>
                <a:lnTo>
                  <a:pt x="0" y="1217"/>
                </a:lnTo>
                <a:cubicBezTo>
                  <a:pt x="0" y="1361"/>
                  <a:pt x="117" y="1477"/>
                  <a:pt x="260" y="1477"/>
                </a:cubicBezTo>
                <a:lnTo>
                  <a:pt x="1777" y="1477"/>
                </a:lnTo>
                <a:close/>
              </a:path>
            </a:pathLst>
          </a:custGeom>
          <a:solidFill>
            <a:srgbClr val="fffaf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1" name=""/>
          <p:cNvSpPr/>
          <p:nvPr/>
        </p:nvSpPr>
        <p:spPr>
          <a:xfrm>
            <a:off x="3896280" y="2588400"/>
            <a:ext cx="1279800" cy="531720"/>
          </a:xfrm>
          <a:custGeom>
            <a:avLst/>
            <a:gdLst/>
            <a:ahLst/>
            <a:rect l="0" t="0" r="r" b="b"/>
            <a:pathLst>
              <a:path w="3555" h="1477">
                <a:moveTo>
                  <a:pt x="1777" y="1477"/>
                </a:moveTo>
                <a:lnTo>
                  <a:pt x="3295" y="1477"/>
                </a:lnTo>
                <a:cubicBezTo>
                  <a:pt x="3438" y="1477"/>
                  <a:pt x="3555" y="1361"/>
                  <a:pt x="3555" y="1217"/>
                </a:cubicBezTo>
                <a:lnTo>
                  <a:pt x="3555" y="259"/>
                </a:lnTo>
                <a:cubicBezTo>
                  <a:pt x="3555" y="116"/>
                  <a:pt x="3438" y="0"/>
                  <a:pt x="3295" y="0"/>
                </a:cubicBezTo>
                <a:lnTo>
                  <a:pt x="260" y="0"/>
                </a:lnTo>
                <a:cubicBezTo>
                  <a:pt x="117" y="0"/>
                  <a:pt x="0" y="116"/>
                  <a:pt x="0" y="259"/>
                </a:cubicBezTo>
                <a:lnTo>
                  <a:pt x="0" y="1217"/>
                </a:lnTo>
                <a:cubicBezTo>
                  <a:pt x="0" y="1361"/>
                  <a:pt x="117" y="1477"/>
                  <a:pt x="260" y="1477"/>
                </a:cubicBezTo>
                <a:lnTo>
                  <a:pt x="1777" y="1477"/>
                </a:lnTo>
                <a:close/>
              </a:path>
            </a:pathLst>
          </a:custGeom>
          <a:noFill/>
          <a:ln w="18000">
            <a:solidFill>
              <a:srgbClr val="9e2e2e"/>
            </a:solidFill>
            <a:miter/>
          </a:ln>
        </p:spPr>
        <p:txBody>
          <a:bodyPr lIns="99000" rIns="99000" tIns="54000" bIns="54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2" name=""/>
          <p:cNvSpPr txBox="1"/>
          <p:nvPr/>
        </p:nvSpPr>
        <p:spPr>
          <a:xfrm>
            <a:off x="4281120" y="2786040"/>
            <a:ext cx="510120" cy="159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130" strike="noStrike" u="none">
                <a:solidFill>
                  <a:srgbClr val="7f2525"/>
                </a:solidFill>
                <a:effectLst/>
                <a:uFillTx/>
                <a:latin typeface="'Times New Roman'"/>
              </a:rPr>
              <a:t>ROUTE</a:t>
            </a:r>
            <a:endParaRPr b="1" lang="en-US" sz="1130" strike="noStrike" u="none">
              <a:solidFill>
                <a:srgbClr val="7f2525"/>
              </a:solidFill>
              <a:effectLst/>
              <a:uFillTx/>
              <a:latin typeface="'Times New Roman'"/>
              <a:ea typeface="'Times New Roman'"/>
            </a:endParaRPr>
          </a:p>
        </p:txBody>
      </p:sp>
      <p:sp>
        <p:nvSpPr>
          <p:cNvPr id="1013" name=""/>
          <p:cNvSpPr/>
          <p:nvPr/>
        </p:nvSpPr>
        <p:spPr>
          <a:xfrm>
            <a:off x="5204520" y="2854080"/>
            <a:ext cx="216000" cy="0"/>
          </a:xfrm>
          <a:prstGeom prst="line">
            <a:avLst/>
          </a:prstGeom>
          <a:ln w="28800">
            <a:solidFill>
              <a:srgbClr val="2a527e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4400" rIns="104400" tIns="-59400" bIns="-594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4" name=""/>
          <p:cNvSpPr/>
          <p:nvPr/>
        </p:nvSpPr>
        <p:spPr>
          <a:xfrm>
            <a:off x="5132880" y="2681640"/>
            <a:ext cx="344880" cy="344880"/>
          </a:xfrm>
          <a:custGeom>
            <a:avLst/>
            <a:gdLst/>
            <a:ahLst/>
            <a:rect l="0" t="0" r="r" b="b"/>
            <a:pathLst>
              <a:path w="958" h="958">
                <a:moveTo>
                  <a:pt x="0" y="0"/>
                </a:moveTo>
                <a:lnTo>
                  <a:pt x="958" y="479"/>
                </a:lnTo>
                <a:lnTo>
                  <a:pt x="0" y="958"/>
                </a:lnTo>
                <a:lnTo>
                  <a:pt x="0" y="0"/>
                </a:lnTo>
                <a:close/>
              </a:path>
            </a:pathLst>
          </a:custGeom>
          <a:solidFill>
            <a:srgbClr val="2a527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5" name=""/>
          <p:cNvSpPr/>
          <p:nvPr/>
        </p:nvSpPr>
        <p:spPr>
          <a:xfrm>
            <a:off x="5132880" y="2681640"/>
            <a:ext cx="344880" cy="344880"/>
          </a:xfrm>
          <a:custGeom>
            <a:avLst/>
            <a:gdLst/>
            <a:ahLst/>
            <a:rect l="0" t="0" r="r" b="b"/>
            <a:pathLst>
              <a:path w="958" h="958">
                <a:moveTo>
                  <a:pt x="0" y="0"/>
                </a:moveTo>
                <a:lnTo>
                  <a:pt x="958" y="479"/>
                </a:lnTo>
                <a:lnTo>
                  <a:pt x="0" y="958"/>
                </a:lnTo>
                <a:lnTo>
                  <a:pt x="0" y="0"/>
                </a:lnTo>
                <a:close/>
              </a:path>
            </a:pathLst>
          </a:custGeom>
          <a:solidFill>
            <a:srgbClr val="2a527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6" name=""/>
          <p:cNvSpPr/>
          <p:nvPr/>
        </p:nvSpPr>
        <p:spPr>
          <a:xfrm>
            <a:off x="5132880" y="2681640"/>
            <a:ext cx="344880" cy="344880"/>
          </a:xfrm>
          <a:custGeom>
            <a:avLst/>
            <a:gdLst/>
            <a:ahLst/>
            <a:rect l="0" t="0" r="r" b="b"/>
            <a:pathLst>
              <a:path w="958" h="958">
                <a:moveTo>
                  <a:pt x="0" y="0"/>
                </a:moveTo>
                <a:lnTo>
                  <a:pt x="958" y="479"/>
                </a:lnTo>
                <a:lnTo>
                  <a:pt x="0" y="958"/>
                </a:lnTo>
                <a:lnTo>
                  <a:pt x="0" y="0"/>
                </a:lnTo>
                <a:close/>
              </a:path>
            </a:pathLst>
          </a:custGeom>
          <a:solidFill>
            <a:srgbClr val="2a527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7" name=""/>
          <p:cNvSpPr/>
          <p:nvPr/>
        </p:nvSpPr>
        <p:spPr>
          <a:xfrm>
            <a:off x="5132880" y="2681640"/>
            <a:ext cx="344880" cy="344880"/>
          </a:xfrm>
          <a:custGeom>
            <a:avLst/>
            <a:gdLst/>
            <a:ahLst/>
            <a:rect l="0" t="0" r="r" b="b"/>
            <a:pathLst>
              <a:path w="958" h="958">
                <a:moveTo>
                  <a:pt x="0" y="0"/>
                </a:moveTo>
                <a:lnTo>
                  <a:pt x="958" y="479"/>
                </a:lnTo>
                <a:lnTo>
                  <a:pt x="0" y="958"/>
                </a:lnTo>
                <a:lnTo>
                  <a:pt x="0" y="0"/>
                </a:lnTo>
                <a:close/>
              </a:path>
            </a:pathLst>
          </a:custGeom>
          <a:solidFill>
            <a:srgbClr val="2a527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8" name=""/>
          <p:cNvSpPr/>
          <p:nvPr/>
        </p:nvSpPr>
        <p:spPr>
          <a:xfrm>
            <a:off x="5132880" y="2681640"/>
            <a:ext cx="344880" cy="344880"/>
          </a:xfrm>
          <a:custGeom>
            <a:avLst/>
            <a:gdLst/>
            <a:ahLst/>
            <a:rect l="0" t="0" r="r" b="b"/>
            <a:pathLst>
              <a:path w="958" h="958">
                <a:moveTo>
                  <a:pt x="0" y="0"/>
                </a:moveTo>
                <a:lnTo>
                  <a:pt x="958" y="479"/>
                </a:lnTo>
                <a:lnTo>
                  <a:pt x="0" y="958"/>
                </a:lnTo>
                <a:lnTo>
                  <a:pt x="0" y="0"/>
                </a:lnTo>
                <a:close/>
              </a:path>
            </a:pathLst>
          </a:custGeom>
          <a:solidFill>
            <a:srgbClr val="2a527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9" name=""/>
          <p:cNvSpPr/>
          <p:nvPr/>
        </p:nvSpPr>
        <p:spPr>
          <a:xfrm>
            <a:off x="5132880" y="2681640"/>
            <a:ext cx="344880" cy="344880"/>
          </a:xfrm>
          <a:custGeom>
            <a:avLst/>
            <a:gdLst/>
            <a:ahLst/>
            <a:rect l="0" t="0" r="r" b="b"/>
            <a:pathLst>
              <a:path w="958" h="958">
                <a:moveTo>
                  <a:pt x="0" y="0"/>
                </a:moveTo>
                <a:lnTo>
                  <a:pt x="958" y="479"/>
                </a:lnTo>
                <a:lnTo>
                  <a:pt x="0" y="958"/>
                </a:lnTo>
                <a:lnTo>
                  <a:pt x="0" y="0"/>
                </a:lnTo>
                <a:close/>
              </a:path>
            </a:pathLst>
          </a:custGeom>
          <a:solidFill>
            <a:srgbClr val="2a527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0" name=""/>
          <p:cNvSpPr/>
          <p:nvPr/>
        </p:nvSpPr>
        <p:spPr>
          <a:xfrm>
            <a:off x="5132880" y="2681640"/>
            <a:ext cx="344880" cy="344880"/>
          </a:xfrm>
          <a:custGeom>
            <a:avLst/>
            <a:gdLst/>
            <a:ahLst/>
            <a:rect l="0" t="0" r="r" b="b"/>
            <a:pathLst>
              <a:path w="958" h="958">
                <a:moveTo>
                  <a:pt x="0" y="0"/>
                </a:moveTo>
                <a:lnTo>
                  <a:pt x="958" y="479"/>
                </a:lnTo>
                <a:lnTo>
                  <a:pt x="0" y="958"/>
                </a:lnTo>
                <a:lnTo>
                  <a:pt x="0" y="0"/>
                </a:lnTo>
                <a:close/>
              </a:path>
            </a:pathLst>
          </a:custGeom>
          <a:solidFill>
            <a:srgbClr val="2a527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1" name=""/>
          <p:cNvSpPr/>
          <p:nvPr/>
        </p:nvSpPr>
        <p:spPr>
          <a:xfrm>
            <a:off x="5132880" y="2681640"/>
            <a:ext cx="344880" cy="344880"/>
          </a:xfrm>
          <a:custGeom>
            <a:avLst/>
            <a:gdLst/>
            <a:ahLst/>
            <a:rect l="0" t="0" r="r" b="b"/>
            <a:pathLst>
              <a:path w="958" h="958">
                <a:moveTo>
                  <a:pt x="0" y="0"/>
                </a:moveTo>
                <a:lnTo>
                  <a:pt x="958" y="479"/>
                </a:lnTo>
                <a:lnTo>
                  <a:pt x="0" y="958"/>
                </a:lnTo>
                <a:lnTo>
                  <a:pt x="0" y="0"/>
                </a:lnTo>
                <a:close/>
              </a:path>
            </a:pathLst>
          </a:custGeom>
          <a:solidFill>
            <a:srgbClr val="2a527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2" name=""/>
          <p:cNvSpPr/>
          <p:nvPr/>
        </p:nvSpPr>
        <p:spPr>
          <a:xfrm>
            <a:off x="5492160" y="2588400"/>
            <a:ext cx="1279080" cy="531720"/>
          </a:xfrm>
          <a:custGeom>
            <a:avLst/>
            <a:gdLst/>
            <a:ahLst/>
            <a:rect l="0" t="0" r="r" b="b"/>
            <a:pathLst>
              <a:path w="3553" h="1477">
                <a:moveTo>
                  <a:pt x="1776" y="1477"/>
                </a:moveTo>
                <a:lnTo>
                  <a:pt x="3294" y="1477"/>
                </a:lnTo>
                <a:cubicBezTo>
                  <a:pt x="3437" y="1477"/>
                  <a:pt x="3553" y="1361"/>
                  <a:pt x="3553" y="1217"/>
                </a:cubicBezTo>
                <a:lnTo>
                  <a:pt x="3553" y="259"/>
                </a:lnTo>
                <a:cubicBezTo>
                  <a:pt x="3553" y="116"/>
                  <a:pt x="3437" y="0"/>
                  <a:pt x="3294" y="0"/>
                </a:cubicBezTo>
                <a:lnTo>
                  <a:pt x="260" y="0"/>
                </a:lnTo>
                <a:cubicBezTo>
                  <a:pt x="116" y="0"/>
                  <a:pt x="0" y="116"/>
                  <a:pt x="0" y="259"/>
                </a:cubicBezTo>
                <a:lnTo>
                  <a:pt x="0" y="1217"/>
                </a:lnTo>
                <a:cubicBezTo>
                  <a:pt x="0" y="1361"/>
                  <a:pt x="116" y="1477"/>
                  <a:pt x="260" y="1477"/>
                </a:cubicBezTo>
                <a:lnTo>
                  <a:pt x="1776" y="1477"/>
                </a:lnTo>
                <a:close/>
              </a:path>
            </a:pathLst>
          </a:custGeom>
          <a:solidFill>
            <a:srgbClr val="fffaf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3" name=""/>
          <p:cNvSpPr/>
          <p:nvPr/>
        </p:nvSpPr>
        <p:spPr>
          <a:xfrm>
            <a:off x="5492160" y="2588400"/>
            <a:ext cx="1279080" cy="531720"/>
          </a:xfrm>
          <a:custGeom>
            <a:avLst/>
            <a:gdLst/>
            <a:ahLst/>
            <a:rect l="0" t="0" r="r" b="b"/>
            <a:pathLst>
              <a:path w="3553" h="1477">
                <a:moveTo>
                  <a:pt x="1776" y="1477"/>
                </a:moveTo>
                <a:lnTo>
                  <a:pt x="3294" y="1477"/>
                </a:lnTo>
                <a:cubicBezTo>
                  <a:pt x="3437" y="1477"/>
                  <a:pt x="3553" y="1361"/>
                  <a:pt x="3553" y="1217"/>
                </a:cubicBezTo>
                <a:lnTo>
                  <a:pt x="3553" y="259"/>
                </a:lnTo>
                <a:cubicBezTo>
                  <a:pt x="3553" y="116"/>
                  <a:pt x="3437" y="0"/>
                  <a:pt x="3294" y="0"/>
                </a:cubicBezTo>
                <a:lnTo>
                  <a:pt x="260" y="0"/>
                </a:lnTo>
                <a:cubicBezTo>
                  <a:pt x="116" y="0"/>
                  <a:pt x="0" y="116"/>
                  <a:pt x="0" y="259"/>
                </a:cubicBezTo>
                <a:lnTo>
                  <a:pt x="0" y="1217"/>
                </a:lnTo>
                <a:cubicBezTo>
                  <a:pt x="0" y="1361"/>
                  <a:pt x="116" y="1477"/>
                  <a:pt x="260" y="1477"/>
                </a:cubicBezTo>
                <a:lnTo>
                  <a:pt x="1776" y="1477"/>
                </a:lnTo>
                <a:close/>
              </a:path>
            </a:pathLst>
          </a:custGeom>
          <a:noFill/>
          <a:ln w="18000">
            <a:solidFill>
              <a:srgbClr val="9e2e2e"/>
            </a:solidFill>
            <a:miter/>
          </a:ln>
        </p:spPr>
        <p:txBody>
          <a:bodyPr lIns="99000" rIns="99000" tIns="54000" bIns="54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4" name=""/>
          <p:cNvSpPr txBox="1"/>
          <p:nvPr/>
        </p:nvSpPr>
        <p:spPr>
          <a:xfrm>
            <a:off x="5761800" y="2786040"/>
            <a:ext cx="757080" cy="159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130" strike="noStrike" u="none">
                <a:solidFill>
                  <a:srgbClr val="7f2525"/>
                </a:solidFill>
                <a:effectLst/>
                <a:uFillTx/>
                <a:latin typeface="'Times New Roman'"/>
              </a:rPr>
              <a:t>EVIDENCE</a:t>
            </a:r>
            <a:endParaRPr b="1" lang="en-US" sz="1130" strike="noStrike" u="none">
              <a:solidFill>
                <a:srgbClr val="7f2525"/>
              </a:solidFill>
              <a:effectLst/>
              <a:uFillTx/>
              <a:latin typeface="'Times New Roman'"/>
              <a:ea typeface="'Times New Roman'"/>
            </a:endParaRPr>
          </a:p>
        </p:txBody>
      </p:sp>
      <p:sp>
        <p:nvSpPr>
          <p:cNvPr id="1025" name=""/>
          <p:cNvSpPr/>
          <p:nvPr/>
        </p:nvSpPr>
        <p:spPr>
          <a:xfrm>
            <a:off x="6800040" y="2854080"/>
            <a:ext cx="215640" cy="0"/>
          </a:xfrm>
          <a:prstGeom prst="line">
            <a:avLst/>
          </a:prstGeom>
          <a:ln w="28800">
            <a:solidFill>
              <a:srgbClr val="2a527e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4400" rIns="104400" tIns="-59400" bIns="-594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6" name=""/>
          <p:cNvSpPr/>
          <p:nvPr/>
        </p:nvSpPr>
        <p:spPr>
          <a:xfrm>
            <a:off x="6728400" y="2681640"/>
            <a:ext cx="344880" cy="344880"/>
          </a:xfrm>
          <a:custGeom>
            <a:avLst/>
            <a:gdLst/>
            <a:ahLst/>
            <a:rect l="0" t="0" r="r" b="b"/>
            <a:pathLst>
              <a:path w="958" h="958">
                <a:moveTo>
                  <a:pt x="0" y="0"/>
                </a:moveTo>
                <a:lnTo>
                  <a:pt x="958" y="479"/>
                </a:lnTo>
                <a:lnTo>
                  <a:pt x="0" y="958"/>
                </a:lnTo>
                <a:lnTo>
                  <a:pt x="0" y="0"/>
                </a:lnTo>
                <a:close/>
              </a:path>
            </a:pathLst>
          </a:custGeom>
          <a:solidFill>
            <a:srgbClr val="2a527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7" name=""/>
          <p:cNvSpPr/>
          <p:nvPr/>
        </p:nvSpPr>
        <p:spPr>
          <a:xfrm>
            <a:off x="6728400" y="2681640"/>
            <a:ext cx="344880" cy="344880"/>
          </a:xfrm>
          <a:custGeom>
            <a:avLst/>
            <a:gdLst/>
            <a:ahLst/>
            <a:rect l="0" t="0" r="r" b="b"/>
            <a:pathLst>
              <a:path w="958" h="958">
                <a:moveTo>
                  <a:pt x="0" y="0"/>
                </a:moveTo>
                <a:lnTo>
                  <a:pt x="958" y="479"/>
                </a:lnTo>
                <a:lnTo>
                  <a:pt x="0" y="958"/>
                </a:lnTo>
                <a:lnTo>
                  <a:pt x="0" y="0"/>
                </a:lnTo>
                <a:close/>
              </a:path>
            </a:pathLst>
          </a:custGeom>
          <a:solidFill>
            <a:srgbClr val="2a527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8" name=""/>
          <p:cNvSpPr/>
          <p:nvPr/>
        </p:nvSpPr>
        <p:spPr>
          <a:xfrm>
            <a:off x="6728400" y="2681640"/>
            <a:ext cx="344880" cy="344880"/>
          </a:xfrm>
          <a:custGeom>
            <a:avLst/>
            <a:gdLst/>
            <a:ahLst/>
            <a:rect l="0" t="0" r="r" b="b"/>
            <a:pathLst>
              <a:path w="958" h="958">
                <a:moveTo>
                  <a:pt x="0" y="0"/>
                </a:moveTo>
                <a:lnTo>
                  <a:pt x="958" y="479"/>
                </a:lnTo>
                <a:lnTo>
                  <a:pt x="0" y="958"/>
                </a:lnTo>
                <a:lnTo>
                  <a:pt x="0" y="0"/>
                </a:lnTo>
                <a:close/>
              </a:path>
            </a:pathLst>
          </a:custGeom>
          <a:solidFill>
            <a:srgbClr val="2a527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9" name=""/>
          <p:cNvSpPr/>
          <p:nvPr/>
        </p:nvSpPr>
        <p:spPr>
          <a:xfrm>
            <a:off x="6728400" y="2681640"/>
            <a:ext cx="344880" cy="344880"/>
          </a:xfrm>
          <a:custGeom>
            <a:avLst/>
            <a:gdLst/>
            <a:ahLst/>
            <a:rect l="0" t="0" r="r" b="b"/>
            <a:pathLst>
              <a:path w="958" h="958">
                <a:moveTo>
                  <a:pt x="0" y="0"/>
                </a:moveTo>
                <a:lnTo>
                  <a:pt x="958" y="479"/>
                </a:lnTo>
                <a:lnTo>
                  <a:pt x="0" y="958"/>
                </a:lnTo>
                <a:lnTo>
                  <a:pt x="0" y="0"/>
                </a:lnTo>
                <a:close/>
              </a:path>
            </a:pathLst>
          </a:custGeom>
          <a:solidFill>
            <a:srgbClr val="2a527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0" name=""/>
          <p:cNvSpPr/>
          <p:nvPr/>
        </p:nvSpPr>
        <p:spPr>
          <a:xfrm>
            <a:off x="6728400" y="2681640"/>
            <a:ext cx="344880" cy="344880"/>
          </a:xfrm>
          <a:custGeom>
            <a:avLst/>
            <a:gdLst/>
            <a:ahLst/>
            <a:rect l="0" t="0" r="r" b="b"/>
            <a:pathLst>
              <a:path w="958" h="958">
                <a:moveTo>
                  <a:pt x="0" y="0"/>
                </a:moveTo>
                <a:lnTo>
                  <a:pt x="958" y="479"/>
                </a:lnTo>
                <a:lnTo>
                  <a:pt x="0" y="958"/>
                </a:lnTo>
                <a:lnTo>
                  <a:pt x="0" y="0"/>
                </a:lnTo>
                <a:close/>
              </a:path>
            </a:pathLst>
          </a:custGeom>
          <a:solidFill>
            <a:srgbClr val="2a527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1" name=""/>
          <p:cNvSpPr/>
          <p:nvPr/>
        </p:nvSpPr>
        <p:spPr>
          <a:xfrm>
            <a:off x="6728400" y="2681640"/>
            <a:ext cx="344880" cy="344880"/>
          </a:xfrm>
          <a:custGeom>
            <a:avLst/>
            <a:gdLst/>
            <a:ahLst/>
            <a:rect l="0" t="0" r="r" b="b"/>
            <a:pathLst>
              <a:path w="958" h="958">
                <a:moveTo>
                  <a:pt x="0" y="0"/>
                </a:moveTo>
                <a:lnTo>
                  <a:pt x="958" y="479"/>
                </a:lnTo>
                <a:lnTo>
                  <a:pt x="0" y="958"/>
                </a:lnTo>
                <a:lnTo>
                  <a:pt x="0" y="0"/>
                </a:lnTo>
                <a:close/>
              </a:path>
            </a:pathLst>
          </a:custGeom>
          <a:solidFill>
            <a:srgbClr val="2a527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2" name=""/>
          <p:cNvSpPr/>
          <p:nvPr/>
        </p:nvSpPr>
        <p:spPr>
          <a:xfrm>
            <a:off x="6728400" y="2681640"/>
            <a:ext cx="344880" cy="344880"/>
          </a:xfrm>
          <a:custGeom>
            <a:avLst/>
            <a:gdLst/>
            <a:ahLst/>
            <a:rect l="0" t="0" r="r" b="b"/>
            <a:pathLst>
              <a:path w="958" h="958">
                <a:moveTo>
                  <a:pt x="0" y="0"/>
                </a:moveTo>
                <a:lnTo>
                  <a:pt x="958" y="479"/>
                </a:lnTo>
                <a:lnTo>
                  <a:pt x="0" y="958"/>
                </a:lnTo>
                <a:lnTo>
                  <a:pt x="0" y="0"/>
                </a:lnTo>
                <a:close/>
              </a:path>
            </a:pathLst>
          </a:custGeom>
          <a:solidFill>
            <a:srgbClr val="2a527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3" name=""/>
          <p:cNvSpPr/>
          <p:nvPr/>
        </p:nvSpPr>
        <p:spPr>
          <a:xfrm>
            <a:off x="6728400" y="2681640"/>
            <a:ext cx="344880" cy="344880"/>
          </a:xfrm>
          <a:custGeom>
            <a:avLst/>
            <a:gdLst/>
            <a:ahLst/>
            <a:rect l="0" t="0" r="r" b="b"/>
            <a:pathLst>
              <a:path w="958" h="958">
                <a:moveTo>
                  <a:pt x="0" y="0"/>
                </a:moveTo>
                <a:lnTo>
                  <a:pt x="958" y="479"/>
                </a:lnTo>
                <a:lnTo>
                  <a:pt x="0" y="958"/>
                </a:lnTo>
                <a:lnTo>
                  <a:pt x="0" y="0"/>
                </a:lnTo>
                <a:close/>
              </a:path>
            </a:pathLst>
          </a:custGeom>
          <a:solidFill>
            <a:srgbClr val="2a527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4" name=""/>
          <p:cNvSpPr/>
          <p:nvPr/>
        </p:nvSpPr>
        <p:spPr>
          <a:xfrm>
            <a:off x="6728400" y="2681640"/>
            <a:ext cx="344880" cy="344880"/>
          </a:xfrm>
          <a:custGeom>
            <a:avLst/>
            <a:gdLst/>
            <a:ahLst/>
            <a:rect l="0" t="0" r="r" b="b"/>
            <a:pathLst>
              <a:path w="958" h="958">
                <a:moveTo>
                  <a:pt x="0" y="0"/>
                </a:moveTo>
                <a:lnTo>
                  <a:pt x="958" y="479"/>
                </a:lnTo>
                <a:lnTo>
                  <a:pt x="0" y="958"/>
                </a:lnTo>
                <a:lnTo>
                  <a:pt x="0" y="0"/>
                </a:lnTo>
                <a:close/>
              </a:path>
            </a:pathLst>
          </a:custGeom>
          <a:solidFill>
            <a:srgbClr val="2a527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5" name=""/>
          <p:cNvSpPr/>
          <p:nvPr/>
        </p:nvSpPr>
        <p:spPr>
          <a:xfrm>
            <a:off x="7087680" y="2588400"/>
            <a:ext cx="1279440" cy="531720"/>
          </a:xfrm>
          <a:custGeom>
            <a:avLst/>
            <a:gdLst/>
            <a:ahLst/>
            <a:rect l="0" t="0" r="r" b="b"/>
            <a:pathLst>
              <a:path w="3554" h="1477">
                <a:moveTo>
                  <a:pt x="1777" y="1477"/>
                </a:moveTo>
                <a:lnTo>
                  <a:pt x="3295" y="1477"/>
                </a:lnTo>
                <a:cubicBezTo>
                  <a:pt x="3438" y="1477"/>
                  <a:pt x="3554" y="1361"/>
                  <a:pt x="3554" y="1217"/>
                </a:cubicBezTo>
                <a:lnTo>
                  <a:pt x="3554" y="259"/>
                </a:lnTo>
                <a:cubicBezTo>
                  <a:pt x="3554" y="116"/>
                  <a:pt x="3438" y="0"/>
                  <a:pt x="3295" y="0"/>
                </a:cubicBezTo>
                <a:lnTo>
                  <a:pt x="260" y="0"/>
                </a:lnTo>
                <a:cubicBezTo>
                  <a:pt x="116" y="0"/>
                  <a:pt x="0" y="116"/>
                  <a:pt x="0" y="259"/>
                </a:cubicBezTo>
                <a:lnTo>
                  <a:pt x="0" y="1217"/>
                </a:lnTo>
                <a:cubicBezTo>
                  <a:pt x="0" y="1361"/>
                  <a:pt x="116" y="1477"/>
                  <a:pt x="260" y="1477"/>
                </a:cubicBezTo>
                <a:lnTo>
                  <a:pt x="1777" y="1477"/>
                </a:lnTo>
                <a:close/>
              </a:path>
            </a:pathLst>
          </a:custGeom>
          <a:solidFill>
            <a:srgbClr val="fffaf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6" name=""/>
          <p:cNvSpPr/>
          <p:nvPr/>
        </p:nvSpPr>
        <p:spPr>
          <a:xfrm>
            <a:off x="7087680" y="2588400"/>
            <a:ext cx="1279440" cy="531720"/>
          </a:xfrm>
          <a:custGeom>
            <a:avLst/>
            <a:gdLst/>
            <a:ahLst/>
            <a:rect l="0" t="0" r="r" b="b"/>
            <a:pathLst>
              <a:path w="3554" h="1477">
                <a:moveTo>
                  <a:pt x="1777" y="1477"/>
                </a:moveTo>
                <a:lnTo>
                  <a:pt x="3295" y="1477"/>
                </a:lnTo>
                <a:cubicBezTo>
                  <a:pt x="3438" y="1477"/>
                  <a:pt x="3554" y="1361"/>
                  <a:pt x="3554" y="1217"/>
                </a:cubicBezTo>
                <a:lnTo>
                  <a:pt x="3554" y="259"/>
                </a:lnTo>
                <a:cubicBezTo>
                  <a:pt x="3554" y="116"/>
                  <a:pt x="3438" y="0"/>
                  <a:pt x="3295" y="0"/>
                </a:cubicBezTo>
                <a:lnTo>
                  <a:pt x="260" y="0"/>
                </a:lnTo>
                <a:cubicBezTo>
                  <a:pt x="116" y="0"/>
                  <a:pt x="0" y="116"/>
                  <a:pt x="0" y="259"/>
                </a:cubicBezTo>
                <a:lnTo>
                  <a:pt x="0" y="1217"/>
                </a:lnTo>
                <a:cubicBezTo>
                  <a:pt x="0" y="1361"/>
                  <a:pt x="116" y="1477"/>
                  <a:pt x="260" y="1477"/>
                </a:cubicBezTo>
                <a:lnTo>
                  <a:pt x="1777" y="1477"/>
                </a:lnTo>
                <a:close/>
              </a:path>
            </a:pathLst>
          </a:custGeom>
          <a:noFill/>
          <a:ln w="18000">
            <a:solidFill>
              <a:srgbClr val="9e2e2e"/>
            </a:solidFill>
            <a:miter/>
          </a:ln>
        </p:spPr>
        <p:txBody>
          <a:bodyPr lIns="99000" rIns="99000" tIns="54000" bIns="54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7" name=""/>
          <p:cNvSpPr txBox="1"/>
          <p:nvPr/>
        </p:nvSpPr>
        <p:spPr>
          <a:xfrm>
            <a:off x="7450560" y="2786040"/>
            <a:ext cx="560880" cy="159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130" strike="noStrike" u="none">
                <a:solidFill>
                  <a:srgbClr val="7f2525"/>
                </a:solidFill>
                <a:effectLst/>
                <a:uFillTx/>
                <a:latin typeface="'Times New Roman'"/>
              </a:rPr>
              <a:t>RESULT</a:t>
            </a:r>
            <a:endParaRPr b="1" lang="en-US" sz="1130" strike="noStrike" u="none">
              <a:solidFill>
                <a:srgbClr val="7f2525"/>
              </a:solidFill>
              <a:effectLst/>
              <a:uFillTx/>
              <a:latin typeface="'Times New Roman'"/>
              <a:ea typeface="'Times New Roman'"/>
            </a:endParaRPr>
          </a:p>
        </p:txBody>
      </p:sp>
      <p:sp>
        <p:nvSpPr>
          <p:cNvPr id="1038" name=""/>
          <p:cNvSpPr/>
          <p:nvPr/>
        </p:nvSpPr>
        <p:spPr>
          <a:xfrm>
            <a:off x="8395920" y="2854080"/>
            <a:ext cx="215640" cy="0"/>
          </a:xfrm>
          <a:prstGeom prst="line">
            <a:avLst/>
          </a:prstGeom>
          <a:ln w="28800">
            <a:solidFill>
              <a:srgbClr val="2a527e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4400" rIns="104400" tIns="-59400" bIns="-594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9" name=""/>
          <p:cNvSpPr/>
          <p:nvPr/>
        </p:nvSpPr>
        <p:spPr>
          <a:xfrm>
            <a:off x="8324280" y="2681640"/>
            <a:ext cx="344880" cy="344880"/>
          </a:xfrm>
          <a:custGeom>
            <a:avLst/>
            <a:gdLst/>
            <a:ahLst/>
            <a:rect l="0" t="0" r="r" b="b"/>
            <a:pathLst>
              <a:path w="958" h="958">
                <a:moveTo>
                  <a:pt x="0" y="0"/>
                </a:moveTo>
                <a:lnTo>
                  <a:pt x="958" y="479"/>
                </a:lnTo>
                <a:lnTo>
                  <a:pt x="0" y="958"/>
                </a:lnTo>
                <a:lnTo>
                  <a:pt x="0" y="0"/>
                </a:lnTo>
                <a:close/>
              </a:path>
            </a:pathLst>
          </a:custGeom>
          <a:solidFill>
            <a:srgbClr val="2a527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0" name=""/>
          <p:cNvSpPr/>
          <p:nvPr/>
        </p:nvSpPr>
        <p:spPr>
          <a:xfrm>
            <a:off x="8324280" y="2681640"/>
            <a:ext cx="344880" cy="344880"/>
          </a:xfrm>
          <a:custGeom>
            <a:avLst/>
            <a:gdLst/>
            <a:ahLst/>
            <a:rect l="0" t="0" r="r" b="b"/>
            <a:pathLst>
              <a:path w="958" h="958">
                <a:moveTo>
                  <a:pt x="0" y="0"/>
                </a:moveTo>
                <a:lnTo>
                  <a:pt x="958" y="479"/>
                </a:lnTo>
                <a:lnTo>
                  <a:pt x="0" y="958"/>
                </a:lnTo>
                <a:lnTo>
                  <a:pt x="0" y="0"/>
                </a:lnTo>
                <a:close/>
              </a:path>
            </a:pathLst>
          </a:custGeom>
          <a:solidFill>
            <a:srgbClr val="2a527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1" name=""/>
          <p:cNvSpPr/>
          <p:nvPr/>
        </p:nvSpPr>
        <p:spPr>
          <a:xfrm>
            <a:off x="8324280" y="2681640"/>
            <a:ext cx="344880" cy="344880"/>
          </a:xfrm>
          <a:custGeom>
            <a:avLst/>
            <a:gdLst/>
            <a:ahLst/>
            <a:rect l="0" t="0" r="r" b="b"/>
            <a:pathLst>
              <a:path w="958" h="958">
                <a:moveTo>
                  <a:pt x="0" y="0"/>
                </a:moveTo>
                <a:lnTo>
                  <a:pt x="958" y="479"/>
                </a:lnTo>
                <a:lnTo>
                  <a:pt x="0" y="958"/>
                </a:lnTo>
                <a:lnTo>
                  <a:pt x="0" y="0"/>
                </a:lnTo>
                <a:close/>
              </a:path>
            </a:pathLst>
          </a:custGeom>
          <a:solidFill>
            <a:srgbClr val="2a527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2" name=""/>
          <p:cNvSpPr/>
          <p:nvPr/>
        </p:nvSpPr>
        <p:spPr>
          <a:xfrm>
            <a:off x="8324280" y="2681640"/>
            <a:ext cx="344880" cy="344880"/>
          </a:xfrm>
          <a:custGeom>
            <a:avLst/>
            <a:gdLst/>
            <a:ahLst/>
            <a:rect l="0" t="0" r="r" b="b"/>
            <a:pathLst>
              <a:path w="958" h="958">
                <a:moveTo>
                  <a:pt x="0" y="0"/>
                </a:moveTo>
                <a:lnTo>
                  <a:pt x="958" y="479"/>
                </a:lnTo>
                <a:lnTo>
                  <a:pt x="0" y="958"/>
                </a:lnTo>
                <a:lnTo>
                  <a:pt x="0" y="0"/>
                </a:lnTo>
                <a:close/>
              </a:path>
            </a:pathLst>
          </a:custGeom>
          <a:solidFill>
            <a:srgbClr val="2a527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3" name=""/>
          <p:cNvSpPr/>
          <p:nvPr/>
        </p:nvSpPr>
        <p:spPr>
          <a:xfrm>
            <a:off x="8324280" y="2681640"/>
            <a:ext cx="344880" cy="344880"/>
          </a:xfrm>
          <a:custGeom>
            <a:avLst/>
            <a:gdLst/>
            <a:ahLst/>
            <a:rect l="0" t="0" r="r" b="b"/>
            <a:pathLst>
              <a:path w="958" h="958">
                <a:moveTo>
                  <a:pt x="0" y="0"/>
                </a:moveTo>
                <a:lnTo>
                  <a:pt x="958" y="479"/>
                </a:lnTo>
                <a:lnTo>
                  <a:pt x="0" y="958"/>
                </a:lnTo>
                <a:lnTo>
                  <a:pt x="0" y="0"/>
                </a:lnTo>
                <a:close/>
              </a:path>
            </a:pathLst>
          </a:custGeom>
          <a:solidFill>
            <a:srgbClr val="2a527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4" name=""/>
          <p:cNvSpPr/>
          <p:nvPr/>
        </p:nvSpPr>
        <p:spPr>
          <a:xfrm>
            <a:off x="8324280" y="2681640"/>
            <a:ext cx="344880" cy="344880"/>
          </a:xfrm>
          <a:custGeom>
            <a:avLst/>
            <a:gdLst/>
            <a:ahLst/>
            <a:rect l="0" t="0" r="r" b="b"/>
            <a:pathLst>
              <a:path w="958" h="958">
                <a:moveTo>
                  <a:pt x="0" y="0"/>
                </a:moveTo>
                <a:lnTo>
                  <a:pt x="958" y="479"/>
                </a:lnTo>
                <a:lnTo>
                  <a:pt x="0" y="958"/>
                </a:lnTo>
                <a:lnTo>
                  <a:pt x="0" y="0"/>
                </a:lnTo>
                <a:close/>
              </a:path>
            </a:pathLst>
          </a:custGeom>
          <a:solidFill>
            <a:srgbClr val="2a527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5" name=""/>
          <p:cNvSpPr/>
          <p:nvPr/>
        </p:nvSpPr>
        <p:spPr>
          <a:xfrm>
            <a:off x="8324280" y="2681640"/>
            <a:ext cx="344880" cy="344880"/>
          </a:xfrm>
          <a:custGeom>
            <a:avLst/>
            <a:gdLst/>
            <a:ahLst/>
            <a:rect l="0" t="0" r="r" b="b"/>
            <a:pathLst>
              <a:path w="958" h="958">
                <a:moveTo>
                  <a:pt x="0" y="0"/>
                </a:moveTo>
                <a:lnTo>
                  <a:pt x="958" y="479"/>
                </a:lnTo>
                <a:lnTo>
                  <a:pt x="0" y="958"/>
                </a:lnTo>
                <a:lnTo>
                  <a:pt x="0" y="0"/>
                </a:lnTo>
                <a:close/>
              </a:path>
            </a:pathLst>
          </a:custGeom>
          <a:solidFill>
            <a:srgbClr val="2a527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6" name=""/>
          <p:cNvSpPr/>
          <p:nvPr/>
        </p:nvSpPr>
        <p:spPr>
          <a:xfrm>
            <a:off x="8324280" y="2681640"/>
            <a:ext cx="344880" cy="344880"/>
          </a:xfrm>
          <a:custGeom>
            <a:avLst/>
            <a:gdLst/>
            <a:ahLst/>
            <a:rect l="0" t="0" r="r" b="b"/>
            <a:pathLst>
              <a:path w="958" h="958">
                <a:moveTo>
                  <a:pt x="0" y="0"/>
                </a:moveTo>
                <a:lnTo>
                  <a:pt x="958" y="479"/>
                </a:lnTo>
                <a:lnTo>
                  <a:pt x="0" y="958"/>
                </a:lnTo>
                <a:lnTo>
                  <a:pt x="0" y="0"/>
                </a:lnTo>
                <a:close/>
              </a:path>
            </a:pathLst>
          </a:custGeom>
          <a:solidFill>
            <a:srgbClr val="2a527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7" name=""/>
          <p:cNvSpPr/>
          <p:nvPr/>
        </p:nvSpPr>
        <p:spPr>
          <a:xfrm>
            <a:off x="8324280" y="2681640"/>
            <a:ext cx="344880" cy="344880"/>
          </a:xfrm>
          <a:custGeom>
            <a:avLst/>
            <a:gdLst/>
            <a:ahLst/>
            <a:rect l="0" t="0" r="r" b="b"/>
            <a:pathLst>
              <a:path w="958" h="958">
                <a:moveTo>
                  <a:pt x="0" y="0"/>
                </a:moveTo>
                <a:lnTo>
                  <a:pt x="958" y="479"/>
                </a:lnTo>
                <a:lnTo>
                  <a:pt x="0" y="958"/>
                </a:lnTo>
                <a:lnTo>
                  <a:pt x="0" y="0"/>
                </a:lnTo>
                <a:close/>
              </a:path>
            </a:pathLst>
          </a:custGeom>
          <a:solidFill>
            <a:srgbClr val="2a527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8" name=""/>
          <p:cNvSpPr/>
          <p:nvPr/>
        </p:nvSpPr>
        <p:spPr>
          <a:xfrm>
            <a:off x="8324280" y="2681640"/>
            <a:ext cx="344880" cy="344880"/>
          </a:xfrm>
          <a:custGeom>
            <a:avLst/>
            <a:gdLst/>
            <a:ahLst/>
            <a:rect l="0" t="0" r="r" b="b"/>
            <a:pathLst>
              <a:path w="958" h="958">
                <a:moveTo>
                  <a:pt x="0" y="0"/>
                </a:moveTo>
                <a:lnTo>
                  <a:pt x="958" y="479"/>
                </a:lnTo>
                <a:lnTo>
                  <a:pt x="0" y="958"/>
                </a:lnTo>
                <a:lnTo>
                  <a:pt x="0" y="0"/>
                </a:lnTo>
                <a:close/>
              </a:path>
            </a:pathLst>
          </a:custGeom>
          <a:solidFill>
            <a:srgbClr val="2a527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9" name=""/>
          <p:cNvSpPr/>
          <p:nvPr/>
        </p:nvSpPr>
        <p:spPr>
          <a:xfrm>
            <a:off x="8683560" y="2588400"/>
            <a:ext cx="1279440" cy="531720"/>
          </a:xfrm>
          <a:custGeom>
            <a:avLst/>
            <a:gdLst/>
            <a:ahLst/>
            <a:rect l="0" t="0" r="r" b="b"/>
            <a:pathLst>
              <a:path w="3554" h="1477">
                <a:moveTo>
                  <a:pt x="1777" y="1477"/>
                </a:moveTo>
                <a:lnTo>
                  <a:pt x="3295" y="1477"/>
                </a:lnTo>
                <a:cubicBezTo>
                  <a:pt x="3438" y="1477"/>
                  <a:pt x="3554" y="1361"/>
                  <a:pt x="3554" y="1217"/>
                </a:cubicBezTo>
                <a:lnTo>
                  <a:pt x="3554" y="259"/>
                </a:lnTo>
                <a:cubicBezTo>
                  <a:pt x="3554" y="116"/>
                  <a:pt x="3438" y="0"/>
                  <a:pt x="3295" y="0"/>
                </a:cubicBezTo>
                <a:lnTo>
                  <a:pt x="260" y="0"/>
                </a:lnTo>
                <a:cubicBezTo>
                  <a:pt x="116" y="0"/>
                  <a:pt x="0" y="116"/>
                  <a:pt x="0" y="259"/>
                </a:cubicBezTo>
                <a:lnTo>
                  <a:pt x="0" y="1217"/>
                </a:lnTo>
                <a:cubicBezTo>
                  <a:pt x="0" y="1361"/>
                  <a:pt x="116" y="1477"/>
                  <a:pt x="260" y="1477"/>
                </a:cubicBezTo>
                <a:lnTo>
                  <a:pt x="1777" y="1477"/>
                </a:lnTo>
                <a:close/>
              </a:path>
            </a:pathLst>
          </a:custGeom>
          <a:solidFill>
            <a:srgbClr val="fffaf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0" name=""/>
          <p:cNvSpPr/>
          <p:nvPr/>
        </p:nvSpPr>
        <p:spPr>
          <a:xfrm>
            <a:off x="8683560" y="2588400"/>
            <a:ext cx="1279440" cy="531720"/>
          </a:xfrm>
          <a:custGeom>
            <a:avLst/>
            <a:gdLst/>
            <a:ahLst/>
            <a:rect l="0" t="0" r="r" b="b"/>
            <a:pathLst>
              <a:path w="3554" h="1477">
                <a:moveTo>
                  <a:pt x="1777" y="1477"/>
                </a:moveTo>
                <a:lnTo>
                  <a:pt x="3295" y="1477"/>
                </a:lnTo>
                <a:cubicBezTo>
                  <a:pt x="3438" y="1477"/>
                  <a:pt x="3554" y="1361"/>
                  <a:pt x="3554" y="1217"/>
                </a:cubicBezTo>
                <a:lnTo>
                  <a:pt x="3554" y="259"/>
                </a:lnTo>
                <a:cubicBezTo>
                  <a:pt x="3554" y="116"/>
                  <a:pt x="3438" y="0"/>
                  <a:pt x="3295" y="0"/>
                </a:cubicBezTo>
                <a:lnTo>
                  <a:pt x="260" y="0"/>
                </a:lnTo>
                <a:cubicBezTo>
                  <a:pt x="116" y="0"/>
                  <a:pt x="0" y="116"/>
                  <a:pt x="0" y="259"/>
                </a:cubicBezTo>
                <a:lnTo>
                  <a:pt x="0" y="1217"/>
                </a:lnTo>
                <a:cubicBezTo>
                  <a:pt x="0" y="1361"/>
                  <a:pt x="116" y="1477"/>
                  <a:pt x="260" y="1477"/>
                </a:cubicBezTo>
                <a:lnTo>
                  <a:pt x="1777" y="1477"/>
                </a:lnTo>
                <a:close/>
              </a:path>
            </a:pathLst>
          </a:custGeom>
          <a:noFill/>
          <a:ln w="18000">
            <a:solidFill>
              <a:srgbClr val="9e2e2e"/>
            </a:solidFill>
            <a:miter/>
          </a:ln>
        </p:spPr>
        <p:txBody>
          <a:bodyPr lIns="99000" rIns="99000" tIns="54000" bIns="54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1" name=""/>
          <p:cNvSpPr txBox="1"/>
          <p:nvPr/>
        </p:nvSpPr>
        <p:spPr>
          <a:xfrm>
            <a:off x="8917200" y="2786040"/>
            <a:ext cx="823320" cy="159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130" strike="noStrike" u="none">
                <a:solidFill>
                  <a:srgbClr val="7f2525"/>
                </a:solidFill>
                <a:effectLst/>
                <a:uFillTx/>
                <a:latin typeface="'Times New Roman'"/>
              </a:rPr>
              <a:t>BOUNDARY</a:t>
            </a:r>
            <a:endParaRPr b="1" lang="en-US" sz="1130" strike="noStrike" u="none">
              <a:solidFill>
                <a:srgbClr val="7f2525"/>
              </a:solidFill>
              <a:effectLst/>
              <a:uFillTx/>
              <a:latin typeface="'Times New Roman'"/>
              <a:ea typeface="'Times New Roman'"/>
            </a:endParaRPr>
          </a:p>
        </p:txBody>
      </p:sp>
      <p:sp>
        <p:nvSpPr>
          <p:cNvPr id="1052" name=""/>
          <p:cNvSpPr/>
          <p:nvPr/>
        </p:nvSpPr>
        <p:spPr>
          <a:xfrm>
            <a:off x="9991800" y="2854080"/>
            <a:ext cx="215640" cy="0"/>
          </a:xfrm>
          <a:prstGeom prst="line">
            <a:avLst/>
          </a:prstGeom>
          <a:ln w="28800">
            <a:solidFill>
              <a:srgbClr val="2a527e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4400" rIns="104400" tIns="-59400" bIns="-594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3" name=""/>
          <p:cNvSpPr/>
          <p:nvPr/>
        </p:nvSpPr>
        <p:spPr>
          <a:xfrm>
            <a:off x="9919800" y="2681640"/>
            <a:ext cx="345240" cy="344880"/>
          </a:xfrm>
          <a:custGeom>
            <a:avLst/>
            <a:gdLst/>
            <a:ahLst/>
            <a:rect l="0" t="0" r="r" b="b"/>
            <a:pathLst>
              <a:path w="959" h="958">
                <a:moveTo>
                  <a:pt x="0" y="0"/>
                </a:moveTo>
                <a:lnTo>
                  <a:pt x="959" y="479"/>
                </a:lnTo>
                <a:lnTo>
                  <a:pt x="0" y="958"/>
                </a:lnTo>
                <a:lnTo>
                  <a:pt x="0" y="0"/>
                </a:lnTo>
                <a:close/>
              </a:path>
            </a:pathLst>
          </a:custGeom>
          <a:solidFill>
            <a:srgbClr val="2a527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4" name=""/>
          <p:cNvSpPr/>
          <p:nvPr/>
        </p:nvSpPr>
        <p:spPr>
          <a:xfrm>
            <a:off x="9919800" y="2681640"/>
            <a:ext cx="345240" cy="344880"/>
          </a:xfrm>
          <a:custGeom>
            <a:avLst/>
            <a:gdLst/>
            <a:ahLst/>
            <a:rect l="0" t="0" r="r" b="b"/>
            <a:pathLst>
              <a:path w="959" h="958">
                <a:moveTo>
                  <a:pt x="0" y="0"/>
                </a:moveTo>
                <a:lnTo>
                  <a:pt x="959" y="479"/>
                </a:lnTo>
                <a:lnTo>
                  <a:pt x="0" y="958"/>
                </a:lnTo>
                <a:lnTo>
                  <a:pt x="0" y="0"/>
                </a:lnTo>
                <a:close/>
              </a:path>
            </a:pathLst>
          </a:custGeom>
          <a:solidFill>
            <a:srgbClr val="2a527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5" name=""/>
          <p:cNvSpPr/>
          <p:nvPr/>
        </p:nvSpPr>
        <p:spPr>
          <a:xfrm>
            <a:off x="9919800" y="2681640"/>
            <a:ext cx="345240" cy="344880"/>
          </a:xfrm>
          <a:custGeom>
            <a:avLst/>
            <a:gdLst/>
            <a:ahLst/>
            <a:rect l="0" t="0" r="r" b="b"/>
            <a:pathLst>
              <a:path w="959" h="958">
                <a:moveTo>
                  <a:pt x="0" y="0"/>
                </a:moveTo>
                <a:lnTo>
                  <a:pt x="959" y="479"/>
                </a:lnTo>
                <a:lnTo>
                  <a:pt x="0" y="958"/>
                </a:lnTo>
                <a:lnTo>
                  <a:pt x="0" y="0"/>
                </a:lnTo>
                <a:close/>
              </a:path>
            </a:pathLst>
          </a:custGeom>
          <a:solidFill>
            <a:srgbClr val="2a527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6" name=""/>
          <p:cNvSpPr/>
          <p:nvPr/>
        </p:nvSpPr>
        <p:spPr>
          <a:xfrm>
            <a:off x="9919800" y="2681640"/>
            <a:ext cx="345240" cy="344880"/>
          </a:xfrm>
          <a:custGeom>
            <a:avLst/>
            <a:gdLst/>
            <a:ahLst/>
            <a:rect l="0" t="0" r="r" b="b"/>
            <a:pathLst>
              <a:path w="959" h="958">
                <a:moveTo>
                  <a:pt x="0" y="0"/>
                </a:moveTo>
                <a:lnTo>
                  <a:pt x="959" y="479"/>
                </a:lnTo>
                <a:lnTo>
                  <a:pt x="0" y="958"/>
                </a:lnTo>
                <a:lnTo>
                  <a:pt x="0" y="0"/>
                </a:lnTo>
                <a:close/>
              </a:path>
            </a:pathLst>
          </a:custGeom>
          <a:solidFill>
            <a:srgbClr val="2a527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7" name=""/>
          <p:cNvSpPr/>
          <p:nvPr/>
        </p:nvSpPr>
        <p:spPr>
          <a:xfrm>
            <a:off x="9919800" y="2681640"/>
            <a:ext cx="345240" cy="344880"/>
          </a:xfrm>
          <a:custGeom>
            <a:avLst/>
            <a:gdLst/>
            <a:ahLst/>
            <a:rect l="0" t="0" r="r" b="b"/>
            <a:pathLst>
              <a:path w="959" h="958">
                <a:moveTo>
                  <a:pt x="0" y="0"/>
                </a:moveTo>
                <a:lnTo>
                  <a:pt x="959" y="479"/>
                </a:lnTo>
                <a:lnTo>
                  <a:pt x="0" y="958"/>
                </a:lnTo>
                <a:lnTo>
                  <a:pt x="0" y="0"/>
                </a:lnTo>
                <a:close/>
              </a:path>
            </a:pathLst>
          </a:custGeom>
          <a:solidFill>
            <a:srgbClr val="2a527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8" name=""/>
          <p:cNvSpPr/>
          <p:nvPr/>
        </p:nvSpPr>
        <p:spPr>
          <a:xfrm>
            <a:off x="9919800" y="2681640"/>
            <a:ext cx="345240" cy="344880"/>
          </a:xfrm>
          <a:custGeom>
            <a:avLst/>
            <a:gdLst/>
            <a:ahLst/>
            <a:rect l="0" t="0" r="r" b="b"/>
            <a:pathLst>
              <a:path w="959" h="958">
                <a:moveTo>
                  <a:pt x="0" y="0"/>
                </a:moveTo>
                <a:lnTo>
                  <a:pt x="959" y="479"/>
                </a:lnTo>
                <a:lnTo>
                  <a:pt x="0" y="958"/>
                </a:lnTo>
                <a:lnTo>
                  <a:pt x="0" y="0"/>
                </a:lnTo>
                <a:close/>
              </a:path>
            </a:pathLst>
          </a:custGeom>
          <a:solidFill>
            <a:srgbClr val="2a527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9" name=""/>
          <p:cNvSpPr/>
          <p:nvPr/>
        </p:nvSpPr>
        <p:spPr>
          <a:xfrm>
            <a:off x="9919800" y="2681640"/>
            <a:ext cx="345240" cy="344880"/>
          </a:xfrm>
          <a:custGeom>
            <a:avLst/>
            <a:gdLst/>
            <a:ahLst/>
            <a:rect l="0" t="0" r="r" b="b"/>
            <a:pathLst>
              <a:path w="959" h="958">
                <a:moveTo>
                  <a:pt x="0" y="0"/>
                </a:moveTo>
                <a:lnTo>
                  <a:pt x="959" y="479"/>
                </a:lnTo>
                <a:lnTo>
                  <a:pt x="0" y="958"/>
                </a:lnTo>
                <a:lnTo>
                  <a:pt x="0" y="0"/>
                </a:lnTo>
                <a:close/>
              </a:path>
            </a:pathLst>
          </a:custGeom>
          <a:solidFill>
            <a:srgbClr val="2a527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0" name=""/>
          <p:cNvSpPr/>
          <p:nvPr/>
        </p:nvSpPr>
        <p:spPr>
          <a:xfrm>
            <a:off x="9919800" y="2681640"/>
            <a:ext cx="345240" cy="344880"/>
          </a:xfrm>
          <a:custGeom>
            <a:avLst/>
            <a:gdLst/>
            <a:ahLst/>
            <a:rect l="0" t="0" r="r" b="b"/>
            <a:pathLst>
              <a:path w="959" h="958">
                <a:moveTo>
                  <a:pt x="0" y="0"/>
                </a:moveTo>
                <a:lnTo>
                  <a:pt x="959" y="479"/>
                </a:lnTo>
                <a:lnTo>
                  <a:pt x="0" y="958"/>
                </a:lnTo>
                <a:lnTo>
                  <a:pt x="0" y="0"/>
                </a:lnTo>
                <a:close/>
              </a:path>
            </a:pathLst>
          </a:custGeom>
          <a:solidFill>
            <a:srgbClr val="2a527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1" name=""/>
          <p:cNvSpPr/>
          <p:nvPr/>
        </p:nvSpPr>
        <p:spPr>
          <a:xfrm>
            <a:off x="9919800" y="2681640"/>
            <a:ext cx="345240" cy="344880"/>
          </a:xfrm>
          <a:custGeom>
            <a:avLst/>
            <a:gdLst/>
            <a:ahLst/>
            <a:rect l="0" t="0" r="r" b="b"/>
            <a:pathLst>
              <a:path w="959" h="958">
                <a:moveTo>
                  <a:pt x="0" y="0"/>
                </a:moveTo>
                <a:lnTo>
                  <a:pt x="959" y="479"/>
                </a:lnTo>
                <a:lnTo>
                  <a:pt x="0" y="958"/>
                </a:lnTo>
                <a:lnTo>
                  <a:pt x="0" y="0"/>
                </a:lnTo>
                <a:close/>
              </a:path>
            </a:pathLst>
          </a:custGeom>
          <a:solidFill>
            <a:srgbClr val="2a527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2" name=""/>
          <p:cNvSpPr/>
          <p:nvPr/>
        </p:nvSpPr>
        <p:spPr>
          <a:xfrm>
            <a:off x="9919800" y="2681640"/>
            <a:ext cx="345240" cy="344880"/>
          </a:xfrm>
          <a:custGeom>
            <a:avLst/>
            <a:gdLst/>
            <a:ahLst/>
            <a:rect l="0" t="0" r="r" b="b"/>
            <a:pathLst>
              <a:path w="959" h="958">
                <a:moveTo>
                  <a:pt x="0" y="0"/>
                </a:moveTo>
                <a:lnTo>
                  <a:pt x="959" y="479"/>
                </a:lnTo>
                <a:lnTo>
                  <a:pt x="0" y="958"/>
                </a:lnTo>
                <a:lnTo>
                  <a:pt x="0" y="0"/>
                </a:lnTo>
                <a:close/>
              </a:path>
            </a:pathLst>
          </a:custGeom>
          <a:solidFill>
            <a:srgbClr val="2a527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3" name=""/>
          <p:cNvSpPr/>
          <p:nvPr/>
        </p:nvSpPr>
        <p:spPr>
          <a:xfrm>
            <a:off x="9919800" y="2681640"/>
            <a:ext cx="345240" cy="344880"/>
          </a:xfrm>
          <a:custGeom>
            <a:avLst/>
            <a:gdLst/>
            <a:ahLst/>
            <a:rect l="0" t="0" r="r" b="b"/>
            <a:pathLst>
              <a:path w="959" h="958">
                <a:moveTo>
                  <a:pt x="0" y="0"/>
                </a:moveTo>
                <a:lnTo>
                  <a:pt x="959" y="479"/>
                </a:lnTo>
                <a:lnTo>
                  <a:pt x="0" y="958"/>
                </a:lnTo>
                <a:lnTo>
                  <a:pt x="0" y="0"/>
                </a:lnTo>
                <a:close/>
              </a:path>
            </a:pathLst>
          </a:custGeom>
          <a:solidFill>
            <a:srgbClr val="2a527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4" name=""/>
          <p:cNvSpPr/>
          <p:nvPr/>
        </p:nvSpPr>
        <p:spPr>
          <a:xfrm>
            <a:off x="10279440" y="2588400"/>
            <a:ext cx="1279440" cy="531720"/>
          </a:xfrm>
          <a:custGeom>
            <a:avLst/>
            <a:gdLst/>
            <a:ahLst/>
            <a:rect l="0" t="0" r="r" b="b"/>
            <a:pathLst>
              <a:path w="3554" h="1477">
                <a:moveTo>
                  <a:pt x="1777" y="1477"/>
                </a:moveTo>
                <a:lnTo>
                  <a:pt x="3295" y="1477"/>
                </a:lnTo>
                <a:cubicBezTo>
                  <a:pt x="3438" y="1477"/>
                  <a:pt x="3554" y="1361"/>
                  <a:pt x="3554" y="1217"/>
                </a:cubicBezTo>
                <a:lnTo>
                  <a:pt x="3554" y="259"/>
                </a:lnTo>
                <a:cubicBezTo>
                  <a:pt x="3554" y="116"/>
                  <a:pt x="3438" y="0"/>
                  <a:pt x="3295" y="0"/>
                </a:cubicBezTo>
                <a:lnTo>
                  <a:pt x="259" y="0"/>
                </a:lnTo>
                <a:cubicBezTo>
                  <a:pt x="116" y="0"/>
                  <a:pt x="0" y="116"/>
                  <a:pt x="0" y="259"/>
                </a:cubicBezTo>
                <a:lnTo>
                  <a:pt x="0" y="1217"/>
                </a:lnTo>
                <a:cubicBezTo>
                  <a:pt x="0" y="1361"/>
                  <a:pt x="116" y="1477"/>
                  <a:pt x="259" y="1477"/>
                </a:cubicBezTo>
                <a:lnTo>
                  <a:pt x="1777" y="1477"/>
                </a:lnTo>
                <a:close/>
              </a:path>
            </a:pathLst>
          </a:custGeom>
          <a:solidFill>
            <a:srgbClr val="fffaf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5" name=""/>
          <p:cNvSpPr/>
          <p:nvPr/>
        </p:nvSpPr>
        <p:spPr>
          <a:xfrm>
            <a:off x="10279440" y="2588400"/>
            <a:ext cx="1279440" cy="531720"/>
          </a:xfrm>
          <a:custGeom>
            <a:avLst/>
            <a:gdLst/>
            <a:ahLst/>
            <a:rect l="0" t="0" r="r" b="b"/>
            <a:pathLst>
              <a:path w="3554" h="1477">
                <a:moveTo>
                  <a:pt x="1777" y="1477"/>
                </a:moveTo>
                <a:lnTo>
                  <a:pt x="3295" y="1477"/>
                </a:lnTo>
                <a:cubicBezTo>
                  <a:pt x="3438" y="1477"/>
                  <a:pt x="3554" y="1361"/>
                  <a:pt x="3554" y="1217"/>
                </a:cubicBezTo>
                <a:lnTo>
                  <a:pt x="3554" y="259"/>
                </a:lnTo>
                <a:cubicBezTo>
                  <a:pt x="3554" y="116"/>
                  <a:pt x="3438" y="0"/>
                  <a:pt x="3295" y="0"/>
                </a:cubicBezTo>
                <a:lnTo>
                  <a:pt x="259" y="0"/>
                </a:lnTo>
                <a:cubicBezTo>
                  <a:pt x="116" y="0"/>
                  <a:pt x="0" y="116"/>
                  <a:pt x="0" y="259"/>
                </a:cubicBezTo>
                <a:lnTo>
                  <a:pt x="0" y="1217"/>
                </a:lnTo>
                <a:cubicBezTo>
                  <a:pt x="0" y="1361"/>
                  <a:pt x="116" y="1477"/>
                  <a:pt x="259" y="1477"/>
                </a:cubicBezTo>
                <a:lnTo>
                  <a:pt x="1777" y="1477"/>
                </a:lnTo>
                <a:close/>
              </a:path>
            </a:pathLst>
          </a:custGeom>
          <a:noFill/>
          <a:ln w="18000">
            <a:solidFill>
              <a:srgbClr val="9e2e2e"/>
            </a:solidFill>
            <a:miter/>
          </a:ln>
        </p:spPr>
        <p:txBody>
          <a:bodyPr lIns="99000" rIns="99000" tIns="54000" bIns="54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6" name=""/>
          <p:cNvSpPr txBox="1"/>
          <p:nvPr/>
        </p:nvSpPr>
        <p:spPr>
          <a:xfrm>
            <a:off x="10354680" y="2786040"/>
            <a:ext cx="1139040" cy="159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130" strike="noStrike" u="none">
                <a:solidFill>
                  <a:srgbClr val="7f2525"/>
                </a:solidFill>
                <a:effectLst/>
                <a:uFillTx/>
                <a:latin typeface="'Times New Roman'"/>
              </a:rPr>
              <a:t>CONTRIBUTION</a:t>
            </a:r>
            <a:endParaRPr b="1" lang="en-US" sz="1130" strike="noStrike" u="none">
              <a:solidFill>
                <a:srgbClr val="7f2525"/>
              </a:solidFill>
              <a:effectLst/>
              <a:uFillTx/>
              <a:latin typeface="'Times New Roman'"/>
              <a:ea typeface="'Times New Roman'"/>
            </a:endParaRPr>
          </a:p>
        </p:txBody>
      </p:sp>
      <p:sp>
        <p:nvSpPr>
          <p:cNvPr id="1067" name=""/>
          <p:cNvSpPr txBox="1"/>
          <p:nvPr/>
        </p:nvSpPr>
        <p:spPr>
          <a:xfrm>
            <a:off x="3073320" y="3468240"/>
            <a:ext cx="6080760" cy="23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640" strike="noStrike" u="none">
                <a:solidFill>
                  <a:srgbClr val="203a5d"/>
                </a:solidFill>
                <a:effectLst/>
                <a:uFillTx/>
                <a:latin typeface="'Times New Roman'"/>
              </a:rPr>
              <a:t>MANUSCRIPT SECTIONS PERFORM INTELLECTUAL WORK</a:t>
            </a:r>
            <a:endParaRPr b="1" lang="en-US" sz="1640" strike="noStrike" u="none">
              <a:solidFill>
                <a:srgbClr val="203a5d"/>
              </a:solidFill>
              <a:effectLst/>
              <a:uFillTx/>
              <a:latin typeface="'Times New Roman'"/>
              <a:ea typeface="'Times New Roman'"/>
            </a:endParaRPr>
          </a:p>
        </p:txBody>
      </p:sp>
      <p:sp>
        <p:nvSpPr>
          <p:cNvPr id="1068" name=""/>
          <p:cNvSpPr/>
          <p:nvPr/>
        </p:nvSpPr>
        <p:spPr>
          <a:xfrm>
            <a:off x="1441440" y="3349800"/>
            <a:ext cx="0" cy="93240"/>
          </a:xfrm>
          <a:prstGeom prst="line">
            <a:avLst/>
          </a:prstGeom>
          <a:ln w="28800">
            <a:solidFill>
              <a:srgbClr val="2a527e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4400" rIns="104400" tIns="33840" bIns="3384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9" name=""/>
          <p:cNvSpPr/>
          <p:nvPr/>
        </p:nvSpPr>
        <p:spPr>
          <a:xfrm>
            <a:off x="1441440" y="3823920"/>
            <a:ext cx="0" cy="308880"/>
          </a:xfrm>
          <a:prstGeom prst="line">
            <a:avLst/>
          </a:prstGeom>
          <a:ln w="28800">
            <a:solidFill>
              <a:srgbClr val="2a527e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4400" rIns="104400" tIns="59400" bIns="594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0" name=""/>
          <p:cNvSpPr/>
          <p:nvPr/>
        </p:nvSpPr>
        <p:spPr>
          <a:xfrm>
            <a:off x="1269000" y="3845520"/>
            <a:ext cx="345240" cy="344880"/>
          </a:xfrm>
          <a:custGeom>
            <a:avLst/>
            <a:gdLst/>
            <a:ahLst/>
            <a:rect l="0" t="0" r="r" b="b"/>
            <a:pathLst>
              <a:path w="959" h="958">
                <a:moveTo>
                  <a:pt x="959" y="0"/>
                </a:moveTo>
                <a:lnTo>
                  <a:pt x="479" y="958"/>
                </a:lnTo>
                <a:lnTo>
                  <a:pt x="0" y="0"/>
                </a:lnTo>
                <a:lnTo>
                  <a:pt x="959" y="0"/>
                </a:lnTo>
                <a:close/>
              </a:path>
            </a:pathLst>
          </a:custGeom>
          <a:solidFill>
            <a:srgbClr val="2a527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1" name=""/>
          <p:cNvSpPr/>
          <p:nvPr/>
        </p:nvSpPr>
        <p:spPr>
          <a:xfrm>
            <a:off x="1269000" y="3845520"/>
            <a:ext cx="345240" cy="344880"/>
          </a:xfrm>
          <a:custGeom>
            <a:avLst/>
            <a:gdLst/>
            <a:ahLst/>
            <a:rect l="0" t="0" r="r" b="b"/>
            <a:pathLst>
              <a:path w="959" h="958">
                <a:moveTo>
                  <a:pt x="959" y="0"/>
                </a:moveTo>
                <a:lnTo>
                  <a:pt x="479" y="958"/>
                </a:lnTo>
                <a:lnTo>
                  <a:pt x="0" y="0"/>
                </a:lnTo>
                <a:lnTo>
                  <a:pt x="959" y="0"/>
                </a:lnTo>
                <a:close/>
              </a:path>
            </a:pathLst>
          </a:custGeom>
          <a:solidFill>
            <a:srgbClr val="2a527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2" name=""/>
          <p:cNvSpPr/>
          <p:nvPr/>
        </p:nvSpPr>
        <p:spPr>
          <a:xfrm>
            <a:off x="1269000" y="3845520"/>
            <a:ext cx="345240" cy="344880"/>
          </a:xfrm>
          <a:custGeom>
            <a:avLst/>
            <a:gdLst/>
            <a:ahLst/>
            <a:rect l="0" t="0" r="r" b="b"/>
            <a:pathLst>
              <a:path w="959" h="958">
                <a:moveTo>
                  <a:pt x="959" y="0"/>
                </a:moveTo>
                <a:lnTo>
                  <a:pt x="479" y="958"/>
                </a:lnTo>
                <a:lnTo>
                  <a:pt x="0" y="0"/>
                </a:lnTo>
                <a:lnTo>
                  <a:pt x="959" y="0"/>
                </a:lnTo>
                <a:close/>
              </a:path>
            </a:pathLst>
          </a:custGeom>
          <a:solidFill>
            <a:srgbClr val="2a527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3" name=""/>
          <p:cNvSpPr/>
          <p:nvPr/>
        </p:nvSpPr>
        <p:spPr>
          <a:xfrm>
            <a:off x="1269000" y="3845520"/>
            <a:ext cx="345240" cy="344880"/>
          </a:xfrm>
          <a:custGeom>
            <a:avLst/>
            <a:gdLst/>
            <a:ahLst/>
            <a:rect l="0" t="0" r="r" b="b"/>
            <a:pathLst>
              <a:path w="959" h="958">
                <a:moveTo>
                  <a:pt x="959" y="0"/>
                </a:moveTo>
                <a:lnTo>
                  <a:pt x="479" y="958"/>
                </a:lnTo>
                <a:lnTo>
                  <a:pt x="0" y="0"/>
                </a:lnTo>
                <a:lnTo>
                  <a:pt x="959" y="0"/>
                </a:lnTo>
                <a:close/>
              </a:path>
            </a:pathLst>
          </a:custGeom>
          <a:solidFill>
            <a:srgbClr val="2a527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4" name=""/>
          <p:cNvSpPr/>
          <p:nvPr/>
        </p:nvSpPr>
        <p:spPr>
          <a:xfrm>
            <a:off x="1269000" y="3845520"/>
            <a:ext cx="345240" cy="344880"/>
          </a:xfrm>
          <a:custGeom>
            <a:avLst/>
            <a:gdLst/>
            <a:ahLst/>
            <a:rect l="0" t="0" r="r" b="b"/>
            <a:pathLst>
              <a:path w="959" h="958">
                <a:moveTo>
                  <a:pt x="959" y="0"/>
                </a:moveTo>
                <a:lnTo>
                  <a:pt x="479" y="958"/>
                </a:lnTo>
                <a:lnTo>
                  <a:pt x="0" y="0"/>
                </a:lnTo>
                <a:lnTo>
                  <a:pt x="959" y="0"/>
                </a:lnTo>
                <a:close/>
              </a:path>
            </a:pathLst>
          </a:custGeom>
          <a:solidFill>
            <a:srgbClr val="2a527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5" name=""/>
          <p:cNvSpPr/>
          <p:nvPr/>
        </p:nvSpPr>
        <p:spPr>
          <a:xfrm>
            <a:off x="1269000" y="3845520"/>
            <a:ext cx="345240" cy="344880"/>
          </a:xfrm>
          <a:custGeom>
            <a:avLst/>
            <a:gdLst/>
            <a:ahLst/>
            <a:rect l="0" t="0" r="r" b="b"/>
            <a:pathLst>
              <a:path w="959" h="958">
                <a:moveTo>
                  <a:pt x="959" y="0"/>
                </a:moveTo>
                <a:lnTo>
                  <a:pt x="479" y="958"/>
                </a:lnTo>
                <a:lnTo>
                  <a:pt x="0" y="0"/>
                </a:lnTo>
                <a:lnTo>
                  <a:pt x="959" y="0"/>
                </a:lnTo>
                <a:close/>
              </a:path>
            </a:pathLst>
          </a:custGeom>
          <a:solidFill>
            <a:srgbClr val="2a527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6" name=""/>
          <p:cNvSpPr/>
          <p:nvPr/>
        </p:nvSpPr>
        <p:spPr>
          <a:xfrm>
            <a:off x="1269000" y="3845520"/>
            <a:ext cx="345240" cy="344880"/>
          </a:xfrm>
          <a:custGeom>
            <a:avLst/>
            <a:gdLst/>
            <a:ahLst/>
            <a:rect l="0" t="0" r="r" b="b"/>
            <a:pathLst>
              <a:path w="959" h="958">
                <a:moveTo>
                  <a:pt x="959" y="0"/>
                </a:moveTo>
                <a:lnTo>
                  <a:pt x="479" y="958"/>
                </a:lnTo>
                <a:lnTo>
                  <a:pt x="0" y="0"/>
                </a:lnTo>
                <a:lnTo>
                  <a:pt x="959" y="0"/>
                </a:lnTo>
                <a:close/>
              </a:path>
            </a:pathLst>
          </a:custGeom>
          <a:solidFill>
            <a:srgbClr val="2a527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7" name=""/>
          <p:cNvSpPr/>
          <p:nvPr/>
        </p:nvSpPr>
        <p:spPr>
          <a:xfrm>
            <a:off x="1269000" y="3845520"/>
            <a:ext cx="345240" cy="344880"/>
          </a:xfrm>
          <a:custGeom>
            <a:avLst/>
            <a:gdLst/>
            <a:ahLst/>
            <a:rect l="0" t="0" r="r" b="b"/>
            <a:pathLst>
              <a:path w="959" h="958">
                <a:moveTo>
                  <a:pt x="959" y="0"/>
                </a:moveTo>
                <a:lnTo>
                  <a:pt x="479" y="958"/>
                </a:lnTo>
                <a:lnTo>
                  <a:pt x="0" y="0"/>
                </a:lnTo>
                <a:lnTo>
                  <a:pt x="959" y="0"/>
                </a:lnTo>
                <a:close/>
              </a:path>
            </a:pathLst>
          </a:custGeom>
          <a:solidFill>
            <a:srgbClr val="2a527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8" name=""/>
          <p:cNvSpPr/>
          <p:nvPr/>
        </p:nvSpPr>
        <p:spPr>
          <a:xfrm>
            <a:off x="1269000" y="3845520"/>
            <a:ext cx="345240" cy="344880"/>
          </a:xfrm>
          <a:custGeom>
            <a:avLst/>
            <a:gdLst/>
            <a:ahLst/>
            <a:rect l="0" t="0" r="r" b="b"/>
            <a:pathLst>
              <a:path w="959" h="958">
                <a:moveTo>
                  <a:pt x="959" y="0"/>
                </a:moveTo>
                <a:lnTo>
                  <a:pt x="479" y="958"/>
                </a:lnTo>
                <a:lnTo>
                  <a:pt x="0" y="0"/>
                </a:lnTo>
                <a:lnTo>
                  <a:pt x="959" y="0"/>
                </a:lnTo>
                <a:close/>
              </a:path>
            </a:pathLst>
          </a:custGeom>
          <a:solidFill>
            <a:srgbClr val="2a527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9" name=""/>
          <p:cNvSpPr/>
          <p:nvPr/>
        </p:nvSpPr>
        <p:spPr>
          <a:xfrm>
            <a:off x="1269000" y="3845520"/>
            <a:ext cx="345240" cy="344880"/>
          </a:xfrm>
          <a:custGeom>
            <a:avLst/>
            <a:gdLst/>
            <a:ahLst/>
            <a:rect l="0" t="0" r="r" b="b"/>
            <a:pathLst>
              <a:path w="959" h="958">
                <a:moveTo>
                  <a:pt x="959" y="0"/>
                </a:moveTo>
                <a:lnTo>
                  <a:pt x="479" y="958"/>
                </a:lnTo>
                <a:lnTo>
                  <a:pt x="0" y="0"/>
                </a:lnTo>
                <a:lnTo>
                  <a:pt x="959" y="0"/>
                </a:lnTo>
                <a:close/>
              </a:path>
            </a:pathLst>
          </a:custGeom>
          <a:solidFill>
            <a:srgbClr val="2a527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0" name=""/>
          <p:cNvSpPr/>
          <p:nvPr/>
        </p:nvSpPr>
        <p:spPr>
          <a:xfrm>
            <a:off x="1269000" y="3845520"/>
            <a:ext cx="345240" cy="344880"/>
          </a:xfrm>
          <a:custGeom>
            <a:avLst/>
            <a:gdLst/>
            <a:ahLst/>
            <a:rect l="0" t="0" r="r" b="b"/>
            <a:pathLst>
              <a:path w="959" h="958">
                <a:moveTo>
                  <a:pt x="959" y="0"/>
                </a:moveTo>
                <a:lnTo>
                  <a:pt x="479" y="958"/>
                </a:lnTo>
                <a:lnTo>
                  <a:pt x="0" y="0"/>
                </a:lnTo>
                <a:lnTo>
                  <a:pt x="959" y="0"/>
                </a:lnTo>
                <a:close/>
              </a:path>
            </a:pathLst>
          </a:custGeom>
          <a:solidFill>
            <a:srgbClr val="2a527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1" name=""/>
          <p:cNvSpPr/>
          <p:nvPr/>
        </p:nvSpPr>
        <p:spPr>
          <a:xfrm>
            <a:off x="1269000" y="3845520"/>
            <a:ext cx="345240" cy="344880"/>
          </a:xfrm>
          <a:custGeom>
            <a:avLst/>
            <a:gdLst/>
            <a:ahLst/>
            <a:rect l="0" t="0" r="r" b="b"/>
            <a:pathLst>
              <a:path w="959" h="958">
                <a:moveTo>
                  <a:pt x="959" y="0"/>
                </a:moveTo>
                <a:lnTo>
                  <a:pt x="479" y="958"/>
                </a:lnTo>
                <a:lnTo>
                  <a:pt x="0" y="0"/>
                </a:lnTo>
                <a:lnTo>
                  <a:pt x="959" y="0"/>
                </a:lnTo>
                <a:close/>
              </a:path>
            </a:pathLst>
          </a:custGeom>
          <a:solidFill>
            <a:srgbClr val="2a527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2" name=""/>
          <p:cNvSpPr/>
          <p:nvPr/>
        </p:nvSpPr>
        <p:spPr>
          <a:xfrm>
            <a:off x="3763440" y="3349800"/>
            <a:ext cx="0" cy="93240"/>
          </a:xfrm>
          <a:prstGeom prst="line">
            <a:avLst/>
          </a:prstGeom>
          <a:ln w="28800">
            <a:solidFill>
              <a:srgbClr val="2a527e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4400" rIns="104400" tIns="33840" bIns="3384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3" name=""/>
          <p:cNvSpPr/>
          <p:nvPr/>
        </p:nvSpPr>
        <p:spPr>
          <a:xfrm>
            <a:off x="3763440" y="3823920"/>
            <a:ext cx="0" cy="308880"/>
          </a:xfrm>
          <a:prstGeom prst="line">
            <a:avLst/>
          </a:prstGeom>
          <a:ln w="28800">
            <a:solidFill>
              <a:srgbClr val="2a527e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4400" rIns="104400" tIns="59400" bIns="594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4" name=""/>
          <p:cNvSpPr/>
          <p:nvPr/>
        </p:nvSpPr>
        <p:spPr>
          <a:xfrm>
            <a:off x="3591000" y="3845520"/>
            <a:ext cx="344880" cy="344880"/>
          </a:xfrm>
          <a:custGeom>
            <a:avLst/>
            <a:gdLst/>
            <a:ahLst/>
            <a:rect l="0" t="0" r="r" b="b"/>
            <a:pathLst>
              <a:path w="958" h="958">
                <a:moveTo>
                  <a:pt x="958" y="0"/>
                </a:moveTo>
                <a:lnTo>
                  <a:pt x="479" y="958"/>
                </a:lnTo>
                <a:lnTo>
                  <a:pt x="0" y="0"/>
                </a:lnTo>
                <a:lnTo>
                  <a:pt x="958" y="0"/>
                </a:lnTo>
                <a:close/>
              </a:path>
            </a:pathLst>
          </a:custGeom>
          <a:solidFill>
            <a:srgbClr val="2a527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5" name=""/>
          <p:cNvSpPr/>
          <p:nvPr/>
        </p:nvSpPr>
        <p:spPr>
          <a:xfrm>
            <a:off x="3591000" y="3845520"/>
            <a:ext cx="344880" cy="344880"/>
          </a:xfrm>
          <a:custGeom>
            <a:avLst/>
            <a:gdLst/>
            <a:ahLst/>
            <a:rect l="0" t="0" r="r" b="b"/>
            <a:pathLst>
              <a:path w="958" h="958">
                <a:moveTo>
                  <a:pt x="958" y="0"/>
                </a:moveTo>
                <a:lnTo>
                  <a:pt x="479" y="958"/>
                </a:lnTo>
                <a:lnTo>
                  <a:pt x="0" y="0"/>
                </a:lnTo>
                <a:lnTo>
                  <a:pt x="958" y="0"/>
                </a:lnTo>
                <a:close/>
              </a:path>
            </a:pathLst>
          </a:custGeom>
          <a:solidFill>
            <a:srgbClr val="2a527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6" name=""/>
          <p:cNvSpPr/>
          <p:nvPr/>
        </p:nvSpPr>
        <p:spPr>
          <a:xfrm>
            <a:off x="3591000" y="3845520"/>
            <a:ext cx="344880" cy="344880"/>
          </a:xfrm>
          <a:custGeom>
            <a:avLst/>
            <a:gdLst/>
            <a:ahLst/>
            <a:rect l="0" t="0" r="r" b="b"/>
            <a:pathLst>
              <a:path w="958" h="958">
                <a:moveTo>
                  <a:pt x="958" y="0"/>
                </a:moveTo>
                <a:lnTo>
                  <a:pt x="479" y="958"/>
                </a:lnTo>
                <a:lnTo>
                  <a:pt x="0" y="0"/>
                </a:lnTo>
                <a:lnTo>
                  <a:pt x="958" y="0"/>
                </a:lnTo>
                <a:close/>
              </a:path>
            </a:pathLst>
          </a:custGeom>
          <a:solidFill>
            <a:srgbClr val="2a527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7" name=""/>
          <p:cNvSpPr/>
          <p:nvPr/>
        </p:nvSpPr>
        <p:spPr>
          <a:xfrm>
            <a:off x="3591000" y="3845520"/>
            <a:ext cx="344880" cy="344880"/>
          </a:xfrm>
          <a:custGeom>
            <a:avLst/>
            <a:gdLst/>
            <a:ahLst/>
            <a:rect l="0" t="0" r="r" b="b"/>
            <a:pathLst>
              <a:path w="958" h="958">
                <a:moveTo>
                  <a:pt x="958" y="0"/>
                </a:moveTo>
                <a:lnTo>
                  <a:pt x="479" y="958"/>
                </a:lnTo>
                <a:lnTo>
                  <a:pt x="0" y="0"/>
                </a:lnTo>
                <a:lnTo>
                  <a:pt x="958" y="0"/>
                </a:lnTo>
                <a:close/>
              </a:path>
            </a:pathLst>
          </a:custGeom>
          <a:solidFill>
            <a:srgbClr val="2a527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8" name=""/>
          <p:cNvSpPr/>
          <p:nvPr/>
        </p:nvSpPr>
        <p:spPr>
          <a:xfrm>
            <a:off x="3591000" y="3845520"/>
            <a:ext cx="344880" cy="344880"/>
          </a:xfrm>
          <a:custGeom>
            <a:avLst/>
            <a:gdLst/>
            <a:ahLst/>
            <a:rect l="0" t="0" r="r" b="b"/>
            <a:pathLst>
              <a:path w="958" h="958">
                <a:moveTo>
                  <a:pt x="958" y="0"/>
                </a:moveTo>
                <a:lnTo>
                  <a:pt x="479" y="958"/>
                </a:lnTo>
                <a:lnTo>
                  <a:pt x="0" y="0"/>
                </a:lnTo>
                <a:lnTo>
                  <a:pt x="958" y="0"/>
                </a:lnTo>
                <a:close/>
              </a:path>
            </a:pathLst>
          </a:custGeom>
          <a:solidFill>
            <a:srgbClr val="2a527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9" name=""/>
          <p:cNvSpPr/>
          <p:nvPr/>
        </p:nvSpPr>
        <p:spPr>
          <a:xfrm>
            <a:off x="3591000" y="3845520"/>
            <a:ext cx="344880" cy="344880"/>
          </a:xfrm>
          <a:custGeom>
            <a:avLst/>
            <a:gdLst/>
            <a:ahLst/>
            <a:rect l="0" t="0" r="r" b="b"/>
            <a:pathLst>
              <a:path w="958" h="958">
                <a:moveTo>
                  <a:pt x="958" y="0"/>
                </a:moveTo>
                <a:lnTo>
                  <a:pt x="479" y="958"/>
                </a:lnTo>
                <a:lnTo>
                  <a:pt x="0" y="0"/>
                </a:lnTo>
                <a:lnTo>
                  <a:pt x="958" y="0"/>
                </a:lnTo>
                <a:close/>
              </a:path>
            </a:pathLst>
          </a:custGeom>
          <a:solidFill>
            <a:srgbClr val="2a527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0" name=""/>
          <p:cNvSpPr/>
          <p:nvPr/>
        </p:nvSpPr>
        <p:spPr>
          <a:xfrm>
            <a:off x="3591000" y="3845520"/>
            <a:ext cx="344880" cy="344880"/>
          </a:xfrm>
          <a:custGeom>
            <a:avLst/>
            <a:gdLst/>
            <a:ahLst/>
            <a:rect l="0" t="0" r="r" b="b"/>
            <a:pathLst>
              <a:path w="958" h="958">
                <a:moveTo>
                  <a:pt x="958" y="0"/>
                </a:moveTo>
                <a:lnTo>
                  <a:pt x="479" y="958"/>
                </a:lnTo>
                <a:lnTo>
                  <a:pt x="0" y="0"/>
                </a:lnTo>
                <a:lnTo>
                  <a:pt x="958" y="0"/>
                </a:lnTo>
                <a:close/>
              </a:path>
            </a:pathLst>
          </a:custGeom>
          <a:solidFill>
            <a:srgbClr val="2a527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1" name=""/>
          <p:cNvSpPr/>
          <p:nvPr/>
        </p:nvSpPr>
        <p:spPr>
          <a:xfrm>
            <a:off x="3591000" y="3845520"/>
            <a:ext cx="344880" cy="344880"/>
          </a:xfrm>
          <a:custGeom>
            <a:avLst/>
            <a:gdLst/>
            <a:ahLst/>
            <a:rect l="0" t="0" r="r" b="b"/>
            <a:pathLst>
              <a:path w="958" h="958">
                <a:moveTo>
                  <a:pt x="958" y="0"/>
                </a:moveTo>
                <a:lnTo>
                  <a:pt x="479" y="958"/>
                </a:lnTo>
                <a:lnTo>
                  <a:pt x="0" y="0"/>
                </a:lnTo>
                <a:lnTo>
                  <a:pt x="958" y="0"/>
                </a:lnTo>
                <a:close/>
              </a:path>
            </a:pathLst>
          </a:custGeom>
          <a:solidFill>
            <a:srgbClr val="2a527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2" name=""/>
          <p:cNvSpPr/>
          <p:nvPr/>
        </p:nvSpPr>
        <p:spPr>
          <a:xfrm>
            <a:off x="3591000" y="3845520"/>
            <a:ext cx="344880" cy="344880"/>
          </a:xfrm>
          <a:custGeom>
            <a:avLst/>
            <a:gdLst/>
            <a:ahLst/>
            <a:rect l="0" t="0" r="r" b="b"/>
            <a:pathLst>
              <a:path w="958" h="958">
                <a:moveTo>
                  <a:pt x="958" y="0"/>
                </a:moveTo>
                <a:lnTo>
                  <a:pt x="479" y="958"/>
                </a:lnTo>
                <a:lnTo>
                  <a:pt x="0" y="0"/>
                </a:lnTo>
                <a:lnTo>
                  <a:pt x="958" y="0"/>
                </a:lnTo>
                <a:close/>
              </a:path>
            </a:pathLst>
          </a:custGeom>
          <a:solidFill>
            <a:srgbClr val="2a527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3" name=""/>
          <p:cNvSpPr/>
          <p:nvPr/>
        </p:nvSpPr>
        <p:spPr>
          <a:xfrm>
            <a:off x="3591000" y="3845520"/>
            <a:ext cx="344880" cy="344880"/>
          </a:xfrm>
          <a:custGeom>
            <a:avLst/>
            <a:gdLst/>
            <a:ahLst/>
            <a:rect l="0" t="0" r="r" b="b"/>
            <a:pathLst>
              <a:path w="958" h="958">
                <a:moveTo>
                  <a:pt x="958" y="0"/>
                </a:moveTo>
                <a:lnTo>
                  <a:pt x="479" y="958"/>
                </a:lnTo>
                <a:lnTo>
                  <a:pt x="0" y="0"/>
                </a:lnTo>
                <a:lnTo>
                  <a:pt x="958" y="0"/>
                </a:lnTo>
                <a:close/>
              </a:path>
            </a:pathLst>
          </a:custGeom>
          <a:solidFill>
            <a:srgbClr val="2a527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4" name=""/>
          <p:cNvSpPr/>
          <p:nvPr/>
        </p:nvSpPr>
        <p:spPr>
          <a:xfrm>
            <a:off x="3591000" y="3845520"/>
            <a:ext cx="344880" cy="344880"/>
          </a:xfrm>
          <a:custGeom>
            <a:avLst/>
            <a:gdLst/>
            <a:ahLst/>
            <a:rect l="0" t="0" r="r" b="b"/>
            <a:pathLst>
              <a:path w="958" h="958">
                <a:moveTo>
                  <a:pt x="958" y="0"/>
                </a:moveTo>
                <a:lnTo>
                  <a:pt x="479" y="958"/>
                </a:lnTo>
                <a:lnTo>
                  <a:pt x="0" y="0"/>
                </a:lnTo>
                <a:lnTo>
                  <a:pt x="958" y="0"/>
                </a:lnTo>
                <a:close/>
              </a:path>
            </a:pathLst>
          </a:custGeom>
          <a:solidFill>
            <a:srgbClr val="2a527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5" name=""/>
          <p:cNvSpPr/>
          <p:nvPr/>
        </p:nvSpPr>
        <p:spPr>
          <a:xfrm>
            <a:off x="3591000" y="3845520"/>
            <a:ext cx="344880" cy="344880"/>
          </a:xfrm>
          <a:custGeom>
            <a:avLst/>
            <a:gdLst/>
            <a:ahLst/>
            <a:rect l="0" t="0" r="r" b="b"/>
            <a:pathLst>
              <a:path w="958" h="958">
                <a:moveTo>
                  <a:pt x="958" y="0"/>
                </a:moveTo>
                <a:lnTo>
                  <a:pt x="479" y="958"/>
                </a:lnTo>
                <a:lnTo>
                  <a:pt x="0" y="0"/>
                </a:lnTo>
                <a:lnTo>
                  <a:pt x="958" y="0"/>
                </a:lnTo>
                <a:close/>
              </a:path>
            </a:pathLst>
          </a:custGeom>
          <a:solidFill>
            <a:srgbClr val="2a527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6" name=""/>
          <p:cNvSpPr/>
          <p:nvPr/>
        </p:nvSpPr>
        <p:spPr>
          <a:xfrm>
            <a:off x="3591000" y="3845520"/>
            <a:ext cx="344880" cy="344880"/>
          </a:xfrm>
          <a:custGeom>
            <a:avLst/>
            <a:gdLst/>
            <a:ahLst/>
            <a:rect l="0" t="0" r="r" b="b"/>
            <a:pathLst>
              <a:path w="958" h="958">
                <a:moveTo>
                  <a:pt x="958" y="0"/>
                </a:moveTo>
                <a:lnTo>
                  <a:pt x="479" y="958"/>
                </a:lnTo>
                <a:lnTo>
                  <a:pt x="0" y="0"/>
                </a:lnTo>
                <a:lnTo>
                  <a:pt x="958" y="0"/>
                </a:lnTo>
                <a:close/>
              </a:path>
            </a:pathLst>
          </a:custGeom>
          <a:solidFill>
            <a:srgbClr val="2a527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7" name=""/>
          <p:cNvSpPr/>
          <p:nvPr/>
        </p:nvSpPr>
        <p:spPr>
          <a:xfrm>
            <a:off x="6092640" y="3349800"/>
            <a:ext cx="0" cy="93240"/>
          </a:xfrm>
          <a:prstGeom prst="line">
            <a:avLst/>
          </a:prstGeom>
          <a:ln w="28800">
            <a:solidFill>
              <a:srgbClr val="2a527e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4400" rIns="104400" tIns="33840" bIns="3384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8" name=""/>
          <p:cNvSpPr/>
          <p:nvPr/>
        </p:nvSpPr>
        <p:spPr>
          <a:xfrm>
            <a:off x="6092640" y="3823920"/>
            <a:ext cx="0" cy="308880"/>
          </a:xfrm>
          <a:prstGeom prst="line">
            <a:avLst/>
          </a:prstGeom>
          <a:ln w="28800">
            <a:solidFill>
              <a:srgbClr val="2a527e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4400" rIns="104400" tIns="59400" bIns="594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9" name=""/>
          <p:cNvSpPr/>
          <p:nvPr/>
        </p:nvSpPr>
        <p:spPr>
          <a:xfrm>
            <a:off x="5919840" y="3845520"/>
            <a:ext cx="344880" cy="344880"/>
          </a:xfrm>
          <a:custGeom>
            <a:avLst/>
            <a:gdLst/>
            <a:ahLst/>
            <a:rect l="0" t="0" r="r" b="b"/>
            <a:pathLst>
              <a:path w="958" h="958">
                <a:moveTo>
                  <a:pt x="958" y="0"/>
                </a:moveTo>
                <a:lnTo>
                  <a:pt x="480" y="958"/>
                </a:lnTo>
                <a:lnTo>
                  <a:pt x="0" y="0"/>
                </a:lnTo>
                <a:lnTo>
                  <a:pt x="958" y="0"/>
                </a:lnTo>
                <a:close/>
              </a:path>
            </a:pathLst>
          </a:custGeom>
          <a:solidFill>
            <a:srgbClr val="2a527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0" name=""/>
          <p:cNvSpPr/>
          <p:nvPr/>
        </p:nvSpPr>
        <p:spPr>
          <a:xfrm>
            <a:off x="5919840" y="3845520"/>
            <a:ext cx="344880" cy="344880"/>
          </a:xfrm>
          <a:custGeom>
            <a:avLst/>
            <a:gdLst/>
            <a:ahLst/>
            <a:rect l="0" t="0" r="r" b="b"/>
            <a:pathLst>
              <a:path w="958" h="958">
                <a:moveTo>
                  <a:pt x="958" y="0"/>
                </a:moveTo>
                <a:lnTo>
                  <a:pt x="480" y="958"/>
                </a:lnTo>
                <a:lnTo>
                  <a:pt x="0" y="0"/>
                </a:lnTo>
                <a:lnTo>
                  <a:pt x="958" y="0"/>
                </a:lnTo>
                <a:close/>
              </a:path>
            </a:pathLst>
          </a:custGeom>
          <a:solidFill>
            <a:srgbClr val="2a527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1" name=""/>
          <p:cNvSpPr/>
          <p:nvPr/>
        </p:nvSpPr>
        <p:spPr>
          <a:xfrm>
            <a:off x="5919840" y="3845520"/>
            <a:ext cx="344880" cy="344880"/>
          </a:xfrm>
          <a:custGeom>
            <a:avLst/>
            <a:gdLst/>
            <a:ahLst/>
            <a:rect l="0" t="0" r="r" b="b"/>
            <a:pathLst>
              <a:path w="958" h="958">
                <a:moveTo>
                  <a:pt x="958" y="0"/>
                </a:moveTo>
                <a:lnTo>
                  <a:pt x="480" y="958"/>
                </a:lnTo>
                <a:lnTo>
                  <a:pt x="0" y="0"/>
                </a:lnTo>
                <a:lnTo>
                  <a:pt x="958" y="0"/>
                </a:lnTo>
                <a:close/>
              </a:path>
            </a:pathLst>
          </a:custGeom>
          <a:solidFill>
            <a:srgbClr val="2a527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2" name=""/>
          <p:cNvSpPr/>
          <p:nvPr/>
        </p:nvSpPr>
        <p:spPr>
          <a:xfrm>
            <a:off x="5919840" y="3845520"/>
            <a:ext cx="344880" cy="344880"/>
          </a:xfrm>
          <a:custGeom>
            <a:avLst/>
            <a:gdLst/>
            <a:ahLst/>
            <a:rect l="0" t="0" r="r" b="b"/>
            <a:pathLst>
              <a:path w="958" h="958">
                <a:moveTo>
                  <a:pt x="958" y="0"/>
                </a:moveTo>
                <a:lnTo>
                  <a:pt x="480" y="958"/>
                </a:lnTo>
                <a:lnTo>
                  <a:pt x="0" y="0"/>
                </a:lnTo>
                <a:lnTo>
                  <a:pt x="958" y="0"/>
                </a:lnTo>
                <a:close/>
              </a:path>
            </a:pathLst>
          </a:custGeom>
          <a:solidFill>
            <a:srgbClr val="2a527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3" name=""/>
          <p:cNvSpPr/>
          <p:nvPr/>
        </p:nvSpPr>
        <p:spPr>
          <a:xfrm>
            <a:off x="5919840" y="3845520"/>
            <a:ext cx="344880" cy="344880"/>
          </a:xfrm>
          <a:custGeom>
            <a:avLst/>
            <a:gdLst/>
            <a:ahLst/>
            <a:rect l="0" t="0" r="r" b="b"/>
            <a:pathLst>
              <a:path w="958" h="958">
                <a:moveTo>
                  <a:pt x="958" y="0"/>
                </a:moveTo>
                <a:lnTo>
                  <a:pt x="480" y="958"/>
                </a:lnTo>
                <a:lnTo>
                  <a:pt x="0" y="0"/>
                </a:lnTo>
                <a:lnTo>
                  <a:pt x="958" y="0"/>
                </a:lnTo>
                <a:close/>
              </a:path>
            </a:pathLst>
          </a:custGeom>
          <a:solidFill>
            <a:srgbClr val="2a527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4" name=""/>
          <p:cNvSpPr/>
          <p:nvPr/>
        </p:nvSpPr>
        <p:spPr>
          <a:xfrm>
            <a:off x="5919840" y="3845520"/>
            <a:ext cx="344880" cy="344880"/>
          </a:xfrm>
          <a:custGeom>
            <a:avLst/>
            <a:gdLst/>
            <a:ahLst/>
            <a:rect l="0" t="0" r="r" b="b"/>
            <a:pathLst>
              <a:path w="958" h="958">
                <a:moveTo>
                  <a:pt x="958" y="0"/>
                </a:moveTo>
                <a:lnTo>
                  <a:pt x="480" y="958"/>
                </a:lnTo>
                <a:lnTo>
                  <a:pt x="0" y="0"/>
                </a:lnTo>
                <a:lnTo>
                  <a:pt x="958" y="0"/>
                </a:lnTo>
                <a:close/>
              </a:path>
            </a:pathLst>
          </a:custGeom>
          <a:solidFill>
            <a:srgbClr val="2a527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5" name=""/>
          <p:cNvSpPr/>
          <p:nvPr/>
        </p:nvSpPr>
        <p:spPr>
          <a:xfrm>
            <a:off x="5919840" y="3845520"/>
            <a:ext cx="344880" cy="344880"/>
          </a:xfrm>
          <a:custGeom>
            <a:avLst/>
            <a:gdLst/>
            <a:ahLst/>
            <a:rect l="0" t="0" r="r" b="b"/>
            <a:pathLst>
              <a:path w="958" h="958">
                <a:moveTo>
                  <a:pt x="958" y="0"/>
                </a:moveTo>
                <a:lnTo>
                  <a:pt x="480" y="958"/>
                </a:lnTo>
                <a:lnTo>
                  <a:pt x="0" y="0"/>
                </a:lnTo>
                <a:lnTo>
                  <a:pt x="958" y="0"/>
                </a:lnTo>
                <a:close/>
              </a:path>
            </a:pathLst>
          </a:custGeom>
          <a:solidFill>
            <a:srgbClr val="2a527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6" name=""/>
          <p:cNvSpPr/>
          <p:nvPr/>
        </p:nvSpPr>
        <p:spPr>
          <a:xfrm>
            <a:off x="5919840" y="3845520"/>
            <a:ext cx="344880" cy="344880"/>
          </a:xfrm>
          <a:custGeom>
            <a:avLst/>
            <a:gdLst/>
            <a:ahLst/>
            <a:rect l="0" t="0" r="r" b="b"/>
            <a:pathLst>
              <a:path w="958" h="958">
                <a:moveTo>
                  <a:pt x="958" y="0"/>
                </a:moveTo>
                <a:lnTo>
                  <a:pt x="480" y="958"/>
                </a:lnTo>
                <a:lnTo>
                  <a:pt x="0" y="0"/>
                </a:lnTo>
                <a:lnTo>
                  <a:pt x="958" y="0"/>
                </a:lnTo>
                <a:close/>
              </a:path>
            </a:pathLst>
          </a:custGeom>
          <a:solidFill>
            <a:srgbClr val="2a527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7" name=""/>
          <p:cNvSpPr/>
          <p:nvPr/>
        </p:nvSpPr>
        <p:spPr>
          <a:xfrm>
            <a:off x="5919840" y="3845520"/>
            <a:ext cx="344880" cy="344880"/>
          </a:xfrm>
          <a:custGeom>
            <a:avLst/>
            <a:gdLst/>
            <a:ahLst/>
            <a:rect l="0" t="0" r="r" b="b"/>
            <a:pathLst>
              <a:path w="958" h="958">
                <a:moveTo>
                  <a:pt x="958" y="0"/>
                </a:moveTo>
                <a:lnTo>
                  <a:pt x="480" y="958"/>
                </a:lnTo>
                <a:lnTo>
                  <a:pt x="0" y="0"/>
                </a:lnTo>
                <a:lnTo>
                  <a:pt x="958" y="0"/>
                </a:lnTo>
                <a:close/>
              </a:path>
            </a:pathLst>
          </a:custGeom>
          <a:solidFill>
            <a:srgbClr val="2a527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8" name=""/>
          <p:cNvSpPr/>
          <p:nvPr/>
        </p:nvSpPr>
        <p:spPr>
          <a:xfrm>
            <a:off x="5919840" y="3845520"/>
            <a:ext cx="344880" cy="344880"/>
          </a:xfrm>
          <a:custGeom>
            <a:avLst/>
            <a:gdLst/>
            <a:ahLst/>
            <a:rect l="0" t="0" r="r" b="b"/>
            <a:pathLst>
              <a:path w="958" h="958">
                <a:moveTo>
                  <a:pt x="958" y="0"/>
                </a:moveTo>
                <a:lnTo>
                  <a:pt x="480" y="958"/>
                </a:lnTo>
                <a:lnTo>
                  <a:pt x="0" y="0"/>
                </a:lnTo>
                <a:lnTo>
                  <a:pt x="958" y="0"/>
                </a:lnTo>
                <a:close/>
              </a:path>
            </a:pathLst>
          </a:custGeom>
          <a:solidFill>
            <a:srgbClr val="2a527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9" name=""/>
          <p:cNvSpPr/>
          <p:nvPr/>
        </p:nvSpPr>
        <p:spPr>
          <a:xfrm>
            <a:off x="5919840" y="3845520"/>
            <a:ext cx="344880" cy="344880"/>
          </a:xfrm>
          <a:custGeom>
            <a:avLst/>
            <a:gdLst/>
            <a:ahLst/>
            <a:rect l="0" t="0" r="r" b="b"/>
            <a:pathLst>
              <a:path w="958" h="958">
                <a:moveTo>
                  <a:pt x="958" y="0"/>
                </a:moveTo>
                <a:lnTo>
                  <a:pt x="480" y="958"/>
                </a:lnTo>
                <a:lnTo>
                  <a:pt x="0" y="0"/>
                </a:lnTo>
                <a:lnTo>
                  <a:pt x="958" y="0"/>
                </a:lnTo>
                <a:close/>
              </a:path>
            </a:pathLst>
          </a:custGeom>
          <a:solidFill>
            <a:srgbClr val="2a527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0" name=""/>
          <p:cNvSpPr/>
          <p:nvPr/>
        </p:nvSpPr>
        <p:spPr>
          <a:xfrm>
            <a:off x="5919840" y="3845520"/>
            <a:ext cx="344880" cy="344880"/>
          </a:xfrm>
          <a:custGeom>
            <a:avLst/>
            <a:gdLst/>
            <a:ahLst/>
            <a:rect l="0" t="0" r="r" b="b"/>
            <a:pathLst>
              <a:path w="958" h="958">
                <a:moveTo>
                  <a:pt x="958" y="0"/>
                </a:moveTo>
                <a:lnTo>
                  <a:pt x="480" y="958"/>
                </a:lnTo>
                <a:lnTo>
                  <a:pt x="0" y="0"/>
                </a:lnTo>
                <a:lnTo>
                  <a:pt x="958" y="0"/>
                </a:lnTo>
                <a:close/>
              </a:path>
            </a:pathLst>
          </a:custGeom>
          <a:solidFill>
            <a:srgbClr val="2a527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1" name=""/>
          <p:cNvSpPr/>
          <p:nvPr/>
        </p:nvSpPr>
        <p:spPr>
          <a:xfrm>
            <a:off x="5919840" y="3845520"/>
            <a:ext cx="344880" cy="344880"/>
          </a:xfrm>
          <a:custGeom>
            <a:avLst/>
            <a:gdLst/>
            <a:ahLst/>
            <a:rect l="0" t="0" r="r" b="b"/>
            <a:pathLst>
              <a:path w="958" h="958">
                <a:moveTo>
                  <a:pt x="958" y="0"/>
                </a:moveTo>
                <a:lnTo>
                  <a:pt x="480" y="958"/>
                </a:lnTo>
                <a:lnTo>
                  <a:pt x="0" y="0"/>
                </a:lnTo>
                <a:lnTo>
                  <a:pt x="958" y="0"/>
                </a:lnTo>
                <a:close/>
              </a:path>
            </a:pathLst>
          </a:custGeom>
          <a:solidFill>
            <a:srgbClr val="2a527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2" name=""/>
          <p:cNvSpPr/>
          <p:nvPr/>
        </p:nvSpPr>
        <p:spPr>
          <a:xfrm>
            <a:off x="5919840" y="3845520"/>
            <a:ext cx="344880" cy="344880"/>
          </a:xfrm>
          <a:custGeom>
            <a:avLst/>
            <a:gdLst/>
            <a:ahLst/>
            <a:rect l="0" t="0" r="r" b="b"/>
            <a:pathLst>
              <a:path w="958" h="958">
                <a:moveTo>
                  <a:pt x="958" y="0"/>
                </a:moveTo>
                <a:lnTo>
                  <a:pt x="480" y="958"/>
                </a:lnTo>
                <a:lnTo>
                  <a:pt x="0" y="0"/>
                </a:lnTo>
                <a:lnTo>
                  <a:pt x="958" y="0"/>
                </a:lnTo>
                <a:close/>
              </a:path>
            </a:pathLst>
          </a:custGeom>
          <a:solidFill>
            <a:srgbClr val="2a527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3" name=""/>
          <p:cNvSpPr/>
          <p:nvPr/>
        </p:nvSpPr>
        <p:spPr>
          <a:xfrm>
            <a:off x="8413920" y="3349800"/>
            <a:ext cx="0" cy="93240"/>
          </a:xfrm>
          <a:prstGeom prst="line">
            <a:avLst/>
          </a:prstGeom>
          <a:ln w="28800">
            <a:solidFill>
              <a:srgbClr val="2a527e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4400" rIns="104400" tIns="33840" bIns="3384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4" name=""/>
          <p:cNvSpPr/>
          <p:nvPr/>
        </p:nvSpPr>
        <p:spPr>
          <a:xfrm>
            <a:off x="8413920" y="3823920"/>
            <a:ext cx="0" cy="308880"/>
          </a:xfrm>
          <a:prstGeom prst="line">
            <a:avLst/>
          </a:prstGeom>
          <a:ln w="28800">
            <a:solidFill>
              <a:srgbClr val="2a527e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4400" rIns="104400" tIns="59400" bIns="594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5" name=""/>
          <p:cNvSpPr/>
          <p:nvPr/>
        </p:nvSpPr>
        <p:spPr>
          <a:xfrm>
            <a:off x="8241480" y="3845520"/>
            <a:ext cx="344880" cy="344880"/>
          </a:xfrm>
          <a:custGeom>
            <a:avLst/>
            <a:gdLst/>
            <a:ahLst/>
            <a:rect l="0" t="0" r="r" b="b"/>
            <a:pathLst>
              <a:path w="958" h="958">
                <a:moveTo>
                  <a:pt x="958" y="0"/>
                </a:moveTo>
                <a:lnTo>
                  <a:pt x="479" y="958"/>
                </a:lnTo>
                <a:lnTo>
                  <a:pt x="0" y="0"/>
                </a:lnTo>
                <a:lnTo>
                  <a:pt x="958" y="0"/>
                </a:lnTo>
                <a:close/>
              </a:path>
            </a:pathLst>
          </a:custGeom>
          <a:solidFill>
            <a:srgbClr val="2a527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6" name=""/>
          <p:cNvSpPr/>
          <p:nvPr/>
        </p:nvSpPr>
        <p:spPr>
          <a:xfrm>
            <a:off x="8241480" y="3845520"/>
            <a:ext cx="344880" cy="344880"/>
          </a:xfrm>
          <a:custGeom>
            <a:avLst/>
            <a:gdLst/>
            <a:ahLst/>
            <a:rect l="0" t="0" r="r" b="b"/>
            <a:pathLst>
              <a:path w="958" h="958">
                <a:moveTo>
                  <a:pt x="958" y="0"/>
                </a:moveTo>
                <a:lnTo>
                  <a:pt x="479" y="958"/>
                </a:lnTo>
                <a:lnTo>
                  <a:pt x="0" y="0"/>
                </a:lnTo>
                <a:lnTo>
                  <a:pt x="958" y="0"/>
                </a:lnTo>
                <a:close/>
              </a:path>
            </a:pathLst>
          </a:custGeom>
          <a:solidFill>
            <a:srgbClr val="2a527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7" name=""/>
          <p:cNvSpPr/>
          <p:nvPr/>
        </p:nvSpPr>
        <p:spPr>
          <a:xfrm>
            <a:off x="8241480" y="3845520"/>
            <a:ext cx="344880" cy="344880"/>
          </a:xfrm>
          <a:custGeom>
            <a:avLst/>
            <a:gdLst/>
            <a:ahLst/>
            <a:rect l="0" t="0" r="r" b="b"/>
            <a:pathLst>
              <a:path w="958" h="958">
                <a:moveTo>
                  <a:pt x="958" y="0"/>
                </a:moveTo>
                <a:lnTo>
                  <a:pt x="479" y="958"/>
                </a:lnTo>
                <a:lnTo>
                  <a:pt x="0" y="0"/>
                </a:lnTo>
                <a:lnTo>
                  <a:pt x="958" y="0"/>
                </a:lnTo>
                <a:close/>
              </a:path>
            </a:pathLst>
          </a:custGeom>
          <a:solidFill>
            <a:srgbClr val="2a527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8" name=""/>
          <p:cNvSpPr/>
          <p:nvPr/>
        </p:nvSpPr>
        <p:spPr>
          <a:xfrm>
            <a:off x="8241480" y="3845520"/>
            <a:ext cx="344880" cy="344880"/>
          </a:xfrm>
          <a:custGeom>
            <a:avLst/>
            <a:gdLst/>
            <a:ahLst/>
            <a:rect l="0" t="0" r="r" b="b"/>
            <a:pathLst>
              <a:path w="958" h="958">
                <a:moveTo>
                  <a:pt x="958" y="0"/>
                </a:moveTo>
                <a:lnTo>
                  <a:pt x="479" y="958"/>
                </a:lnTo>
                <a:lnTo>
                  <a:pt x="0" y="0"/>
                </a:lnTo>
                <a:lnTo>
                  <a:pt x="958" y="0"/>
                </a:lnTo>
                <a:close/>
              </a:path>
            </a:pathLst>
          </a:custGeom>
          <a:solidFill>
            <a:srgbClr val="2a527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9" name=""/>
          <p:cNvSpPr/>
          <p:nvPr/>
        </p:nvSpPr>
        <p:spPr>
          <a:xfrm>
            <a:off x="8241480" y="3845520"/>
            <a:ext cx="344880" cy="344880"/>
          </a:xfrm>
          <a:custGeom>
            <a:avLst/>
            <a:gdLst/>
            <a:ahLst/>
            <a:rect l="0" t="0" r="r" b="b"/>
            <a:pathLst>
              <a:path w="958" h="958">
                <a:moveTo>
                  <a:pt x="958" y="0"/>
                </a:moveTo>
                <a:lnTo>
                  <a:pt x="479" y="958"/>
                </a:lnTo>
                <a:lnTo>
                  <a:pt x="0" y="0"/>
                </a:lnTo>
                <a:lnTo>
                  <a:pt x="958" y="0"/>
                </a:lnTo>
                <a:close/>
              </a:path>
            </a:pathLst>
          </a:custGeom>
          <a:solidFill>
            <a:srgbClr val="2a527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0" name=""/>
          <p:cNvSpPr/>
          <p:nvPr/>
        </p:nvSpPr>
        <p:spPr>
          <a:xfrm>
            <a:off x="8241480" y="3845520"/>
            <a:ext cx="344880" cy="344880"/>
          </a:xfrm>
          <a:custGeom>
            <a:avLst/>
            <a:gdLst/>
            <a:ahLst/>
            <a:rect l="0" t="0" r="r" b="b"/>
            <a:pathLst>
              <a:path w="958" h="958">
                <a:moveTo>
                  <a:pt x="958" y="0"/>
                </a:moveTo>
                <a:lnTo>
                  <a:pt x="479" y="958"/>
                </a:lnTo>
                <a:lnTo>
                  <a:pt x="0" y="0"/>
                </a:lnTo>
                <a:lnTo>
                  <a:pt x="958" y="0"/>
                </a:lnTo>
                <a:close/>
              </a:path>
            </a:pathLst>
          </a:custGeom>
          <a:solidFill>
            <a:srgbClr val="2a527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1" name=""/>
          <p:cNvSpPr/>
          <p:nvPr/>
        </p:nvSpPr>
        <p:spPr>
          <a:xfrm>
            <a:off x="8241480" y="3845520"/>
            <a:ext cx="344880" cy="344880"/>
          </a:xfrm>
          <a:custGeom>
            <a:avLst/>
            <a:gdLst/>
            <a:ahLst/>
            <a:rect l="0" t="0" r="r" b="b"/>
            <a:pathLst>
              <a:path w="958" h="958">
                <a:moveTo>
                  <a:pt x="958" y="0"/>
                </a:moveTo>
                <a:lnTo>
                  <a:pt x="479" y="958"/>
                </a:lnTo>
                <a:lnTo>
                  <a:pt x="0" y="0"/>
                </a:lnTo>
                <a:lnTo>
                  <a:pt x="958" y="0"/>
                </a:lnTo>
                <a:close/>
              </a:path>
            </a:pathLst>
          </a:custGeom>
          <a:solidFill>
            <a:srgbClr val="2a527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2" name=""/>
          <p:cNvSpPr/>
          <p:nvPr/>
        </p:nvSpPr>
        <p:spPr>
          <a:xfrm>
            <a:off x="8241480" y="3845520"/>
            <a:ext cx="344880" cy="344880"/>
          </a:xfrm>
          <a:custGeom>
            <a:avLst/>
            <a:gdLst/>
            <a:ahLst/>
            <a:rect l="0" t="0" r="r" b="b"/>
            <a:pathLst>
              <a:path w="958" h="958">
                <a:moveTo>
                  <a:pt x="958" y="0"/>
                </a:moveTo>
                <a:lnTo>
                  <a:pt x="479" y="958"/>
                </a:lnTo>
                <a:lnTo>
                  <a:pt x="0" y="0"/>
                </a:lnTo>
                <a:lnTo>
                  <a:pt x="958" y="0"/>
                </a:lnTo>
                <a:close/>
              </a:path>
            </a:pathLst>
          </a:custGeom>
          <a:solidFill>
            <a:srgbClr val="2a527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3" name=""/>
          <p:cNvSpPr/>
          <p:nvPr/>
        </p:nvSpPr>
        <p:spPr>
          <a:xfrm>
            <a:off x="8241480" y="3845520"/>
            <a:ext cx="344880" cy="344880"/>
          </a:xfrm>
          <a:custGeom>
            <a:avLst/>
            <a:gdLst/>
            <a:ahLst/>
            <a:rect l="0" t="0" r="r" b="b"/>
            <a:pathLst>
              <a:path w="958" h="958">
                <a:moveTo>
                  <a:pt x="958" y="0"/>
                </a:moveTo>
                <a:lnTo>
                  <a:pt x="479" y="958"/>
                </a:lnTo>
                <a:lnTo>
                  <a:pt x="0" y="0"/>
                </a:lnTo>
                <a:lnTo>
                  <a:pt x="958" y="0"/>
                </a:lnTo>
                <a:close/>
              </a:path>
            </a:pathLst>
          </a:custGeom>
          <a:solidFill>
            <a:srgbClr val="2a527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4" name=""/>
          <p:cNvSpPr/>
          <p:nvPr/>
        </p:nvSpPr>
        <p:spPr>
          <a:xfrm>
            <a:off x="8241480" y="3845520"/>
            <a:ext cx="344880" cy="344880"/>
          </a:xfrm>
          <a:custGeom>
            <a:avLst/>
            <a:gdLst/>
            <a:ahLst/>
            <a:rect l="0" t="0" r="r" b="b"/>
            <a:pathLst>
              <a:path w="958" h="958">
                <a:moveTo>
                  <a:pt x="958" y="0"/>
                </a:moveTo>
                <a:lnTo>
                  <a:pt x="479" y="958"/>
                </a:lnTo>
                <a:lnTo>
                  <a:pt x="0" y="0"/>
                </a:lnTo>
                <a:lnTo>
                  <a:pt x="958" y="0"/>
                </a:lnTo>
                <a:close/>
              </a:path>
            </a:pathLst>
          </a:custGeom>
          <a:solidFill>
            <a:srgbClr val="2a527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5" name=""/>
          <p:cNvSpPr/>
          <p:nvPr/>
        </p:nvSpPr>
        <p:spPr>
          <a:xfrm>
            <a:off x="8241480" y="3845520"/>
            <a:ext cx="344880" cy="344880"/>
          </a:xfrm>
          <a:custGeom>
            <a:avLst/>
            <a:gdLst/>
            <a:ahLst/>
            <a:rect l="0" t="0" r="r" b="b"/>
            <a:pathLst>
              <a:path w="958" h="958">
                <a:moveTo>
                  <a:pt x="958" y="0"/>
                </a:moveTo>
                <a:lnTo>
                  <a:pt x="479" y="958"/>
                </a:lnTo>
                <a:lnTo>
                  <a:pt x="0" y="0"/>
                </a:lnTo>
                <a:lnTo>
                  <a:pt x="958" y="0"/>
                </a:lnTo>
                <a:close/>
              </a:path>
            </a:pathLst>
          </a:custGeom>
          <a:solidFill>
            <a:srgbClr val="2a527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6" name=""/>
          <p:cNvSpPr/>
          <p:nvPr/>
        </p:nvSpPr>
        <p:spPr>
          <a:xfrm>
            <a:off x="8241480" y="3845520"/>
            <a:ext cx="344880" cy="344880"/>
          </a:xfrm>
          <a:custGeom>
            <a:avLst/>
            <a:gdLst/>
            <a:ahLst/>
            <a:rect l="0" t="0" r="r" b="b"/>
            <a:pathLst>
              <a:path w="958" h="958">
                <a:moveTo>
                  <a:pt x="958" y="0"/>
                </a:moveTo>
                <a:lnTo>
                  <a:pt x="479" y="958"/>
                </a:lnTo>
                <a:lnTo>
                  <a:pt x="0" y="0"/>
                </a:lnTo>
                <a:lnTo>
                  <a:pt x="958" y="0"/>
                </a:lnTo>
                <a:close/>
              </a:path>
            </a:pathLst>
          </a:custGeom>
          <a:solidFill>
            <a:srgbClr val="2a527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7" name=""/>
          <p:cNvSpPr/>
          <p:nvPr/>
        </p:nvSpPr>
        <p:spPr>
          <a:xfrm>
            <a:off x="8241480" y="3845520"/>
            <a:ext cx="344880" cy="344880"/>
          </a:xfrm>
          <a:custGeom>
            <a:avLst/>
            <a:gdLst/>
            <a:ahLst/>
            <a:rect l="0" t="0" r="r" b="b"/>
            <a:pathLst>
              <a:path w="958" h="958">
                <a:moveTo>
                  <a:pt x="958" y="0"/>
                </a:moveTo>
                <a:lnTo>
                  <a:pt x="479" y="958"/>
                </a:lnTo>
                <a:lnTo>
                  <a:pt x="0" y="0"/>
                </a:lnTo>
                <a:lnTo>
                  <a:pt x="958" y="0"/>
                </a:lnTo>
                <a:close/>
              </a:path>
            </a:pathLst>
          </a:custGeom>
          <a:solidFill>
            <a:srgbClr val="2a527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8" name=""/>
          <p:cNvSpPr/>
          <p:nvPr/>
        </p:nvSpPr>
        <p:spPr>
          <a:xfrm>
            <a:off x="8241480" y="3845520"/>
            <a:ext cx="344880" cy="344880"/>
          </a:xfrm>
          <a:custGeom>
            <a:avLst/>
            <a:gdLst/>
            <a:ahLst/>
            <a:rect l="0" t="0" r="r" b="b"/>
            <a:pathLst>
              <a:path w="958" h="958">
                <a:moveTo>
                  <a:pt x="958" y="0"/>
                </a:moveTo>
                <a:lnTo>
                  <a:pt x="479" y="958"/>
                </a:lnTo>
                <a:lnTo>
                  <a:pt x="0" y="0"/>
                </a:lnTo>
                <a:lnTo>
                  <a:pt x="958" y="0"/>
                </a:lnTo>
                <a:close/>
              </a:path>
            </a:pathLst>
          </a:custGeom>
          <a:solidFill>
            <a:srgbClr val="2a527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9" name=""/>
          <p:cNvSpPr/>
          <p:nvPr/>
        </p:nvSpPr>
        <p:spPr>
          <a:xfrm>
            <a:off x="8241480" y="3845520"/>
            <a:ext cx="344880" cy="344880"/>
          </a:xfrm>
          <a:custGeom>
            <a:avLst/>
            <a:gdLst/>
            <a:ahLst/>
            <a:rect l="0" t="0" r="r" b="b"/>
            <a:pathLst>
              <a:path w="958" h="958">
                <a:moveTo>
                  <a:pt x="958" y="0"/>
                </a:moveTo>
                <a:lnTo>
                  <a:pt x="479" y="958"/>
                </a:lnTo>
                <a:lnTo>
                  <a:pt x="0" y="0"/>
                </a:lnTo>
                <a:lnTo>
                  <a:pt x="958" y="0"/>
                </a:lnTo>
                <a:close/>
              </a:path>
            </a:pathLst>
          </a:custGeom>
          <a:solidFill>
            <a:srgbClr val="2a527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0" name=""/>
          <p:cNvSpPr/>
          <p:nvPr/>
        </p:nvSpPr>
        <p:spPr>
          <a:xfrm>
            <a:off x="10743120" y="3349800"/>
            <a:ext cx="0" cy="93240"/>
          </a:xfrm>
          <a:prstGeom prst="line">
            <a:avLst/>
          </a:prstGeom>
          <a:ln w="28800">
            <a:solidFill>
              <a:srgbClr val="2a527e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4400" rIns="104400" tIns="33840" bIns="3384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1" name=""/>
          <p:cNvSpPr/>
          <p:nvPr/>
        </p:nvSpPr>
        <p:spPr>
          <a:xfrm>
            <a:off x="10743120" y="3823920"/>
            <a:ext cx="0" cy="308880"/>
          </a:xfrm>
          <a:prstGeom prst="line">
            <a:avLst/>
          </a:prstGeom>
          <a:ln w="28800">
            <a:solidFill>
              <a:srgbClr val="2a527e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4400" rIns="104400" tIns="59400" bIns="594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2" name=""/>
          <p:cNvSpPr/>
          <p:nvPr/>
        </p:nvSpPr>
        <p:spPr>
          <a:xfrm>
            <a:off x="10570680" y="3845520"/>
            <a:ext cx="344880" cy="344880"/>
          </a:xfrm>
          <a:custGeom>
            <a:avLst/>
            <a:gdLst/>
            <a:ahLst/>
            <a:rect l="0" t="0" r="r" b="b"/>
            <a:pathLst>
              <a:path w="958" h="958">
                <a:moveTo>
                  <a:pt x="958" y="0"/>
                </a:moveTo>
                <a:lnTo>
                  <a:pt x="479" y="958"/>
                </a:lnTo>
                <a:lnTo>
                  <a:pt x="0" y="0"/>
                </a:lnTo>
                <a:lnTo>
                  <a:pt x="958" y="0"/>
                </a:lnTo>
                <a:close/>
              </a:path>
            </a:pathLst>
          </a:custGeom>
          <a:solidFill>
            <a:srgbClr val="2a527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3" name=""/>
          <p:cNvSpPr/>
          <p:nvPr/>
        </p:nvSpPr>
        <p:spPr>
          <a:xfrm>
            <a:off x="10570680" y="3845520"/>
            <a:ext cx="344880" cy="344880"/>
          </a:xfrm>
          <a:custGeom>
            <a:avLst/>
            <a:gdLst/>
            <a:ahLst/>
            <a:rect l="0" t="0" r="r" b="b"/>
            <a:pathLst>
              <a:path w="958" h="958">
                <a:moveTo>
                  <a:pt x="958" y="0"/>
                </a:moveTo>
                <a:lnTo>
                  <a:pt x="479" y="958"/>
                </a:lnTo>
                <a:lnTo>
                  <a:pt x="0" y="0"/>
                </a:lnTo>
                <a:lnTo>
                  <a:pt x="958" y="0"/>
                </a:lnTo>
                <a:close/>
              </a:path>
            </a:pathLst>
          </a:custGeom>
          <a:solidFill>
            <a:srgbClr val="2a527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4" name=""/>
          <p:cNvSpPr/>
          <p:nvPr/>
        </p:nvSpPr>
        <p:spPr>
          <a:xfrm>
            <a:off x="10570680" y="3845520"/>
            <a:ext cx="344880" cy="344880"/>
          </a:xfrm>
          <a:custGeom>
            <a:avLst/>
            <a:gdLst/>
            <a:ahLst/>
            <a:rect l="0" t="0" r="r" b="b"/>
            <a:pathLst>
              <a:path w="958" h="958">
                <a:moveTo>
                  <a:pt x="958" y="0"/>
                </a:moveTo>
                <a:lnTo>
                  <a:pt x="479" y="958"/>
                </a:lnTo>
                <a:lnTo>
                  <a:pt x="0" y="0"/>
                </a:lnTo>
                <a:lnTo>
                  <a:pt x="958" y="0"/>
                </a:lnTo>
                <a:close/>
              </a:path>
            </a:pathLst>
          </a:custGeom>
          <a:solidFill>
            <a:srgbClr val="2a527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5" name=""/>
          <p:cNvSpPr/>
          <p:nvPr/>
        </p:nvSpPr>
        <p:spPr>
          <a:xfrm>
            <a:off x="10570680" y="3845520"/>
            <a:ext cx="344880" cy="344880"/>
          </a:xfrm>
          <a:custGeom>
            <a:avLst/>
            <a:gdLst/>
            <a:ahLst/>
            <a:rect l="0" t="0" r="r" b="b"/>
            <a:pathLst>
              <a:path w="958" h="958">
                <a:moveTo>
                  <a:pt x="958" y="0"/>
                </a:moveTo>
                <a:lnTo>
                  <a:pt x="479" y="958"/>
                </a:lnTo>
                <a:lnTo>
                  <a:pt x="0" y="0"/>
                </a:lnTo>
                <a:lnTo>
                  <a:pt x="958" y="0"/>
                </a:lnTo>
                <a:close/>
              </a:path>
            </a:pathLst>
          </a:custGeom>
          <a:solidFill>
            <a:srgbClr val="2a527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6" name=""/>
          <p:cNvSpPr/>
          <p:nvPr/>
        </p:nvSpPr>
        <p:spPr>
          <a:xfrm>
            <a:off x="10570680" y="3845520"/>
            <a:ext cx="344880" cy="344880"/>
          </a:xfrm>
          <a:custGeom>
            <a:avLst/>
            <a:gdLst/>
            <a:ahLst/>
            <a:rect l="0" t="0" r="r" b="b"/>
            <a:pathLst>
              <a:path w="958" h="958">
                <a:moveTo>
                  <a:pt x="958" y="0"/>
                </a:moveTo>
                <a:lnTo>
                  <a:pt x="479" y="958"/>
                </a:lnTo>
                <a:lnTo>
                  <a:pt x="0" y="0"/>
                </a:lnTo>
                <a:lnTo>
                  <a:pt x="958" y="0"/>
                </a:lnTo>
                <a:close/>
              </a:path>
            </a:pathLst>
          </a:custGeom>
          <a:solidFill>
            <a:srgbClr val="2a527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7" name=""/>
          <p:cNvSpPr/>
          <p:nvPr/>
        </p:nvSpPr>
        <p:spPr>
          <a:xfrm>
            <a:off x="10570680" y="3845520"/>
            <a:ext cx="344880" cy="344880"/>
          </a:xfrm>
          <a:custGeom>
            <a:avLst/>
            <a:gdLst/>
            <a:ahLst/>
            <a:rect l="0" t="0" r="r" b="b"/>
            <a:pathLst>
              <a:path w="958" h="958">
                <a:moveTo>
                  <a:pt x="958" y="0"/>
                </a:moveTo>
                <a:lnTo>
                  <a:pt x="479" y="958"/>
                </a:lnTo>
                <a:lnTo>
                  <a:pt x="0" y="0"/>
                </a:lnTo>
                <a:lnTo>
                  <a:pt x="958" y="0"/>
                </a:lnTo>
                <a:close/>
              </a:path>
            </a:pathLst>
          </a:custGeom>
          <a:solidFill>
            <a:srgbClr val="2a527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8" name=""/>
          <p:cNvSpPr/>
          <p:nvPr/>
        </p:nvSpPr>
        <p:spPr>
          <a:xfrm>
            <a:off x="10570680" y="3845520"/>
            <a:ext cx="344880" cy="344880"/>
          </a:xfrm>
          <a:custGeom>
            <a:avLst/>
            <a:gdLst/>
            <a:ahLst/>
            <a:rect l="0" t="0" r="r" b="b"/>
            <a:pathLst>
              <a:path w="958" h="958">
                <a:moveTo>
                  <a:pt x="958" y="0"/>
                </a:moveTo>
                <a:lnTo>
                  <a:pt x="479" y="958"/>
                </a:lnTo>
                <a:lnTo>
                  <a:pt x="0" y="0"/>
                </a:lnTo>
                <a:lnTo>
                  <a:pt x="958" y="0"/>
                </a:lnTo>
                <a:close/>
              </a:path>
            </a:pathLst>
          </a:custGeom>
          <a:solidFill>
            <a:srgbClr val="2a527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9" name=""/>
          <p:cNvSpPr/>
          <p:nvPr/>
        </p:nvSpPr>
        <p:spPr>
          <a:xfrm>
            <a:off x="10570680" y="3845520"/>
            <a:ext cx="344880" cy="344880"/>
          </a:xfrm>
          <a:custGeom>
            <a:avLst/>
            <a:gdLst/>
            <a:ahLst/>
            <a:rect l="0" t="0" r="r" b="b"/>
            <a:pathLst>
              <a:path w="958" h="958">
                <a:moveTo>
                  <a:pt x="958" y="0"/>
                </a:moveTo>
                <a:lnTo>
                  <a:pt x="479" y="958"/>
                </a:lnTo>
                <a:lnTo>
                  <a:pt x="0" y="0"/>
                </a:lnTo>
                <a:lnTo>
                  <a:pt x="958" y="0"/>
                </a:lnTo>
                <a:close/>
              </a:path>
            </a:pathLst>
          </a:custGeom>
          <a:solidFill>
            <a:srgbClr val="2a527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0" name=""/>
          <p:cNvSpPr/>
          <p:nvPr/>
        </p:nvSpPr>
        <p:spPr>
          <a:xfrm>
            <a:off x="10570680" y="3845520"/>
            <a:ext cx="344880" cy="344880"/>
          </a:xfrm>
          <a:custGeom>
            <a:avLst/>
            <a:gdLst/>
            <a:ahLst/>
            <a:rect l="0" t="0" r="r" b="b"/>
            <a:pathLst>
              <a:path w="958" h="958">
                <a:moveTo>
                  <a:pt x="958" y="0"/>
                </a:moveTo>
                <a:lnTo>
                  <a:pt x="479" y="958"/>
                </a:lnTo>
                <a:lnTo>
                  <a:pt x="0" y="0"/>
                </a:lnTo>
                <a:lnTo>
                  <a:pt x="958" y="0"/>
                </a:lnTo>
                <a:close/>
              </a:path>
            </a:pathLst>
          </a:custGeom>
          <a:solidFill>
            <a:srgbClr val="2a527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1" name=""/>
          <p:cNvSpPr/>
          <p:nvPr/>
        </p:nvSpPr>
        <p:spPr>
          <a:xfrm>
            <a:off x="10570680" y="3845520"/>
            <a:ext cx="344880" cy="344880"/>
          </a:xfrm>
          <a:custGeom>
            <a:avLst/>
            <a:gdLst/>
            <a:ahLst/>
            <a:rect l="0" t="0" r="r" b="b"/>
            <a:pathLst>
              <a:path w="958" h="958">
                <a:moveTo>
                  <a:pt x="958" y="0"/>
                </a:moveTo>
                <a:lnTo>
                  <a:pt x="479" y="958"/>
                </a:lnTo>
                <a:lnTo>
                  <a:pt x="0" y="0"/>
                </a:lnTo>
                <a:lnTo>
                  <a:pt x="958" y="0"/>
                </a:lnTo>
                <a:close/>
              </a:path>
            </a:pathLst>
          </a:custGeom>
          <a:solidFill>
            <a:srgbClr val="2a527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2" name=""/>
          <p:cNvSpPr/>
          <p:nvPr/>
        </p:nvSpPr>
        <p:spPr>
          <a:xfrm>
            <a:off x="10570680" y="3845520"/>
            <a:ext cx="344880" cy="344880"/>
          </a:xfrm>
          <a:custGeom>
            <a:avLst/>
            <a:gdLst/>
            <a:ahLst/>
            <a:rect l="0" t="0" r="r" b="b"/>
            <a:pathLst>
              <a:path w="958" h="958">
                <a:moveTo>
                  <a:pt x="958" y="0"/>
                </a:moveTo>
                <a:lnTo>
                  <a:pt x="479" y="958"/>
                </a:lnTo>
                <a:lnTo>
                  <a:pt x="0" y="0"/>
                </a:lnTo>
                <a:lnTo>
                  <a:pt x="958" y="0"/>
                </a:lnTo>
                <a:close/>
              </a:path>
            </a:pathLst>
          </a:custGeom>
          <a:solidFill>
            <a:srgbClr val="2a527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3" name=""/>
          <p:cNvSpPr/>
          <p:nvPr/>
        </p:nvSpPr>
        <p:spPr>
          <a:xfrm>
            <a:off x="10570680" y="3845520"/>
            <a:ext cx="344880" cy="344880"/>
          </a:xfrm>
          <a:custGeom>
            <a:avLst/>
            <a:gdLst/>
            <a:ahLst/>
            <a:rect l="0" t="0" r="r" b="b"/>
            <a:pathLst>
              <a:path w="958" h="958">
                <a:moveTo>
                  <a:pt x="958" y="0"/>
                </a:moveTo>
                <a:lnTo>
                  <a:pt x="479" y="958"/>
                </a:lnTo>
                <a:lnTo>
                  <a:pt x="0" y="0"/>
                </a:lnTo>
                <a:lnTo>
                  <a:pt x="958" y="0"/>
                </a:lnTo>
                <a:close/>
              </a:path>
            </a:pathLst>
          </a:custGeom>
          <a:solidFill>
            <a:srgbClr val="2a527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4" name=""/>
          <p:cNvSpPr/>
          <p:nvPr/>
        </p:nvSpPr>
        <p:spPr>
          <a:xfrm>
            <a:off x="10570680" y="3845520"/>
            <a:ext cx="344880" cy="344880"/>
          </a:xfrm>
          <a:custGeom>
            <a:avLst/>
            <a:gdLst/>
            <a:ahLst/>
            <a:rect l="0" t="0" r="r" b="b"/>
            <a:pathLst>
              <a:path w="958" h="958">
                <a:moveTo>
                  <a:pt x="958" y="0"/>
                </a:moveTo>
                <a:lnTo>
                  <a:pt x="479" y="958"/>
                </a:lnTo>
                <a:lnTo>
                  <a:pt x="0" y="0"/>
                </a:lnTo>
                <a:lnTo>
                  <a:pt x="958" y="0"/>
                </a:lnTo>
                <a:close/>
              </a:path>
            </a:pathLst>
          </a:custGeom>
          <a:solidFill>
            <a:srgbClr val="2a527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5" name=""/>
          <p:cNvSpPr/>
          <p:nvPr/>
        </p:nvSpPr>
        <p:spPr>
          <a:xfrm>
            <a:off x="10570680" y="3845520"/>
            <a:ext cx="344880" cy="344880"/>
          </a:xfrm>
          <a:custGeom>
            <a:avLst/>
            <a:gdLst/>
            <a:ahLst/>
            <a:rect l="0" t="0" r="r" b="b"/>
            <a:pathLst>
              <a:path w="958" h="958">
                <a:moveTo>
                  <a:pt x="958" y="0"/>
                </a:moveTo>
                <a:lnTo>
                  <a:pt x="479" y="958"/>
                </a:lnTo>
                <a:lnTo>
                  <a:pt x="0" y="0"/>
                </a:lnTo>
                <a:lnTo>
                  <a:pt x="958" y="0"/>
                </a:lnTo>
                <a:close/>
              </a:path>
            </a:pathLst>
          </a:custGeom>
          <a:solidFill>
            <a:srgbClr val="2a527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6" name=""/>
          <p:cNvSpPr/>
          <p:nvPr/>
        </p:nvSpPr>
        <p:spPr>
          <a:xfrm>
            <a:off x="10570680" y="3845520"/>
            <a:ext cx="344880" cy="344880"/>
          </a:xfrm>
          <a:custGeom>
            <a:avLst/>
            <a:gdLst/>
            <a:ahLst/>
            <a:rect l="0" t="0" r="r" b="b"/>
            <a:pathLst>
              <a:path w="958" h="958">
                <a:moveTo>
                  <a:pt x="958" y="0"/>
                </a:moveTo>
                <a:lnTo>
                  <a:pt x="479" y="958"/>
                </a:lnTo>
                <a:lnTo>
                  <a:pt x="0" y="0"/>
                </a:lnTo>
                <a:lnTo>
                  <a:pt x="958" y="0"/>
                </a:lnTo>
                <a:close/>
              </a:path>
            </a:pathLst>
          </a:custGeom>
          <a:solidFill>
            <a:srgbClr val="2a527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7" name=""/>
          <p:cNvSpPr/>
          <p:nvPr/>
        </p:nvSpPr>
        <p:spPr>
          <a:xfrm>
            <a:off x="10570680" y="3845520"/>
            <a:ext cx="344880" cy="344880"/>
          </a:xfrm>
          <a:custGeom>
            <a:avLst/>
            <a:gdLst/>
            <a:ahLst/>
            <a:rect l="0" t="0" r="r" b="b"/>
            <a:pathLst>
              <a:path w="958" h="958">
                <a:moveTo>
                  <a:pt x="958" y="0"/>
                </a:moveTo>
                <a:lnTo>
                  <a:pt x="479" y="958"/>
                </a:lnTo>
                <a:lnTo>
                  <a:pt x="0" y="0"/>
                </a:lnTo>
                <a:lnTo>
                  <a:pt x="958" y="0"/>
                </a:lnTo>
                <a:close/>
              </a:path>
            </a:pathLst>
          </a:custGeom>
          <a:solidFill>
            <a:srgbClr val="2a527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8" name=""/>
          <p:cNvSpPr/>
          <p:nvPr/>
        </p:nvSpPr>
        <p:spPr>
          <a:xfrm>
            <a:off x="374040" y="4176000"/>
            <a:ext cx="2135160" cy="991440"/>
          </a:xfrm>
          <a:custGeom>
            <a:avLst/>
            <a:gdLst/>
            <a:ahLst/>
            <a:rect l="0" t="0" r="r" b="b"/>
            <a:pathLst>
              <a:path w="5931" h="2754">
                <a:moveTo>
                  <a:pt x="2965" y="2754"/>
                </a:moveTo>
                <a:lnTo>
                  <a:pt x="5571" y="2754"/>
                </a:lnTo>
                <a:cubicBezTo>
                  <a:pt x="5770" y="2754"/>
                  <a:pt x="5931" y="2593"/>
                  <a:pt x="5931" y="2395"/>
                </a:cubicBezTo>
                <a:lnTo>
                  <a:pt x="5931" y="359"/>
                </a:lnTo>
                <a:cubicBezTo>
                  <a:pt x="5931" y="160"/>
                  <a:pt x="5770" y="0"/>
                  <a:pt x="5571" y="0"/>
                </a:cubicBezTo>
                <a:lnTo>
                  <a:pt x="359" y="0"/>
                </a:lnTo>
                <a:cubicBezTo>
                  <a:pt x="161" y="0"/>
                  <a:pt x="0" y="160"/>
                  <a:pt x="0" y="359"/>
                </a:cubicBezTo>
                <a:lnTo>
                  <a:pt x="0" y="2395"/>
                </a:lnTo>
                <a:cubicBezTo>
                  <a:pt x="0" y="2593"/>
                  <a:pt x="161" y="2754"/>
                  <a:pt x="359" y="2754"/>
                </a:cubicBezTo>
                <a:lnTo>
                  <a:pt x="2965" y="2754"/>
                </a:lnTo>
                <a:close/>
              </a:path>
            </a:pathLst>
          </a:custGeom>
          <a:solidFill>
            <a:srgbClr val="e9eff6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9" name=""/>
          <p:cNvSpPr/>
          <p:nvPr/>
        </p:nvSpPr>
        <p:spPr>
          <a:xfrm>
            <a:off x="374040" y="4176000"/>
            <a:ext cx="2135160" cy="991440"/>
          </a:xfrm>
          <a:custGeom>
            <a:avLst/>
            <a:gdLst/>
            <a:ahLst/>
            <a:rect l="0" t="0" r="r" b="b"/>
            <a:pathLst>
              <a:path w="5931" h="2754">
                <a:moveTo>
                  <a:pt x="2965" y="2754"/>
                </a:moveTo>
                <a:lnTo>
                  <a:pt x="5571" y="2754"/>
                </a:lnTo>
                <a:cubicBezTo>
                  <a:pt x="5770" y="2754"/>
                  <a:pt x="5931" y="2593"/>
                  <a:pt x="5931" y="2395"/>
                </a:cubicBezTo>
                <a:lnTo>
                  <a:pt x="5931" y="359"/>
                </a:lnTo>
                <a:cubicBezTo>
                  <a:pt x="5931" y="160"/>
                  <a:pt x="5770" y="0"/>
                  <a:pt x="5571" y="0"/>
                </a:cubicBezTo>
                <a:lnTo>
                  <a:pt x="359" y="0"/>
                </a:lnTo>
                <a:cubicBezTo>
                  <a:pt x="161" y="0"/>
                  <a:pt x="0" y="160"/>
                  <a:pt x="0" y="359"/>
                </a:cubicBezTo>
                <a:lnTo>
                  <a:pt x="0" y="2395"/>
                </a:lnTo>
                <a:cubicBezTo>
                  <a:pt x="0" y="2593"/>
                  <a:pt x="161" y="2754"/>
                  <a:pt x="359" y="2754"/>
                </a:cubicBezTo>
                <a:lnTo>
                  <a:pt x="2965" y="2754"/>
                </a:lnTo>
                <a:close/>
              </a:path>
            </a:pathLst>
          </a:custGeom>
          <a:noFill/>
          <a:ln w="28800">
            <a:solidFill>
              <a:srgbClr val="294f7c"/>
            </a:solidFill>
            <a:miter/>
          </a:ln>
        </p:spPr>
        <p:txBody>
          <a:bodyPr lIns="104400" rIns="104400" tIns="59400" bIns="594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0" name=""/>
          <p:cNvSpPr txBox="1"/>
          <p:nvPr/>
        </p:nvSpPr>
        <p:spPr>
          <a:xfrm>
            <a:off x="772920" y="4416480"/>
            <a:ext cx="1317600" cy="181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300" strike="noStrike" u="none">
                <a:solidFill>
                  <a:srgbClr val="203a5d"/>
                </a:solidFill>
                <a:effectLst/>
                <a:uFillTx/>
                <a:latin typeface="'Times New Roman'"/>
              </a:rPr>
              <a:t>INTRODUCTION</a:t>
            </a:r>
            <a:endParaRPr b="1" lang="en-US" sz="1300" strike="noStrike" u="none">
              <a:solidFill>
                <a:srgbClr val="203a5d"/>
              </a:solidFill>
              <a:effectLst/>
              <a:uFillTx/>
              <a:latin typeface="'Times New Roman'"/>
              <a:ea typeface="'Times New Roman'"/>
            </a:endParaRPr>
          </a:p>
        </p:txBody>
      </p:sp>
      <p:sp>
        <p:nvSpPr>
          <p:cNvPr id="1151" name=""/>
          <p:cNvSpPr txBox="1"/>
          <p:nvPr/>
        </p:nvSpPr>
        <p:spPr>
          <a:xfrm>
            <a:off x="816120" y="4746960"/>
            <a:ext cx="1216440" cy="181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00" strike="noStrike" u="none">
                <a:solidFill>
                  <a:srgbClr val="526d8b"/>
                </a:solidFill>
                <a:effectLst/>
                <a:uFillTx/>
                <a:latin typeface="'Times New Roman'"/>
              </a:rPr>
              <a:t>problem · promise</a:t>
            </a:r>
            <a:endParaRPr b="0" lang="en-US" sz="1300" strike="noStrike" u="none">
              <a:solidFill>
                <a:srgbClr val="526d8b"/>
              </a:solidFill>
              <a:effectLst/>
              <a:uFillTx/>
              <a:latin typeface="'Times New Roman'"/>
              <a:ea typeface="'Times New Roman'"/>
            </a:endParaRPr>
          </a:p>
        </p:txBody>
      </p:sp>
      <p:sp>
        <p:nvSpPr>
          <p:cNvPr id="1152" name=""/>
          <p:cNvSpPr/>
          <p:nvPr/>
        </p:nvSpPr>
        <p:spPr>
          <a:xfrm>
            <a:off x="2696040" y="4176000"/>
            <a:ext cx="2134800" cy="991440"/>
          </a:xfrm>
          <a:custGeom>
            <a:avLst/>
            <a:gdLst/>
            <a:ahLst/>
            <a:rect l="0" t="0" r="r" b="b"/>
            <a:pathLst>
              <a:path w="5930" h="2754">
                <a:moveTo>
                  <a:pt x="2965" y="2754"/>
                </a:moveTo>
                <a:lnTo>
                  <a:pt x="5571" y="2754"/>
                </a:lnTo>
                <a:cubicBezTo>
                  <a:pt x="5769" y="2754"/>
                  <a:pt x="5930" y="2593"/>
                  <a:pt x="5930" y="2395"/>
                </a:cubicBezTo>
                <a:lnTo>
                  <a:pt x="5930" y="359"/>
                </a:lnTo>
                <a:cubicBezTo>
                  <a:pt x="5930" y="160"/>
                  <a:pt x="5769" y="0"/>
                  <a:pt x="5571" y="0"/>
                </a:cubicBezTo>
                <a:lnTo>
                  <a:pt x="359" y="0"/>
                </a:lnTo>
                <a:cubicBezTo>
                  <a:pt x="161" y="0"/>
                  <a:pt x="0" y="160"/>
                  <a:pt x="0" y="359"/>
                </a:cubicBezTo>
                <a:lnTo>
                  <a:pt x="0" y="2395"/>
                </a:lnTo>
                <a:cubicBezTo>
                  <a:pt x="0" y="2593"/>
                  <a:pt x="161" y="2754"/>
                  <a:pt x="359" y="2754"/>
                </a:cubicBezTo>
                <a:lnTo>
                  <a:pt x="2965" y="2754"/>
                </a:lnTo>
                <a:close/>
              </a:path>
            </a:pathLst>
          </a:custGeom>
          <a:solidFill>
            <a:srgbClr val="e9eff6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3" name=""/>
          <p:cNvSpPr/>
          <p:nvPr/>
        </p:nvSpPr>
        <p:spPr>
          <a:xfrm>
            <a:off x="2696040" y="4176000"/>
            <a:ext cx="2134800" cy="991440"/>
          </a:xfrm>
          <a:custGeom>
            <a:avLst/>
            <a:gdLst/>
            <a:ahLst/>
            <a:rect l="0" t="0" r="r" b="b"/>
            <a:pathLst>
              <a:path w="5930" h="2754">
                <a:moveTo>
                  <a:pt x="2965" y="2754"/>
                </a:moveTo>
                <a:lnTo>
                  <a:pt x="5571" y="2754"/>
                </a:lnTo>
                <a:cubicBezTo>
                  <a:pt x="5769" y="2754"/>
                  <a:pt x="5930" y="2593"/>
                  <a:pt x="5930" y="2395"/>
                </a:cubicBezTo>
                <a:lnTo>
                  <a:pt x="5930" y="359"/>
                </a:lnTo>
                <a:cubicBezTo>
                  <a:pt x="5930" y="160"/>
                  <a:pt x="5769" y="0"/>
                  <a:pt x="5571" y="0"/>
                </a:cubicBezTo>
                <a:lnTo>
                  <a:pt x="359" y="0"/>
                </a:lnTo>
                <a:cubicBezTo>
                  <a:pt x="161" y="0"/>
                  <a:pt x="0" y="160"/>
                  <a:pt x="0" y="359"/>
                </a:cubicBezTo>
                <a:lnTo>
                  <a:pt x="0" y="2395"/>
                </a:lnTo>
                <a:cubicBezTo>
                  <a:pt x="0" y="2593"/>
                  <a:pt x="161" y="2754"/>
                  <a:pt x="359" y="2754"/>
                </a:cubicBezTo>
                <a:lnTo>
                  <a:pt x="2965" y="2754"/>
                </a:lnTo>
                <a:close/>
              </a:path>
            </a:pathLst>
          </a:custGeom>
          <a:noFill/>
          <a:ln w="28800">
            <a:solidFill>
              <a:srgbClr val="294f7c"/>
            </a:solidFill>
            <a:miter/>
          </a:ln>
        </p:spPr>
        <p:txBody>
          <a:bodyPr lIns="104400" rIns="104400" tIns="59400" bIns="594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4" name=""/>
          <p:cNvSpPr txBox="1"/>
          <p:nvPr/>
        </p:nvSpPr>
        <p:spPr>
          <a:xfrm>
            <a:off x="2771280" y="4416480"/>
            <a:ext cx="1962360" cy="181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300" strike="noStrike" u="none">
                <a:solidFill>
                  <a:srgbClr val="203a5d"/>
                </a:solidFill>
                <a:effectLst/>
                <a:uFillTx/>
                <a:latin typeface="'Times New Roman'"/>
              </a:rPr>
              <a:t>KNOWLEDGE POSITION</a:t>
            </a:r>
            <a:endParaRPr b="1" lang="en-US" sz="1300" strike="noStrike" u="none">
              <a:solidFill>
                <a:srgbClr val="203a5d"/>
              </a:solidFill>
              <a:effectLst/>
              <a:uFillTx/>
              <a:latin typeface="'Times New Roman'"/>
              <a:ea typeface="'Times New Roman'"/>
            </a:endParaRPr>
          </a:p>
        </p:txBody>
      </p:sp>
      <p:sp>
        <p:nvSpPr>
          <p:cNvPr id="1155" name=""/>
          <p:cNvSpPr txBox="1"/>
          <p:nvPr/>
        </p:nvSpPr>
        <p:spPr>
          <a:xfrm>
            <a:off x="3260160" y="4746960"/>
            <a:ext cx="979200" cy="181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00" strike="noStrike" u="none">
                <a:solidFill>
                  <a:srgbClr val="526d8b"/>
                </a:solidFill>
                <a:effectLst/>
                <a:uFillTx/>
                <a:latin typeface="'Times New Roman'"/>
              </a:rPr>
              <a:t>synthesis · gap</a:t>
            </a:r>
            <a:endParaRPr b="0" lang="en-US" sz="1300" strike="noStrike" u="none">
              <a:solidFill>
                <a:srgbClr val="526d8b"/>
              </a:solidFill>
              <a:effectLst/>
              <a:uFillTx/>
              <a:latin typeface="'Times New Roman'"/>
              <a:ea typeface="'Times New Roman'"/>
            </a:endParaRPr>
          </a:p>
        </p:txBody>
      </p:sp>
      <p:sp>
        <p:nvSpPr>
          <p:cNvPr id="1156" name=""/>
          <p:cNvSpPr/>
          <p:nvPr/>
        </p:nvSpPr>
        <p:spPr>
          <a:xfrm>
            <a:off x="5024880" y="4176000"/>
            <a:ext cx="2134800" cy="991440"/>
          </a:xfrm>
          <a:custGeom>
            <a:avLst/>
            <a:gdLst/>
            <a:ahLst/>
            <a:rect l="0" t="0" r="r" b="b"/>
            <a:pathLst>
              <a:path w="5930" h="2754">
                <a:moveTo>
                  <a:pt x="2966" y="2754"/>
                </a:moveTo>
                <a:lnTo>
                  <a:pt x="5570" y="2754"/>
                </a:lnTo>
                <a:cubicBezTo>
                  <a:pt x="5769" y="2754"/>
                  <a:pt x="5930" y="2593"/>
                  <a:pt x="5930" y="2395"/>
                </a:cubicBezTo>
                <a:lnTo>
                  <a:pt x="5930" y="359"/>
                </a:lnTo>
                <a:cubicBezTo>
                  <a:pt x="5930" y="160"/>
                  <a:pt x="5769" y="0"/>
                  <a:pt x="5570" y="0"/>
                </a:cubicBezTo>
                <a:lnTo>
                  <a:pt x="360" y="0"/>
                </a:lnTo>
                <a:cubicBezTo>
                  <a:pt x="161" y="0"/>
                  <a:pt x="0" y="160"/>
                  <a:pt x="0" y="359"/>
                </a:cubicBezTo>
                <a:lnTo>
                  <a:pt x="0" y="2395"/>
                </a:lnTo>
                <a:cubicBezTo>
                  <a:pt x="0" y="2593"/>
                  <a:pt x="161" y="2754"/>
                  <a:pt x="360" y="2754"/>
                </a:cubicBezTo>
                <a:lnTo>
                  <a:pt x="2966" y="2754"/>
                </a:lnTo>
                <a:close/>
              </a:path>
            </a:pathLst>
          </a:custGeom>
          <a:solidFill>
            <a:srgbClr val="e9eff6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7" name=""/>
          <p:cNvSpPr/>
          <p:nvPr/>
        </p:nvSpPr>
        <p:spPr>
          <a:xfrm>
            <a:off x="5024880" y="4176000"/>
            <a:ext cx="2134800" cy="991440"/>
          </a:xfrm>
          <a:custGeom>
            <a:avLst/>
            <a:gdLst/>
            <a:ahLst/>
            <a:rect l="0" t="0" r="r" b="b"/>
            <a:pathLst>
              <a:path w="5930" h="2754">
                <a:moveTo>
                  <a:pt x="2966" y="2754"/>
                </a:moveTo>
                <a:lnTo>
                  <a:pt x="5570" y="2754"/>
                </a:lnTo>
                <a:cubicBezTo>
                  <a:pt x="5769" y="2754"/>
                  <a:pt x="5930" y="2593"/>
                  <a:pt x="5930" y="2395"/>
                </a:cubicBezTo>
                <a:lnTo>
                  <a:pt x="5930" y="359"/>
                </a:lnTo>
                <a:cubicBezTo>
                  <a:pt x="5930" y="160"/>
                  <a:pt x="5769" y="0"/>
                  <a:pt x="5570" y="0"/>
                </a:cubicBezTo>
                <a:lnTo>
                  <a:pt x="360" y="0"/>
                </a:lnTo>
                <a:cubicBezTo>
                  <a:pt x="161" y="0"/>
                  <a:pt x="0" y="160"/>
                  <a:pt x="0" y="359"/>
                </a:cubicBezTo>
                <a:lnTo>
                  <a:pt x="0" y="2395"/>
                </a:lnTo>
                <a:cubicBezTo>
                  <a:pt x="0" y="2593"/>
                  <a:pt x="161" y="2754"/>
                  <a:pt x="360" y="2754"/>
                </a:cubicBezTo>
                <a:lnTo>
                  <a:pt x="2966" y="2754"/>
                </a:lnTo>
                <a:close/>
              </a:path>
            </a:pathLst>
          </a:custGeom>
          <a:noFill/>
          <a:ln w="28800">
            <a:solidFill>
              <a:srgbClr val="294f7c"/>
            </a:solidFill>
            <a:miter/>
          </a:ln>
        </p:spPr>
        <p:txBody>
          <a:bodyPr lIns="104400" rIns="104400" tIns="59400" bIns="594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8" name=""/>
          <p:cNvSpPr txBox="1"/>
          <p:nvPr/>
        </p:nvSpPr>
        <p:spPr>
          <a:xfrm>
            <a:off x="5330520" y="4416480"/>
            <a:ext cx="1509840" cy="181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300" strike="noStrike" u="none">
                <a:solidFill>
                  <a:srgbClr val="203a5d"/>
                </a:solidFill>
                <a:effectLst/>
                <a:uFillTx/>
                <a:latin typeface="'Times New Roman'"/>
              </a:rPr>
              <a:t>METHOD / DESIGN</a:t>
            </a:r>
            <a:endParaRPr b="1" lang="en-US" sz="1300" strike="noStrike" u="none">
              <a:solidFill>
                <a:srgbClr val="203a5d"/>
              </a:solidFill>
              <a:effectLst/>
              <a:uFillTx/>
              <a:latin typeface="'Times New Roman'"/>
              <a:ea typeface="'Times New Roman'"/>
            </a:endParaRPr>
          </a:p>
        </p:txBody>
      </p:sp>
      <p:sp>
        <p:nvSpPr>
          <p:cNvPr id="1159" name=""/>
          <p:cNvSpPr txBox="1"/>
          <p:nvPr/>
        </p:nvSpPr>
        <p:spPr>
          <a:xfrm>
            <a:off x="5524560" y="4746960"/>
            <a:ext cx="1115640" cy="181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00" strike="noStrike" u="none">
                <a:solidFill>
                  <a:srgbClr val="526d8b"/>
                </a:solidFill>
                <a:effectLst/>
                <a:uFillTx/>
                <a:latin typeface="'Times New Roman'"/>
              </a:rPr>
              <a:t>route · execution</a:t>
            </a:r>
            <a:endParaRPr b="0" lang="en-US" sz="1300" strike="noStrike" u="none">
              <a:solidFill>
                <a:srgbClr val="526d8b"/>
              </a:solidFill>
              <a:effectLst/>
              <a:uFillTx/>
              <a:latin typeface="'Times New Roman'"/>
              <a:ea typeface="'Times New Roman'"/>
            </a:endParaRPr>
          </a:p>
        </p:txBody>
      </p:sp>
      <p:sp>
        <p:nvSpPr>
          <p:cNvPr id="1160" name=""/>
          <p:cNvSpPr/>
          <p:nvPr/>
        </p:nvSpPr>
        <p:spPr>
          <a:xfrm>
            <a:off x="7346520" y="4176000"/>
            <a:ext cx="2134800" cy="991440"/>
          </a:xfrm>
          <a:custGeom>
            <a:avLst/>
            <a:gdLst/>
            <a:ahLst/>
            <a:rect l="0" t="0" r="r" b="b"/>
            <a:pathLst>
              <a:path w="5930" h="2754">
                <a:moveTo>
                  <a:pt x="2965" y="2754"/>
                </a:moveTo>
                <a:lnTo>
                  <a:pt x="5571" y="2754"/>
                </a:lnTo>
                <a:cubicBezTo>
                  <a:pt x="5769" y="2754"/>
                  <a:pt x="5930" y="2593"/>
                  <a:pt x="5930" y="2395"/>
                </a:cubicBezTo>
                <a:lnTo>
                  <a:pt x="5930" y="359"/>
                </a:lnTo>
                <a:cubicBezTo>
                  <a:pt x="5930" y="160"/>
                  <a:pt x="5769" y="0"/>
                  <a:pt x="5571" y="0"/>
                </a:cubicBezTo>
                <a:lnTo>
                  <a:pt x="359" y="0"/>
                </a:lnTo>
                <a:cubicBezTo>
                  <a:pt x="161" y="0"/>
                  <a:pt x="0" y="160"/>
                  <a:pt x="0" y="359"/>
                </a:cubicBezTo>
                <a:lnTo>
                  <a:pt x="0" y="2395"/>
                </a:lnTo>
                <a:cubicBezTo>
                  <a:pt x="0" y="2593"/>
                  <a:pt x="161" y="2754"/>
                  <a:pt x="359" y="2754"/>
                </a:cubicBezTo>
                <a:lnTo>
                  <a:pt x="2965" y="2754"/>
                </a:lnTo>
                <a:close/>
              </a:path>
            </a:pathLst>
          </a:custGeom>
          <a:solidFill>
            <a:srgbClr val="e9eff6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1" name=""/>
          <p:cNvSpPr/>
          <p:nvPr/>
        </p:nvSpPr>
        <p:spPr>
          <a:xfrm>
            <a:off x="7346520" y="4176000"/>
            <a:ext cx="2134800" cy="991440"/>
          </a:xfrm>
          <a:custGeom>
            <a:avLst/>
            <a:gdLst/>
            <a:ahLst/>
            <a:rect l="0" t="0" r="r" b="b"/>
            <a:pathLst>
              <a:path w="5930" h="2754">
                <a:moveTo>
                  <a:pt x="2965" y="2754"/>
                </a:moveTo>
                <a:lnTo>
                  <a:pt x="5571" y="2754"/>
                </a:lnTo>
                <a:cubicBezTo>
                  <a:pt x="5769" y="2754"/>
                  <a:pt x="5930" y="2593"/>
                  <a:pt x="5930" y="2395"/>
                </a:cubicBezTo>
                <a:lnTo>
                  <a:pt x="5930" y="359"/>
                </a:lnTo>
                <a:cubicBezTo>
                  <a:pt x="5930" y="160"/>
                  <a:pt x="5769" y="0"/>
                  <a:pt x="5571" y="0"/>
                </a:cubicBezTo>
                <a:lnTo>
                  <a:pt x="359" y="0"/>
                </a:lnTo>
                <a:cubicBezTo>
                  <a:pt x="161" y="0"/>
                  <a:pt x="0" y="160"/>
                  <a:pt x="0" y="359"/>
                </a:cubicBezTo>
                <a:lnTo>
                  <a:pt x="0" y="2395"/>
                </a:lnTo>
                <a:cubicBezTo>
                  <a:pt x="0" y="2593"/>
                  <a:pt x="161" y="2754"/>
                  <a:pt x="359" y="2754"/>
                </a:cubicBezTo>
                <a:lnTo>
                  <a:pt x="2965" y="2754"/>
                </a:lnTo>
                <a:close/>
              </a:path>
            </a:pathLst>
          </a:custGeom>
          <a:noFill/>
          <a:ln w="28800">
            <a:solidFill>
              <a:srgbClr val="294f7c"/>
            </a:solidFill>
            <a:miter/>
          </a:ln>
        </p:spPr>
        <p:txBody>
          <a:bodyPr lIns="104400" rIns="104400" tIns="59400" bIns="594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2" name=""/>
          <p:cNvSpPr txBox="1"/>
          <p:nvPr/>
        </p:nvSpPr>
        <p:spPr>
          <a:xfrm>
            <a:off x="7565760" y="4416480"/>
            <a:ext cx="1668600" cy="181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300" strike="noStrike" u="none">
                <a:solidFill>
                  <a:srgbClr val="203a5d"/>
                </a:solidFill>
                <a:effectLst/>
                <a:uFillTx/>
                <a:latin typeface="'Times New Roman'"/>
              </a:rPr>
              <a:t>RESULTS / FINDINGS</a:t>
            </a:r>
            <a:endParaRPr b="1" lang="en-US" sz="1300" strike="noStrike" u="none">
              <a:solidFill>
                <a:srgbClr val="203a5d"/>
              </a:solidFill>
              <a:effectLst/>
              <a:uFillTx/>
              <a:latin typeface="'Times New Roman'"/>
              <a:ea typeface="'Times New Roman'"/>
            </a:endParaRPr>
          </a:p>
        </p:txBody>
      </p:sp>
      <p:sp>
        <p:nvSpPr>
          <p:cNvPr id="1163" name=""/>
          <p:cNvSpPr txBox="1"/>
          <p:nvPr/>
        </p:nvSpPr>
        <p:spPr>
          <a:xfrm>
            <a:off x="7544160" y="4746960"/>
            <a:ext cx="1710000" cy="181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00" strike="noStrike" u="none">
                <a:solidFill>
                  <a:srgbClr val="526d8b"/>
                </a:solidFill>
                <a:effectLst/>
                <a:uFillTx/>
                <a:latin typeface="'Times New Roman'"/>
              </a:rPr>
              <a:t>observations · uncertainty</a:t>
            </a:r>
            <a:endParaRPr b="0" lang="en-US" sz="1300" strike="noStrike" u="none">
              <a:solidFill>
                <a:srgbClr val="526d8b"/>
              </a:solidFill>
              <a:effectLst/>
              <a:uFillTx/>
              <a:latin typeface="'Times New Roman'"/>
              <a:ea typeface="'Times New Roman'"/>
            </a:endParaRPr>
          </a:p>
        </p:txBody>
      </p:sp>
      <p:sp>
        <p:nvSpPr>
          <p:cNvPr id="1164" name=""/>
          <p:cNvSpPr/>
          <p:nvPr/>
        </p:nvSpPr>
        <p:spPr>
          <a:xfrm>
            <a:off x="9675720" y="4176000"/>
            <a:ext cx="2134800" cy="991440"/>
          </a:xfrm>
          <a:custGeom>
            <a:avLst/>
            <a:gdLst/>
            <a:ahLst/>
            <a:rect l="0" t="0" r="r" b="b"/>
            <a:pathLst>
              <a:path w="5930" h="2754">
                <a:moveTo>
                  <a:pt x="2965" y="2754"/>
                </a:moveTo>
                <a:lnTo>
                  <a:pt x="5571" y="2754"/>
                </a:lnTo>
                <a:cubicBezTo>
                  <a:pt x="5769" y="2754"/>
                  <a:pt x="5930" y="2593"/>
                  <a:pt x="5930" y="2395"/>
                </a:cubicBezTo>
                <a:lnTo>
                  <a:pt x="5930" y="359"/>
                </a:lnTo>
                <a:cubicBezTo>
                  <a:pt x="5930" y="160"/>
                  <a:pt x="5769" y="0"/>
                  <a:pt x="5571" y="0"/>
                </a:cubicBezTo>
                <a:lnTo>
                  <a:pt x="359" y="0"/>
                </a:lnTo>
                <a:cubicBezTo>
                  <a:pt x="160" y="0"/>
                  <a:pt x="0" y="160"/>
                  <a:pt x="0" y="359"/>
                </a:cubicBezTo>
                <a:lnTo>
                  <a:pt x="0" y="2395"/>
                </a:lnTo>
                <a:cubicBezTo>
                  <a:pt x="0" y="2593"/>
                  <a:pt x="160" y="2754"/>
                  <a:pt x="359" y="2754"/>
                </a:cubicBezTo>
                <a:lnTo>
                  <a:pt x="2965" y="2754"/>
                </a:lnTo>
                <a:close/>
              </a:path>
            </a:pathLst>
          </a:custGeom>
          <a:solidFill>
            <a:srgbClr val="e9eff6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5" name=""/>
          <p:cNvSpPr/>
          <p:nvPr/>
        </p:nvSpPr>
        <p:spPr>
          <a:xfrm>
            <a:off x="9675720" y="4176000"/>
            <a:ext cx="2134800" cy="991440"/>
          </a:xfrm>
          <a:custGeom>
            <a:avLst/>
            <a:gdLst/>
            <a:ahLst/>
            <a:rect l="0" t="0" r="r" b="b"/>
            <a:pathLst>
              <a:path w="5930" h="2754">
                <a:moveTo>
                  <a:pt x="2965" y="2754"/>
                </a:moveTo>
                <a:lnTo>
                  <a:pt x="5571" y="2754"/>
                </a:lnTo>
                <a:cubicBezTo>
                  <a:pt x="5769" y="2754"/>
                  <a:pt x="5930" y="2593"/>
                  <a:pt x="5930" y="2395"/>
                </a:cubicBezTo>
                <a:lnTo>
                  <a:pt x="5930" y="359"/>
                </a:lnTo>
                <a:cubicBezTo>
                  <a:pt x="5930" y="160"/>
                  <a:pt x="5769" y="0"/>
                  <a:pt x="5571" y="0"/>
                </a:cubicBezTo>
                <a:lnTo>
                  <a:pt x="359" y="0"/>
                </a:lnTo>
                <a:cubicBezTo>
                  <a:pt x="160" y="0"/>
                  <a:pt x="0" y="160"/>
                  <a:pt x="0" y="359"/>
                </a:cubicBezTo>
                <a:lnTo>
                  <a:pt x="0" y="2395"/>
                </a:lnTo>
                <a:cubicBezTo>
                  <a:pt x="0" y="2593"/>
                  <a:pt x="160" y="2754"/>
                  <a:pt x="359" y="2754"/>
                </a:cubicBezTo>
                <a:lnTo>
                  <a:pt x="2965" y="2754"/>
                </a:lnTo>
                <a:close/>
              </a:path>
            </a:pathLst>
          </a:custGeom>
          <a:noFill/>
          <a:ln w="28800">
            <a:solidFill>
              <a:srgbClr val="294f7c"/>
            </a:solidFill>
            <a:miter/>
          </a:ln>
        </p:spPr>
        <p:txBody>
          <a:bodyPr lIns="104400" rIns="104400" tIns="59400" bIns="594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6" name=""/>
          <p:cNvSpPr txBox="1"/>
          <p:nvPr/>
        </p:nvSpPr>
        <p:spPr>
          <a:xfrm>
            <a:off x="9851760" y="4423680"/>
            <a:ext cx="182520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20" strike="noStrike" u="none">
                <a:solidFill>
                  <a:srgbClr val="203a5d"/>
                </a:solidFill>
                <a:effectLst/>
                <a:uFillTx/>
                <a:latin typeface="'Times New Roman'"/>
              </a:rPr>
              <a:t>DISCUSSION / CONCLUSION</a:t>
            </a:r>
            <a:endParaRPr b="1" lang="en-US" sz="1020" strike="noStrike" u="none">
              <a:solidFill>
                <a:srgbClr val="203a5d"/>
              </a:solidFill>
              <a:effectLst/>
              <a:uFillTx/>
              <a:latin typeface="'Times New Roman'"/>
              <a:ea typeface="'Times New Roman'"/>
            </a:endParaRPr>
          </a:p>
        </p:txBody>
      </p:sp>
      <p:sp>
        <p:nvSpPr>
          <p:cNvPr id="1167" name=""/>
          <p:cNvSpPr txBox="1"/>
          <p:nvPr/>
        </p:nvSpPr>
        <p:spPr>
          <a:xfrm>
            <a:off x="10060200" y="4746960"/>
            <a:ext cx="1326240" cy="181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00" strike="noStrike" u="none">
                <a:solidFill>
                  <a:srgbClr val="526d8b"/>
                </a:solidFill>
                <a:effectLst/>
                <a:uFillTx/>
                <a:latin typeface="'Times New Roman'"/>
              </a:rPr>
              <a:t>meaning · boundary</a:t>
            </a:r>
            <a:endParaRPr b="0" lang="en-US" sz="1300" strike="noStrike" u="none">
              <a:solidFill>
                <a:srgbClr val="526d8b"/>
              </a:solidFill>
              <a:effectLst/>
              <a:uFillTx/>
              <a:latin typeface="'Times New Roman'"/>
              <a:ea typeface="'Times New Roman'"/>
            </a:endParaRPr>
          </a:p>
        </p:txBody>
      </p:sp>
      <p:sp>
        <p:nvSpPr>
          <p:cNvPr id="1168" name=""/>
          <p:cNvSpPr/>
          <p:nvPr/>
        </p:nvSpPr>
        <p:spPr>
          <a:xfrm>
            <a:off x="1107360" y="5267880"/>
            <a:ext cx="9977040" cy="948600"/>
          </a:xfrm>
          <a:custGeom>
            <a:avLst/>
            <a:gdLst/>
            <a:ahLst/>
            <a:rect l="0" t="0" r="r" b="b"/>
            <a:pathLst>
              <a:path w="27714" h="2635">
                <a:moveTo>
                  <a:pt x="13858" y="2635"/>
                </a:moveTo>
                <a:lnTo>
                  <a:pt x="27315" y="2635"/>
                </a:lnTo>
                <a:cubicBezTo>
                  <a:pt x="27535" y="2635"/>
                  <a:pt x="27714" y="2456"/>
                  <a:pt x="27714" y="2235"/>
                </a:cubicBezTo>
                <a:lnTo>
                  <a:pt x="27714" y="399"/>
                </a:lnTo>
                <a:cubicBezTo>
                  <a:pt x="27714" y="179"/>
                  <a:pt x="27535" y="0"/>
                  <a:pt x="27315" y="0"/>
                </a:cubicBezTo>
                <a:lnTo>
                  <a:pt x="399" y="0"/>
                </a:lnTo>
                <a:cubicBezTo>
                  <a:pt x="179" y="0"/>
                  <a:pt x="0" y="179"/>
                  <a:pt x="0" y="399"/>
                </a:cubicBezTo>
                <a:lnTo>
                  <a:pt x="0" y="2235"/>
                </a:lnTo>
                <a:cubicBezTo>
                  <a:pt x="0" y="2456"/>
                  <a:pt x="179" y="2635"/>
                  <a:pt x="399" y="2635"/>
                </a:cubicBezTo>
                <a:lnTo>
                  <a:pt x="13858" y="263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9" name=""/>
          <p:cNvSpPr/>
          <p:nvPr/>
        </p:nvSpPr>
        <p:spPr>
          <a:xfrm>
            <a:off x="1107360" y="5267880"/>
            <a:ext cx="9977040" cy="948600"/>
          </a:xfrm>
          <a:custGeom>
            <a:avLst/>
            <a:gdLst/>
            <a:ahLst/>
            <a:rect l="0" t="0" r="r" b="b"/>
            <a:pathLst>
              <a:path w="27714" h="2635">
                <a:moveTo>
                  <a:pt x="13858" y="2635"/>
                </a:moveTo>
                <a:lnTo>
                  <a:pt x="27315" y="2635"/>
                </a:lnTo>
                <a:cubicBezTo>
                  <a:pt x="27535" y="2635"/>
                  <a:pt x="27714" y="2456"/>
                  <a:pt x="27714" y="2235"/>
                </a:cubicBezTo>
                <a:lnTo>
                  <a:pt x="27714" y="399"/>
                </a:lnTo>
                <a:cubicBezTo>
                  <a:pt x="27714" y="179"/>
                  <a:pt x="27535" y="0"/>
                  <a:pt x="27315" y="0"/>
                </a:cubicBezTo>
                <a:lnTo>
                  <a:pt x="399" y="0"/>
                </a:lnTo>
                <a:cubicBezTo>
                  <a:pt x="179" y="0"/>
                  <a:pt x="0" y="179"/>
                  <a:pt x="0" y="399"/>
                </a:cubicBezTo>
                <a:lnTo>
                  <a:pt x="0" y="2235"/>
                </a:lnTo>
                <a:cubicBezTo>
                  <a:pt x="0" y="2456"/>
                  <a:pt x="179" y="2635"/>
                  <a:pt x="399" y="2635"/>
                </a:cubicBezTo>
                <a:lnTo>
                  <a:pt x="13858" y="2635"/>
                </a:lnTo>
                <a:close/>
              </a:path>
            </a:pathLst>
          </a:custGeom>
          <a:noFill/>
          <a:ln w="28800">
            <a:solidFill>
              <a:srgbClr val="9e2e2e"/>
            </a:solidFill>
            <a:miter/>
          </a:ln>
        </p:spPr>
        <p:txBody>
          <a:bodyPr lIns="104400" rIns="104400" tIns="59400" bIns="594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0" name=""/>
          <p:cNvSpPr txBox="1"/>
          <p:nvPr/>
        </p:nvSpPr>
        <p:spPr>
          <a:xfrm>
            <a:off x="4122720" y="5443920"/>
            <a:ext cx="3961800" cy="229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580" strike="noStrike" u="none">
                <a:solidFill>
                  <a:srgbClr val="7f2525"/>
                </a:solidFill>
                <a:effectLst/>
                <a:uFillTx/>
                <a:latin typeface="'Times New Roman'"/>
              </a:rPr>
              <a:t>Records are sources, not pre-written chapters.</a:t>
            </a:r>
            <a:endParaRPr b="1" lang="en-US" sz="1580" strike="noStrike" u="none">
              <a:solidFill>
                <a:srgbClr val="7f2525"/>
              </a:solidFill>
              <a:effectLst/>
              <a:uFillTx/>
              <a:latin typeface="'Times New Roman'"/>
              <a:ea typeface="'Times New Roman'"/>
            </a:endParaRPr>
          </a:p>
        </p:txBody>
      </p:sp>
      <p:sp>
        <p:nvSpPr>
          <p:cNvPr id="1171" name=""/>
          <p:cNvSpPr txBox="1"/>
          <p:nvPr/>
        </p:nvSpPr>
        <p:spPr>
          <a:xfrm>
            <a:off x="3166920" y="5832000"/>
            <a:ext cx="586512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1240" strike="noStrike" u="none">
                <a:solidFill>
                  <a:srgbClr val="526d8b"/>
                </a:solidFill>
                <a:effectLst/>
                <a:uFillTx/>
                <a:latin typeface="'Times New Roman'"/>
              </a:rPr>
              <a:t>One record may support several sections, but every reuse preserves identity and boundary.</a:t>
            </a:r>
            <a:endParaRPr b="0" i="1" lang="en-US" sz="1240" strike="noStrike" u="none">
              <a:solidFill>
                <a:srgbClr val="526d8b"/>
              </a:solidFill>
              <a:effectLst/>
              <a:uFillTx/>
              <a:latin typeface="'Times New Roman'"/>
              <a:ea typeface="'Times New Roman'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2" name=""/>
          <p:cNvSpPr/>
          <p:nvPr/>
        </p:nvSpPr>
        <p:spPr>
          <a:xfrm>
            <a:off x="165600" y="195840"/>
            <a:ext cx="11860560" cy="6465960"/>
          </a:xfrm>
          <a:custGeom>
            <a:avLst/>
            <a:gdLst/>
            <a:ahLst/>
            <a:rect l="0" t="0" r="r" b="b"/>
            <a:pathLst>
              <a:path w="32946" h="17961">
                <a:moveTo>
                  <a:pt x="0" y="0"/>
                </a:moveTo>
                <a:lnTo>
                  <a:pt x="32946" y="0"/>
                </a:lnTo>
                <a:lnTo>
                  <a:pt x="32946" y="17961"/>
                </a:lnTo>
                <a:lnTo>
                  <a:pt x="0" y="1796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3" name=""/>
          <p:cNvSpPr txBox="1"/>
          <p:nvPr/>
        </p:nvSpPr>
        <p:spPr>
          <a:xfrm>
            <a:off x="4935240" y="357480"/>
            <a:ext cx="233136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750" strike="noStrike" u="none">
                <a:solidFill>
                  <a:srgbClr val="203a5d"/>
                </a:solidFill>
                <a:effectLst/>
                <a:uFillTx/>
                <a:latin typeface="'Times New Roman'"/>
              </a:rPr>
              <a:t>SECTION CONTRACT</a:t>
            </a:r>
            <a:endParaRPr b="1" lang="en-US" sz="1750" strike="noStrike" u="none">
              <a:solidFill>
                <a:srgbClr val="203a5d"/>
              </a:solidFill>
              <a:effectLst/>
              <a:uFillTx/>
              <a:latin typeface="'Times New Roman'"/>
              <a:ea typeface="'Times New Roman'"/>
            </a:endParaRPr>
          </a:p>
        </p:txBody>
      </p:sp>
      <p:sp>
        <p:nvSpPr>
          <p:cNvPr id="1174" name=""/>
          <p:cNvSpPr/>
          <p:nvPr/>
        </p:nvSpPr>
        <p:spPr>
          <a:xfrm>
            <a:off x="417240" y="835200"/>
            <a:ext cx="2077560" cy="1085040"/>
          </a:xfrm>
          <a:custGeom>
            <a:avLst/>
            <a:gdLst/>
            <a:ahLst/>
            <a:rect l="0" t="0" r="r" b="b"/>
            <a:pathLst>
              <a:path w="5771" h="3014">
                <a:moveTo>
                  <a:pt x="2885" y="3014"/>
                </a:moveTo>
                <a:lnTo>
                  <a:pt x="5411" y="3014"/>
                </a:lnTo>
                <a:cubicBezTo>
                  <a:pt x="5610" y="3014"/>
                  <a:pt x="5771" y="2853"/>
                  <a:pt x="5771" y="2655"/>
                </a:cubicBezTo>
                <a:lnTo>
                  <a:pt x="5771" y="359"/>
                </a:lnTo>
                <a:cubicBezTo>
                  <a:pt x="5771" y="161"/>
                  <a:pt x="5610" y="0"/>
                  <a:pt x="5411" y="0"/>
                </a:cubicBezTo>
                <a:lnTo>
                  <a:pt x="359" y="0"/>
                </a:lnTo>
                <a:cubicBezTo>
                  <a:pt x="161" y="0"/>
                  <a:pt x="0" y="161"/>
                  <a:pt x="0" y="359"/>
                </a:cubicBezTo>
                <a:lnTo>
                  <a:pt x="0" y="2655"/>
                </a:lnTo>
                <a:cubicBezTo>
                  <a:pt x="0" y="2853"/>
                  <a:pt x="161" y="3014"/>
                  <a:pt x="359" y="3014"/>
                </a:cubicBezTo>
                <a:lnTo>
                  <a:pt x="2885" y="3014"/>
                </a:lnTo>
                <a:close/>
              </a:path>
            </a:pathLst>
          </a:custGeom>
          <a:solidFill>
            <a:srgbClr val="e9eff6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5" name=""/>
          <p:cNvSpPr/>
          <p:nvPr/>
        </p:nvSpPr>
        <p:spPr>
          <a:xfrm>
            <a:off x="417240" y="835200"/>
            <a:ext cx="2077560" cy="1085040"/>
          </a:xfrm>
          <a:custGeom>
            <a:avLst/>
            <a:gdLst/>
            <a:ahLst/>
            <a:rect l="0" t="0" r="r" b="b"/>
            <a:pathLst>
              <a:path w="5771" h="3014">
                <a:moveTo>
                  <a:pt x="2885" y="3014"/>
                </a:moveTo>
                <a:lnTo>
                  <a:pt x="5411" y="3014"/>
                </a:lnTo>
                <a:cubicBezTo>
                  <a:pt x="5610" y="3014"/>
                  <a:pt x="5771" y="2853"/>
                  <a:pt x="5771" y="2655"/>
                </a:cubicBezTo>
                <a:lnTo>
                  <a:pt x="5771" y="359"/>
                </a:lnTo>
                <a:cubicBezTo>
                  <a:pt x="5771" y="161"/>
                  <a:pt x="5610" y="0"/>
                  <a:pt x="5411" y="0"/>
                </a:cubicBezTo>
                <a:lnTo>
                  <a:pt x="359" y="0"/>
                </a:lnTo>
                <a:cubicBezTo>
                  <a:pt x="161" y="0"/>
                  <a:pt x="0" y="161"/>
                  <a:pt x="0" y="359"/>
                </a:cubicBezTo>
                <a:lnTo>
                  <a:pt x="0" y="2655"/>
                </a:lnTo>
                <a:cubicBezTo>
                  <a:pt x="0" y="2853"/>
                  <a:pt x="161" y="3014"/>
                  <a:pt x="359" y="3014"/>
                </a:cubicBezTo>
                <a:lnTo>
                  <a:pt x="2885" y="3014"/>
                </a:lnTo>
                <a:close/>
              </a:path>
            </a:pathLst>
          </a:custGeom>
          <a:noFill/>
          <a:ln w="28800">
            <a:solidFill>
              <a:srgbClr val="294f7c"/>
            </a:solidFill>
            <a:miter/>
          </a:ln>
        </p:spPr>
        <p:txBody>
          <a:bodyPr lIns="104400" rIns="104400" tIns="59400" bIns="594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6" name=""/>
          <p:cNvSpPr txBox="1"/>
          <p:nvPr/>
        </p:nvSpPr>
        <p:spPr>
          <a:xfrm>
            <a:off x="1031760" y="1083240"/>
            <a:ext cx="840240" cy="200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410" strike="noStrike" u="none">
                <a:solidFill>
                  <a:srgbClr val="203a5d"/>
                </a:solidFill>
                <a:effectLst/>
                <a:uFillTx/>
                <a:latin typeface="'Times New Roman'"/>
              </a:rPr>
              <a:t>PROMISE</a:t>
            </a:r>
            <a:endParaRPr b="1" lang="en-US" sz="1410" strike="noStrike" u="none">
              <a:solidFill>
                <a:srgbClr val="203a5d"/>
              </a:solidFill>
              <a:effectLst/>
              <a:uFillTx/>
              <a:latin typeface="'Times New Roman'"/>
              <a:ea typeface="'Times New Roman'"/>
            </a:endParaRPr>
          </a:p>
        </p:txBody>
      </p:sp>
      <p:sp>
        <p:nvSpPr>
          <p:cNvPr id="1177" name=""/>
          <p:cNvSpPr txBox="1"/>
          <p:nvPr/>
        </p:nvSpPr>
        <p:spPr>
          <a:xfrm>
            <a:off x="722520" y="1456920"/>
            <a:ext cx="1437120" cy="159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130" strike="noStrike" u="none">
                <a:solidFill>
                  <a:srgbClr val="526d8b"/>
                </a:solidFill>
                <a:effectLst/>
                <a:uFillTx/>
                <a:latin typeface="'Times New Roman'"/>
              </a:rPr>
              <a:t>what must be established</a:t>
            </a:r>
            <a:endParaRPr b="0" lang="en-US" sz="1130" strike="noStrike" u="none">
              <a:solidFill>
                <a:srgbClr val="526d8b"/>
              </a:solidFill>
              <a:effectLst/>
              <a:uFillTx/>
              <a:latin typeface="'Times New Roman'"/>
              <a:ea typeface="'Times New Roman'"/>
            </a:endParaRPr>
          </a:p>
        </p:txBody>
      </p:sp>
      <p:sp>
        <p:nvSpPr>
          <p:cNvPr id="1178" name=""/>
          <p:cNvSpPr/>
          <p:nvPr/>
        </p:nvSpPr>
        <p:spPr>
          <a:xfrm>
            <a:off x="2523240" y="1374120"/>
            <a:ext cx="172800" cy="0"/>
          </a:xfrm>
          <a:prstGeom prst="line">
            <a:avLst/>
          </a:prstGeom>
          <a:ln w="28800">
            <a:solidFill>
              <a:srgbClr val="2a527e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4400" rIns="104400" tIns="-59400" bIns="-594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9" name=""/>
          <p:cNvSpPr/>
          <p:nvPr/>
        </p:nvSpPr>
        <p:spPr>
          <a:xfrm>
            <a:off x="2408400" y="1201680"/>
            <a:ext cx="344880" cy="344880"/>
          </a:xfrm>
          <a:custGeom>
            <a:avLst/>
            <a:gdLst/>
            <a:ahLst/>
            <a:rect l="0" t="0" r="r" b="b"/>
            <a:pathLst>
              <a:path w="958" h="958">
                <a:moveTo>
                  <a:pt x="0" y="0"/>
                </a:moveTo>
                <a:lnTo>
                  <a:pt x="958" y="479"/>
                </a:lnTo>
                <a:lnTo>
                  <a:pt x="0" y="958"/>
                </a:lnTo>
                <a:lnTo>
                  <a:pt x="0" y="0"/>
                </a:lnTo>
                <a:close/>
              </a:path>
            </a:pathLst>
          </a:custGeom>
          <a:solidFill>
            <a:srgbClr val="2a527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0" name=""/>
          <p:cNvSpPr/>
          <p:nvPr/>
        </p:nvSpPr>
        <p:spPr>
          <a:xfrm>
            <a:off x="2738880" y="835200"/>
            <a:ext cx="2077560" cy="1085040"/>
          </a:xfrm>
          <a:custGeom>
            <a:avLst/>
            <a:gdLst/>
            <a:ahLst/>
            <a:rect l="0" t="0" r="r" b="b"/>
            <a:pathLst>
              <a:path w="5771" h="3014">
                <a:moveTo>
                  <a:pt x="2886" y="3014"/>
                </a:moveTo>
                <a:lnTo>
                  <a:pt x="5412" y="3014"/>
                </a:lnTo>
                <a:cubicBezTo>
                  <a:pt x="5610" y="3014"/>
                  <a:pt x="5771" y="2853"/>
                  <a:pt x="5771" y="2655"/>
                </a:cubicBezTo>
                <a:lnTo>
                  <a:pt x="5771" y="359"/>
                </a:lnTo>
                <a:cubicBezTo>
                  <a:pt x="5771" y="161"/>
                  <a:pt x="5610" y="0"/>
                  <a:pt x="5412" y="0"/>
                </a:cubicBezTo>
                <a:lnTo>
                  <a:pt x="360" y="0"/>
                </a:lnTo>
                <a:cubicBezTo>
                  <a:pt x="161" y="0"/>
                  <a:pt x="0" y="161"/>
                  <a:pt x="0" y="359"/>
                </a:cubicBezTo>
                <a:lnTo>
                  <a:pt x="0" y="2655"/>
                </a:lnTo>
                <a:cubicBezTo>
                  <a:pt x="0" y="2853"/>
                  <a:pt x="161" y="3014"/>
                  <a:pt x="360" y="3014"/>
                </a:cubicBezTo>
                <a:lnTo>
                  <a:pt x="2886" y="3014"/>
                </a:lnTo>
                <a:close/>
              </a:path>
            </a:pathLst>
          </a:custGeom>
          <a:solidFill>
            <a:srgbClr val="e9eff6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1" name=""/>
          <p:cNvSpPr/>
          <p:nvPr/>
        </p:nvSpPr>
        <p:spPr>
          <a:xfrm>
            <a:off x="2738880" y="835200"/>
            <a:ext cx="2077560" cy="1085040"/>
          </a:xfrm>
          <a:custGeom>
            <a:avLst/>
            <a:gdLst/>
            <a:ahLst/>
            <a:rect l="0" t="0" r="r" b="b"/>
            <a:pathLst>
              <a:path w="5771" h="3014">
                <a:moveTo>
                  <a:pt x="2886" y="3014"/>
                </a:moveTo>
                <a:lnTo>
                  <a:pt x="5412" y="3014"/>
                </a:lnTo>
                <a:cubicBezTo>
                  <a:pt x="5610" y="3014"/>
                  <a:pt x="5771" y="2853"/>
                  <a:pt x="5771" y="2655"/>
                </a:cubicBezTo>
                <a:lnTo>
                  <a:pt x="5771" y="359"/>
                </a:lnTo>
                <a:cubicBezTo>
                  <a:pt x="5771" y="161"/>
                  <a:pt x="5610" y="0"/>
                  <a:pt x="5412" y="0"/>
                </a:cubicBezTo>
                <a:lnTo>
                  <a:pt x="360" y="0"/>
                </a:lnTo>
                <a:cubicBezTo>
                  <a:pt x="161" y="0"/>
                  <a:pt x="0" y="161"/>
                  <a:pt x="0" y="359"/>
                </a:cubicBezTo>
                <a:lnTo>
                  <a:pt x="0" y="2655"/>
                </a:lnTo>
                <a:cubicBezTo>
                  <a:pt x="0" y="2853"/>
                  <a:pt x="161" y="3014"/>
                  <a:pt x="360" y="3014"/>
                </a:cubicBezTo>
                <a:lnTo>
                  <a:pt x="2886" y="3014"/>
                </a:lnTo>
                <a:close/>
              </a:path>
            </a:pathLst>
          </a:custGeom>
          <a:noFill/>
          <a:ln w="28800">
            <a:solidFill>
              <a:srgbClr val="294f7c"/>
            </a:solidFill>
            <a:miter/>
          </a:ln>
        </p:spPr>
        <p:txBody>
          <a:bodyPr lIns="104400" rIns="104400" tIns="59400" bIns="594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2" name=""/>
          <p:cNvSpPr txBox="1"/>
          <p:nvPr/>
        </p:nvSpPr>
        <p:spPr>
          <a:xfrm>
            <a:off x="3102120" y="1083240"/>
            <a:ext cx="1343520" cy="200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410" strike="noStrike" u="none">
                <a:solidFill>
                  <a:srgbClr val="203a5d"/>
                </a:solidFill>
                <a:effectLst/>
                <a:uFillTx/>
                <a:latin typeface="'Times New Roman'"/>
              </a:rPr>
              <a:t>EVIDENCE SET</a:t>
            </a:r>
            <a:endParaRPr b="1" lang="en-US" sz="1410" strike="noStrike" u="none">
              <a:solidFill>
                <a:srgbClr val="203a5d"/>
              </a:solidFill>
              <a:effectLst/>
              <a:uFillTx/>
              <a:latin typeface="'Times New Roman'"/>
              <a:ea typeface="'Times New Roman'"/>
            </a:endParaRPr>
          </a:p>
        </p:txBody>
      </p:sp>
      <p:sp>
        <p:nvSpPr>
          <p:cNvPr id="1183" name=""/>
          <p:cNvSpPr txBox="1"/>
          <p:nvPr/>
        </p:nvSpPr>
        <p:spPr>
          <a:xfrm>
            <a:off x="3209760" y="1456920"/>
            <a:ext cx="1102680" cy="159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130" strike="noStrike" u="none">
                <a:solidFill>
                  <a:srgbClr val="526d8b"/>
                </a:solidFill>
                <a:effectLst/>
                <a:uFillTx/>
                <a:latin typeface="'Times New Roman'"/>
              </a:rPr>
              <a:t>authorised material</a:t>
            </a:r>
            <a:endParaRPr b="0" lang="en-US" sz="1130" strike="noStrike" u="none">
              <a:solidFill>
                <a:srgbClr val="526d8b"/>
              </a:solidFill>
              <a:effectLst/>
              <a:uFillTx/>
              <a:latin typeface="'Times New Roman'"/>
              <a:ea typeface="'Times New Roman'"/>
            </a:endParaRPr>
          </a:p>
        </p:txBody>
      </p:sp>
      <p:sp>
        <p:nvSpPr>
          <p:cNvPr id="1184" name=""/>
          <p:cNvSpPr/>
          <p:nvPr/>
        </p:nvSpPr>
        <p:spPr>
          <a:xfrm>
            <a:off x="4845240" y="1374120"/>
            <a:ext cx="172440" cy="0"/>
          </a:xfrm>
          <a:prstGeom prst="line">
            <a:avLst/>
          </a:prstGeom>
          <a:ln w="28800">
            <a:solidFill>
              <a:srgbClr val="2a527e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4400" rIns="104400" tIns="-59400" bIns="-594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5" name=""/>
          <p:cNvSpPr/>
          <p:nvPr/>
        </p:nvSpPr>
        <p:spPr>
          <a:xfrm>
            <a:off x="4730400" y="1201680"/>
            <a:ext cx="344880" cy="344880"/>
          </a:xfrm>
          <a:custGeom>
            <a:avLst/>
            <a:gdLst/>
            <a:ahLst/>
            <a:rect l="0" t="0" r="r" b="b"/>
            <a:pathLst>
              <a:path w="958" h="958">
                <a:moveTo>
                  <a:pt x="0" y="0"/>
                </a:moveTo>
                <a:lnTo>
                  <a:pt x="958" y="479"/>
                </a:lnTo>
                <a:lnTo>
                  <a:pt x="0" y="958"/>
                </a:lnTo>
                <a:lnTo>
                  <a:pt x="0" y="0"/>
                </a:lnTo>
                <a:close/>
              </a:path>
            </a:pathLst>
          </a:custGeom>
          <a:solidFill>
            <a:srgbClr val="2a527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6" name=""/>
          <p:cNvSpPr/>
          <p:nvPr/>
        </p:nvSpPr>
        <p:spPr>
          <a:xfrm>
            <a:off x="4730400" y="1201680"/>
            <a:ext cx="344880" cy="344880"/>
          </a:xfrm>
          <a:custGeom>
            <a:avLst/>
            <a:gdLst/>
            <a:ahLst/>
            <a:rect l="0" t="0" r="r" b="b"/>
            <a:pathLst>
              <a:path w="958" h="958">
                <a:moveTo>
                  <a:pt x="0" y="0"/>
                </a:moveTo>
                <a:lnTo>
                  <a:pt x="958" y="479"/>
                </a:lnTo>
                <a:lnTo>
                  <a:pt x="0" y="958"/>
                </a:lnTo>
                <a:lnTo>
                  <a:pt x="0" y="0"/>
                </a:lnTo>
                <a:close/>
              </a:path>
            </a:pathLst>
          </a:custGeom>
          <a:solidFill>
            <a:srgbClr val="2a527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7" name=""/>
          <p:cNvSpPr/>
          <p:nvPr/>
        </p:nvSpPr>
        <p:spPr>
          <a:xfrm>
            <a:off x="5060880" y="835200"/>
            <a:ext cx="2077200" cy="1085040"/>
          </a:xfrm>
          <a:custGeom>
            <a:avLst/>
            <a:gdLst/>
            <a:ahLst/>
            <a:rect l="0" t="0" r="r" b="b"/>
            <a:pathLst>
              <a:path w="5770" h="3014">
                <a:moveTo>
                  <a:pt x="2884" y="3014"/>
                </a:moveTo>
                <a:lnTo>
                  <a:pt x="5410" y="3014"/>
                </a:lnTo>
                <a:cubicBezTo>
                  <a:pt x="5609" y="3014"/>
                  <a:pt x="5770" y="2853"/>
                  <a:pt x="5770" y="2655"/>
                </a:cubicBezTo>
                <a:lnTo>
                  <a:pt x="5770" y="359"/>
                </a:lnTo>
                <a:cubicBezTo>
                  <a:pt x="5770" y="161"/>
                  <a:pt x="5609" y="0"/>
                  <a:pt x="5410" y="0"/>
                </a:cubicBezTo>
                <a:lnTo>
                  <a:pt x="360" y="0"/>
                </a:lnTo>
                <a:cubicBezTo>
                  <a:pt x="161" y="0"/>
                  <a:pt x="0" y="161"/>
                  <a:pt x="0" y="359"/>
                </a:cubicBezTo>
                <a:lnTo>
                  <a:pt x="0" y="2655"/>
                </a:lnTo>
                <a:cubicBezTo>
                  <a:pt x="0" y="2853"/>
                  <a:pt x="161" y="3014"/>
                  <a:pt x="360" y="3014"/>
                </a:cubicBezTo>
                <a:lnTo>
                  <a:pt x="2884" y="3014"/>
                </a:lnTo>
                <a:close/>
              </a:path>
            </a:pathLst>
          </a:custGeom>
          <a:solidFill>
            <a:srgbClr val="e9eff6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8" name=""/>
          <p:cNvSpPr/>
          <p:nvPr/>
        </p:nvSpPr>
        <p:spPr>
          <a:xfrm>
            <a:off x="5060880" y="835200"/>
            <a:ext cx="2077200" cy="1085040"/>
          </a:xfrm>
          <a:custGeom>
            <a:avLst/>
            <a:gdLst/>
            <a:ahLst/>
            <a:rect l="0" t="0" r="r" b="b"/>
            <a:pathLst>
              <a:path w="5770" h="3014">
                <a:moveTo>
                  <a:pt x="2884" y="3014"/>
                </a:moveTo>
                <a:lnTo>
                  <a:pt x="5410" y="3014"/>
                </a:lnTo>
                <a:cubicBezTo>
                  <a:pt x="5609" y="3014"/>
                  <a:pt x="5770" y="2853"/>
                  <a:pt x="5770" y="2655"/>
                </a:cubicBezTo>
                <a:lnTo>
                  <a:pt x="5770" y="359"/>
                </a:lnTo>
                <a:cubicBezTo>
                  <a:pt x="5770" y="161"/>
                  <a:pt x="5609" y="0"/>
                  <a:pt x="5410" y="0"/>
                </a:cubicBezTo>
                <a:lnTo>
                  <a:pt x="360" y="0"/>
                </a:lnTo>
                <a:cubicBezTo>
                  <a:pt x="161" y="0"/>
                  <a:pt x="0" y="161"/>
                  <a:pt x="0" y="359"/>
                </a:cubicBezTo>
                <a:lnTo>
                  <a:pt x="0" y="2655"/>
                </a:lnTo>
                <a:cubicBezTo>
                  <a:pt x="0" y="2853"/>
                  <a:pt x="161" y="3014"/>
                  <a:pt x="360" y="3014"/>
                </a:cubicBezTo>
                <a:lnTo>
                  <a:pt x="2884" y="3014"/>
                </a:lnTo>
                <a:close/>
              </a:path>
            </a:pathLst>
          </a:custGeom>
          <a:noFill/>
          <a:ln w="28800">
            <a:solidFill>
              <a:srgbClr val="294f7c"/>
            </a:solidFill>
            <a:miter/>
          </a:ln>
        </p:spPr>
        <p:txBody>
          <a:bodyPr lIns="104400" rIns="104400" tIns="59400" bIns="594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9" name=""/>
          <p:cNvSpPr txBox="1"/>
          <p:nvPr/>
        </p:nvSpPr>
        <p:spPr>
          <a:xfrm>
            <a:off x="5553360" y="1083240"/>
            <a:ext cx="1091880" cy="200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410" strike="noStrike" u="none">
                <a:solidFill>
                  <a:srgbClr val="203a5d"/>
                </a:solidFill>
                <a:effectLst/>
                <a:uFillTx/>
                <a:latin typeface="'Times New Roman'"/>
              </a:rPr>
              <a:t>REASONING</a:t>
            </a:r>
            <a:endParaRPr b="1" lang="en-US" sz="1410" strike="noStrike" u="none">
              <a:solidFill>
                <a:srgbClr val="203a5d"/>
              </a:solidFill>
              <a:effectLst/>
              <a:uFillTx/>
              <a:latin typeface="'Times New Roman'"/>
              <a:ea typeface="'Times New Roman'"/>
            </a:endParaRPr>
          </a:p>
        </p:txBody>
      </p:sp>
      <p:sp>
        <p:nvSpPr>
          <p:cNvPr id="1190" name=""/>
          <p:cNvSpPr txBox="1"/>
          <p:nvPr/>
        </p:nvSpPr>
        <p:spPr>
          <a:xfrm>
            <a:off x="5416920" y="1456920"/>
            <a:ext cx="1341000" cy="159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130" strike="noStrike" u="none">
                <a:solidFill>
                  <a:srgbClr val="526d8b"/>
                </a:solidFill>
                <a:effectLst/>
                <a:uFillTx/>
                <a:latin typeface="'Times New Roman'"/>
              </a:rPr>
              <a:t>why the evidence bears</a:t>
            </a:r>
            <a:endParaRPr b="0" lang="en-US" sz="1130" strike="noStrike" u="none">
              <a:solidFill>
                <a:srgbClr val="526d8b"/>
              </a:solidFill>
              <a:effectLst/>
              <a:uFillTx/>
              <a:latin typeface="'Times New Roman'"/>
              <a:ea typeface="'Times New Roman'"/>
            </a:endParaRPr>
          </a:p>
        </p:txBody>
      </p:sp>
      <p:sp>
        <p:nvSpPr>
          <p:cNvPr id="1191" name=""/>
          <p:cNvSpPr/>
          <p:nvPr/>
        </p:nvSpPr>
        <p:spPr>
          <a:xfrm>
            <a:off x="7166880" y="1374120"/>
            <a:ext cx="172440" cy="0"/>
          </a:xfrm>
          <a:prstGeom prst="line">
            <a:avLst/>
          </a:prstGeom>
          <a:ln w="28800">
            <a:solidFill>
              <a:srgbClr val="2a527e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4400" rIns="104400" tIns="-59400" bIns="-594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2" name=""/>
          <p:cNvSpPr/>
          <p:nvPr/>
        </p:nvSpPr>
        <p:spPr>
          <a:xfrm>
            <a:off x="7051680" y="1201680"/>
            <a:ext cx="345240" cy="344880"/>
          </a:xfrm>
          <a:custGeom>
            <a:avLst/>
            <a:gdLst/>
            <a:ahLst/>
            <a:rect l="0" t="0" r="r" b="b"/>
            <a:pathLst>
              <a:path w="959" h="958">
                <a:moveTo>
                  <a:pt x="0" y="0"/>
                </a:moveTo>
                <a:lnTo>
                  <a:pt x="959" y="479"/>
                </a:lnTo>
                <a:lnTo>
                  <a:pt x="0" y="958"/>
                </a:lnTo>
                <a:lnTo>
                  <a:pt x="0" y="0"/>
                </a:lnTo>
                <a:close/>
              </a:path>
            </a:pathLst>
          </a:custGeom>
          <a:solidFill>
            <a:srgbClr val="2a527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3" name=""/>
          <p:cNvSpPr/>
          <p:nvPr/>
        </p:nvSpPr>
        <p:spPr>
          <a:xfrm>
            <a:off x="7051680" y="1201680"/>
            <a:ext cx="345240" cy="344880"/>
          </a:xfrm>
          <a:custGeom>
            <a:avLst/>
            <a:gdLst/>
            <a:ahLst/>
            <a:rect l="0" t="0" r="r" b="b"/>
            <a:pathLst>
              <a:path w="959" h="958">
                <a:moveTo>
                  <a:pt x="0" y="0"/>
                </a:moveTo>
                <a:lnTo>
                  <a:pt x="959" y="479"/>
                </a:lnTo>
                <a:lnTo>
                  <a:pt x="0" y="958"/>
                </a:lnTo>
                <a:lnTo>
                  <a:pt x="0" y="0"/>
                </a:lnTo>
                <a:close/>
              </a:path>
            </a:pathLst>
          </a:custGeom>
          <a:solidFill>
            <a:srgbClr val="2a527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4" name=""/>
          <p:cNvSpPr/>
          <p:nvPr/>
        </p:nvSpPr>
        <p:spPr>
          <a:xfrm>
            <a:off x="7051680" y="1201680"/>
            <a:ext cx="345240" cy="344880"/>
          </a:xfrm>
          <a:custGeom>
            <a:avLst/>
            <a:gdLst/>
            <a:ahLst/>
            <a:rect l="0" t="0" r="r" b="b"/>
            <a:pathLst>
              <a:path w="959" h="958">
                <a:moveTo>
                  <a:pt x="0" y="0"/>
                </a:moveTo>
                <a:lnTo>
                  <a:pt x="959" y="479"/>
                </a:lnTo>
                <a:lnTo>
                  <a:pt x="0" y="958"/>
                </a:lnTo>
                <a:lnTo>
                  <a:pt x="0" y="0"/>
                </a:lnTo>
                <a:close/>
              </a:path>
            </a:pathLst>
          </a:custGeom>
          <a:solidFill>
            <a:srgbClr val="2a527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5" name=""/>
          <p:cNvSpPr/>
          <p:nvPr/>
        </p:nvSpPr>
        <p:spPr>
          <a:xfrm>
            <a:off x="7382520" y="835200"/>
            <a:ext cx="2077200" cy="1085040"/>
          </a:xfrm>
          <a:custGeom>
            <a:avLst/>
            <a:gdLst/>
            <a:ahLst/>
            <a:rect l="0" t="0" r="r" b="b"/>
            <a:pathLst>
              <a:path w="5770" h="3014">
                <a:moveTo>
                  <a:pt x="2885" y="3014"/>
                </a:moveTo>
                <a:lnTo>
                  <a:pt x="5411" y="3014"/>
                </a:lnTo>
                <a:cubicBezTo>
                  <a:pt x="5610" y="3014"/>
                  <a:pt x="5770" y="2853"/>
                  <a:pt x="5770" y="2655"/>
                </a:cubicBezTo>
                <a:lnTo>
                  <a:pt x="5770" y="359"/>
                </a:lnTo>
                <a:cubicBezTo>
                  <a:pt x="5770" y="161"/>
                  <a:pt x="5610" y="0"/>
                  <a:pt x="5411" y="0"/>
                </a:cubicBezTo>
                <a:lnTo>
                  <a:pt x="359" y="0"/>
                </a:lnTo>
                <a:cubicBezTo>
                  <a:pt x="161" y="0"/>
                  <a:pt x="0" y="161"/>
                  <a:pt x="0" y="359"/>
                </a:cubicBezTo>
                <a:lnTo>
                  <a:pt x="0" y="2655"/>
                </a:lnTo>
                <a:cubicBezTo>
                  <a:pt x="0" y="2853"/>
                  <a:pt x="161" y="3014"/>
                  <a:pt x="359" y="3014"/>
                </a:cubicBezTo>
                <a:lnTo>
                  <a:pt x="2885" y="3014"/>
                </a:lnTo>
                <a:close/>
              </a:path>
            </a:pathLst>
          </a:custGeom>
          <a:solidFill>
            <a:srgbClr val="e9eff6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6" name=""/>
          <p:cNvSpPr/>
          <p:nvPr/>
        </p:nvSpPr>
        <p:spPr>
          <a:xfrm>
            <a:off x="7382520" y="835200"/>
            <a:ext cx="2077200" cy="1085040"/>
          </a:xfrm>
          <a:custGeom>
            <a:avLst/>
            <a:gdLst/>
            <a:ahLst/>
            <a:rect l="0" t="0" r="r" b="b"/>
            <a:pathLst>
              <a:path w="5770" h="3014">
                <a:moveTo>
                  <a:pt x="2885" y="3014"/>
                </a:moveTo>
                <a:lnTo>
                  <a:pt x="5411" y="3014"/>
                </a:lnTo>
                <a:cubicBezTo>
                  <a:pt x="5610" y="3014"/>
                  <a:pt x="5770" y="2853"/>
                  <a:pt x="5770" y="2655"/>
                </a:cubicBezTo>
                <a:lnTo>
                  <a:pt x="5770" y="359"/>
                </a:lnTo>
                <a:cubicBezTo>
                  <a:pt x="5770" y="161"/>
                  <a:pt x="5610" y="0"/>
                  <a:pt x="5411" y="0"/>
                </a:cubicBezTo>
                <a:lnTo>
                  <a:pt x="359" y="0"/>
                </a:lnTo>
                <a:cubicBezTo>
                  <a:pt x="161" y="0"/>
                  <a:pt x="0" y="161"/>
                  <a:pt x="0" y="359"/>
                </a:cubicBezTo>
                <a:lnTo>
                  <a:pt x="0" y="2655"/>
                </a:lnTo>
                <a:cubicBezTo>
                  <a:pt x="0" y="2853"/>
                  <a:pt x="161" y="3014"/>
                  <a:pt x="359" y="3014"/>
                </a:cubicBezTo>
                <a:lnTo>
                  <a:pt x="2885" y="3014"/>
                </a:lnTo>
                <a:close/>
              </a:path>
            </a:pathLst>
          </a:custGeom>
          <a:noFill/>
          <a:ln w="28800">
            <a:solidFill>
              <a:srgbClr val="294f7c"/>
            </a:solidFill>
            <a:miter/>
          </a:ln>
        </p:spPr>
        <p:txBody>
          <a:bodyPr lIns="104400" rIns="104400" tIns="59400" bIns="594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7" name=""/>
          <p:cNvSpPr txBox="1"/>
          <p:nvPr/>
        </p:nvSpPr>
        <p:spPr>
          <a:xfrm>
            <a:off x="7903440" y="1083240"/>
            <a:ext cx="1041480" cy="200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410" strike="noStrike" u="none">
                <a:solidFill>
                  <a:srgbClr val="203a5d"/>
                </a:solidFill>
                <a:effectLst/>
                <a:uFillTx/>
                <a:latin typeface="'Times New Roman'"/>
              </a:rPr>
              <a:t>BOUNDARY</a:t>
            </a:r>
            <a:endParaRPr b="1" lang="en-US" sz="1410" strike="noStrike" u="none">
              <a:solidFill>
                <a:srgbClr val="203a5d"/>
              </a:solidFill>
              <a:effectLst/>
              <a:uFillTx/>
              <a:latin typeface="'Times New Roman'"/>
              <a:ea typeface="'Times New Roman'"/>
            </a:endParaRPr>
          </a:p>
        </p:txBody>
      </p:sp>
      <p:sp>
        <p:nvSpPr>
          <p:cNvPr id="1198" name=""/>
          <p:cNvSpPr txBox="1"/>
          <p:nvPr/>
        </p:nvSpPr>
        <p:spPr>
          <a:xfrm>
            <a:off x="7687800" y="1456920"/>
            <a:ext cx="1432800" cy="159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130" strike="noStrike" u="none">
                <a:solidFill>
                  <a:srgbClr val="526d8b"/>
                </a:solidFill>
                <a:effectLst/>
                <a:uFillTx/>
                <a:latin typeface="'Times New Roman'"/>
              </a:rPr>
              <a:t>what remains unresolved</a:t>
            </a:r>
            <a:endParaRPr b="0" lang="en-US" sz="1130" strike="noStrike" u="none">
              <a:solidFill>
                <a:srgbClr val="526d8b"/>
              </a:solidFill>
              <a:effectLst/>
              <a:uFillTx/>
              <a:latin typeface="'Times New Roman'"/>
              <a:ea typeface="'Times New Roman'"/>
            </a:endParaRPr>
          </a:p>
        </p:txBody>
      </p:sp>
      <p:sp>
        <p:nvSpPr>
          <p:cNvPr id="1199" name=""/>
          <p:cNvSpPr/>
          <p:nvPr/>
        </p:nvSpPr>
        <p:spPr>
          <a:xfrm>
            <a:off x="9488520" y="1374120"/>
            <a:ext cx="172800" cy="0"/>
          </a:xfrm>
          <a:prstGeom prst="line">
            <a:avLst/>
          </a:prstGeom>
          <a:ln w="28800">
            <a:solidFill>
              <a:srgbClr val="2a527e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4400" rIns="104400" tIns="-59400" bIns="-594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0" name=""/>
          <p:cNvSpPr/>
          <p:nvPr/>
        </p:nvSpPr>
        <p:spPr>
          <a:xfrm>
            <a:off x="9373680" y="1201680"/>
            <a:ext cx="344880" cy="344880"/>
          </a:xfrm>
          <a:custGeom>
            <a:avLst/>
            <a:gdLst/>
            <a:ahLst/>
            <a:rect l="0" t="0" r="r" b="b"/>
            <a:pathLst>
              <a:path w="958" h="958">
                <a:moveTo>
                  <a:pt x="0" y="0"/>
                </a:moveTo>
                <a:lnTo>
                  <a:pt x="958" y="479"/>
                </a:lnTo>
                <a:lnTo>
                  <a:pt x="0" y="958"/>
                </a:lnTo>
                <a:lnTo>
                  <a:pt x="0" y="0"/>
                </a:lnTo>
                <a:close/>
              </a:path>
            </a:pathLst>
          </a:custGeom>
          <a:solidFill>
            <a:srgbClr val="2a527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1" name=""/>
          <p:cNvSpPr/>
          <p:nvPr/>
        </p:nvSpPr>
        <p:spPr>
          <a:xfrm>
            <a:off x="9373680" y="1201680"/>
            <a:ext cx="344880" cy="344880"/>
          </a:xfrm>
          <a:custGeom>
            <a:avLst/>
            <a:gdLst/>
            <a:ahLst/>
            <a:rect l="0" t="0" r="r" b="b"/>
            <a:pathLst>
              <a:path w="958" h="958">
                <a:moveTo>
                  <a:pt x="0" y="0"/>
                </a:moveTo>
                <a:lnTo>
                  <a:pt x="958" y="479"/>
                </a:lnTo>
                <a:lnTo>
                  <a:pt x="0" y="958"/>
                </a:lnTo>
                <a:lnTo>
                  <a:pt x="0" y="0"/>
                </a:lnTo>
                <a:close/>
              </a:path>
            </a:pathLst>
          </a:custGeom>
          <a:solidFill>
            <a:srgbClr val="2a527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2" name=""/>
          <p:cNvSpPr/>
          <p:nvPr/>
        </p:nvSpPr>
        <p:spPr>
          <a:xfrm>
            <a:off x="9373680" y="1201680"/>
            <a:ext cx="344880" cy="344880"/>
          </a:xfrm>
          <a:custGeom>
            <a:avLst/>
            <a:gdLst/>
            <a:ahLst/>
            <a:rect l="0" t="0" r="r" b="b"/>
            <a:pathLst>
              <a:path w="958" h="958">
                <a:moveTo>
                  <a:pt x="0" y="0"/>
                </a:moveTo>
                <a:lnTo>
                  <a:pt x="958" y="479"/>
                </a:lnTo>
                <a:lnTo>
                  <a:pt x="0" y="958"/>
                </a:lnTo>
                <a:lnTo>
                  <a:pt x="0" y="0"/>
                </a:lnTo>
                <a:close/>
              </a:path>
            </a:pathLst>
          </a:custGeom>
          <a:solidFill>
            <a:srgbClr val="2a527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3" name=""/>
          <p:cNvSpPr/>
          <p:nvPr/>
        </p:nvSpPr>
        <p:spPr>
          <a:xfrm>
            <a:off x="9373680" y="1201680"/>
            <a:ext cx="344880" cy="344880"/>
          </a:xfrm>
          <a:custGeom>
            <a:avLst/>
            <a:gdLst/>
            <a:ahLst/>
            <a:rect l="0" t="0" r="r" b="b"/>
            <a:pathLst>
              <a:path w="958" h="958">
                <a:moveTo>
                  <a:pt x="0" y="0"/>
                </a:moveTo>
                <a:lnTo>
                  <a:pt x="958" y="479"/>
                </a:lnTo>
                <a:lnTo>
                  <a:pt x="0" y="958"/>
                </a:lnTo>
                <a:lnTo>
                  <a:pt x="0" y="0"/>
                </a:lnTo>
                <a:close/>
              </a:path>
            </a:pathLst>
          </a:custGeom>
          <a:solidFill>
            <a:srgbClr val="2a527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4" name=""/>
          <p:cNvSpPr/>
          <p:nvPr/>
        </p:nvSpPr>
        <p:spPr>
          <a:xfrm>
            <a:off x="9704160" y="835200"/>
            <a:ext cx="2077560" cy="1085040"/>
          </a:xfrm>
          <a:custGeom>
            <a:avLst/>
            <a:gdLst/>
            <a:ahLst/>
            <a:rect l="0" t="0" r="r" b="b"/>
            <a:pathLst>
              <a:path w="5771" h="3014">
                <a:moveTo>
                  <a:pt x="2886" y="3014"/>
                </a:moveTo>
                <a:lnTo>
                  <a:pt x="5412" y="3014"/>
                </a:lnTo>
                <a:cubicBezTo>
                  <a:pt x="5610" y="3014"/>
                  <a:pt x="5771" y="2853"/>
                  <a:pt x="5771" y="2655"/>
                </a:cubicBezTo>
                <a:lnTo>
                  <a:pt x="5771" y="359"/>
                </a:lnTo>
                <a:cubicBezTo>
                  <a:pt x="5771" y="161"/>
                  <a:pt x="5610" y="0"/>
                  <a:pt x="5412" y="0"/>
                </a:cubicBezTo>
                <a:lnTo>
                  <a:pt x="360" y="0"/>
                </a:lnTo>
                <a:cubicBezTo>
                  <a:pt x="161" y="0"/>
                  <a:pt x="0" y="161"/>
                  <a:pt x="0" y="359"/>
                </a:cubicBezTo>
                <a:lnTo>
                  <a:pt x="0" y="2655"/>
                </a:lnTo>
                <a:cubicBezTo>
                  <a:pt x="0" y="2853"/>
                  <a:pt x="161" y="3014"/>
                  <a:pt x="360" y="3014"/>
                </a:cubicBezTo>
                <a:lnTo>
                  <a:pt x="2886" y="3014"/>
                </a:lnTo>
                <a:close/>
              </a:path>
            </a:pathLst>
          </a:custGeom>
          <a:solidFill>
            <a:srgbClr val="e9eff6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5" name=""/>
          <p:cNvSpPr/>
          <p:nvPr/>
        </p:nvSpPr>
        <p:spPr>
          <a:xfrm>
            <a:off x="9704160" y="835200"/>
            <a:ext cx="2077560" cy="1085040"/>
          </a:xfrm>
          <a:custGeom>
            <a:avLst/>
            <a:gdLst/>
            <a:ahLst/>
            <a:rect l="0" t="0" r="r" b="b"/>
            <a:pathLst>
              <a:path w="5771" h="3014">
                <a:moveTo>
                  <a:pt x="2886" y="3014"/>
                </a:moveTo>
                <a:lnTo>
                  <a:pt x="5412" y="3014"/>
                </a:lnTo>
                <a:cubicBezTo>
                  <a:pt x="5610" y="3014"/>
                  <a:pt x="5771" y="2853"/>
                  <a:pt x="5771" y="2655"/>
                </a:cubicBezTo>
                <a:lnTo>
                  <a:pt x="5771" y="359"/>
                </a:lnTo>
                <a:cubicBezTo>
                  <a:pt x="5771" y="161"/>
                  <a:pt x="5610" y="0"/>
                  <a:pt x="5412" y="0"/>
                </a:cubicBezTo>
                <a:lnTo>
                  <a:pt x="360" y="0"/>
                </a:lnTo>
                <a:cubicBezTo>
                  <a:pt x="161" y="0"/>
                  <a:pt x="0" y="161"/>
                  <a:pt x="0" y="359"/>
                </a:cubicBezTo>
                <a:lnTo>
                  <a:pt x="0" y="2655"/>
                </a:lnTo>
                <a:cubicBezTo>
                  <a:pt x="0" y="2853"/>
                  <a:pt x="161" y="3014"/>
                  <a:pt x="360" y="3014"/>
                </a:cubicBezTo>
                <a:lnTo>
                  <a:pt x="2886" y="3014"/>
                </a:lnTo>
                <a:close/>
              </a:path>
            </a:pathLst>
          </a:custGeom>
          <a:noFill/>
          <a:ln w="28800">
            <a:solidFill>
              <a:srgbClr val="294f7c"/>
            </a:solidFill>
            <a:miter/>
          </a:ln>
        </p:spPr>
        <p:txBody>
          <a:bodyPr lIns="104400" rIns="104400" tIns="59400" bIns="594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6" name=""/>
          <p:cNvSpPr txBox="1"/>
          <p:nvPr/>
        </p:nvSpPr>
        <p:spPr>
          <a:xfrm>
            <a:off x="10361880" y="1083240"/>
            <a:ext cx="761400" cy="200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410" strike="noStrike" u="none">
                <a:solidFill>
                  <a:srgbClr val="203a5d"/>
                </a:solidFill>
                <a:effectLst/>
                <a:uFillTx/>
                <a:latin typeface="'Times New Roman'"/>
              </a:rPr>
              <a:t>RETURN</a:t>
            </a:r>
            <a:endParaRPr b="1" lang="en-US" sz="1410" strike="noStrike" u="none">
              <a:solidFill>
                <a:srgbClr val="203a5d"/>
              </a:solidFill>
              <a:effectLst/>
              <a:uFillTx/>
              <a:latin typeface="'Times New Roman'"/>
              <a:ea typeface="'Times New Roman'"/>
            </a:endParaRPr>
          </a:p>
        </p:txBody>
      </p:sp>
      <p:sp>
        <p:nvSpPr>
          <p:cNvPr id="1207" name=""/>
          <p:cNvSpPr txBox="1"/>
          <p:nvPr/>
        </p:nvSpPr>
        <p:spPr>
          <a:xfrm>
            <a:off x="10225440" y="1456920"/>
            <a:ext cx="1027440" cy="159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130" strike="noStrike" u="none">
                <a:solidFill>
                  <a:srgbClr val="526d8b"/>
                </a:solidFill>
                <a:effectLst/>
                <a:uFillTx/>
                <a:latin typeface="'Times New Roman'"/>
              </a:rPr>
              <a:t>what now follows</a:t>
            </a:r>
            <a:endParaRPr b="0" lang="en-US" sz="1130" strike="noStrike" u="none">
              <a:solidFill>
                <a:srgbClr val="526d8b"/>
              </a:solidFill>
              <a:effectLst/>
              <a:uFillTx/>
              <a:latin typeface="'Times New Roman'"/>
              <a:ea typeface="'Times New Roman'"/>
            </a:endParaRPr>
          </a:p>
        </p:txBody>
      </p:sp>
      <p:sp>
        <p:nvSpPr>
          <p:cNvPr id="1208" name=""/>
          <p:cNvSpPr/>
          <p:nvPr/>
        </p:nvSpPr>
        <p:spPr>
          <a:xfrm>
            <a:off x="1243800" y="2279520"/>
            <a:ext cx="9704160" cy="696960"/>
          </a:xfrm>
          <a:custGeom>
            <a:avLst/>
            <a:gdLst/>
            <a:ahLst/>
            <a:rect l="0" t="0" r="r" b="b"/>
            <a:pathLst>
              <a:path w="26956" h="1936">
                <a:moveTo>
                  <a:pt x="13479" y="1936"/>
                </a:moveTo>
                <a:lnTo>
                  <a:pt x="26616" y="1936"/>
                </a:lnTo>
                <a:cubicBezTo>
                  <a:pt x="26804" y="1936"/>
                  <a:pt x="26956" y="1784"/>
                  <a:pt x="26956" y="1596"/>
                </a:cubicBezTo>
                <a:lnTo>
                  <a:pt x="26956" y="339"/>
                </a:lnTo>
                <a:cubicBezTo>
                  <a:pt x="26956" y="152"/>
                  <a:pt x="26804" y="0"/>
                  <a:pt x="26616" y="0"/>
                </a:cubicBezTo>
                <a:lnTo>
                  <a:pt x="340" y="0"/>
                </a:lnTo>
                <a:cubicBezTo>
                  <a:pt x="152" y="0"/>
                  <a:pt x="0" y="152"/>
                  <a:pt x="0" y="339"/>
                </a:cubicBezTo>
                <a:lnTo>
                  <a:pt x="0" y="1596"/>
                </a:lnTo>
                <a:cubicBezTo>
                  <a:pt x="0" y="1784"/>
                  <a:pt x="152" y="1936"/>
                  <a:pt x="340" y="1936"/>
                </a:cubicBezTo>
                <a:lnTo>
                  <a:pt x="13479" y="1936"/>
                </a:lnTo>
                <a:close/>
              </a:path>
            </a:pathLst>
          </a:custGeom>
          <a:solidFill>
            <a:srgbClr val="fffaf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9" name=""/>
          <p:cNvSpPr/>
          <p:nvPr/>
        </p:nvSpPr>
        <p:spPr>
          <a:xfrm>
            <a:off x="1243800" y="2279520"/>
            <a:ext cx="9704160" cy="696960"/>
          </a:xfrm>
          <a:custGeom>
            <a:avLst/>
            <a:gdLst/>
            <a:ahLst/>
            <a:rect l="0" t="0" r="r" b="b"/>
            <a:pathLst>
              <a:path w="26956" h="1936">
                <a:moveTo>
                  <a:pt x="13479" y="1936"/>
                </a:moveTo>
                <a:lnTo>
                  <a:pt x="26616" y="1936"/>
                </a:lnTo>
                <a:cubicBezTo>
                  <a:pt x="26804" y="1936"/>
                  <a:pt x="26956" y="1784"/>
                  <a:pt x="26956" y="1596"/>
                </a:cubicBezTo>
                <a:lnTo>
                  <a:pt x="26956" y="339"/>
                </a:lnTo>
                <a:cubicBezTo>
                  <a:pt x="26956" y="152"/>
                  <a:pt x="26804" y="0"/>
                  <a:pt x="26616" y="0"/>
                </a:cubicBezTo>
                <a:lnTo>
                  <a:pt x="340" y="0"/>
                </a:lnTo>
                <a:cubicBezTo>
                  <a:pt x="152" y="0"/>
                  <a:pt x="0" y="152"/>
                  <a:pt x="0" y="339"/>
                </a:cubicBezTo>
                <a:lnTo>
                  <a:pt x="0" y="1596"/>
                </a:lnTo>
                <a:cubicBezTo>
                  <a:pt x="0" y="1784"/>
                  <a:pt x="152" y="1936"/>
                  <a:pt x="340" y="1936"/>
                </a:cubicBezTo>
                <a:lnTo>
                  <a:pt x="13479" y="1936"/>
                </a:lnTo>
                <a:close/>
              </a:path>
            </a:pathLst>
          </a:custGeom>
          <a:noFill/>
          <a:ln w="28800">
            <a:solidFill>
              <a:srgbClr val="9e2e2e"/>
            </a:solidFill>
            <a:miter/>
          </a:ln>
        </p:spPr>
        <p:txBody>
          <a:bodyPr lIns="104400" rIns="104400" tIns="59400" bIns="594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0" name=""/>
          <p:cNvSpPr txBox="1"/>
          <p:nvPr/>
        </p:nvSpPr>
        <p:spPr>
          <a:xfrm>
            <a:off x="2936880" y="2383560"/>
            <a:ext cx="638964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470" strike="noStrike" u="none">
                <a:solidFill>
                  <a:srgbClr val="7f2525"/>
                </a:solidFill>
                <a:effectLst/>
                <a:uFillTx/>
                <a:latin typeface="'Times New Roman'"/>
              </a:rPr>
              <a:t>A section earns its place when the next step depends on what it has established.</a:t>
            </a:r>
            <a:endParaRPr b="1" lang="en-US" sz="1470" strike="noStrike" u="none">
              <a:solidFill>
                <a:srgbClr val="7f2525"/>
              </a:solidFill>
              <a:effectLst/>
              <a:uFillTx/>
              <a:latin typeface="'Times New Roman'"/>
              <a:ea typeface="'Times New Roman'"/>
            </a:endParaRPr>
          </a:p>
        </p:txBody>
      </p:sp>
      <p:sp>
        <p:nvSpPr>
          <p:cNvPr id="1211" name=""/>
          <p:cNvSpPr txBox="1"/>
          <p:nvPr/>
        </p:nvSpPr>
        <p:spPr>
          <a:xfrm>
            <a:off x="4108320" y="2678400"/>
            <a:ext cx="4003200" cy="166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1190" strike="noStrike" u="none">
                <a:solidFill>
                  <a:srgbClr val="526d8b"/>
                </a:solidFill>
                <a:effectLst/>
                <a:uFillTx/>
                <a:latin typeface="'Times New Roman'"/>
              </a:rPr>
              <a:t>If its removal changes nothing essential, merge, move or delete it.</a:t>
            </a:r>
            <a:endParaRPr b="0" i="1" lang="en-US" sz="1190" strike="noStrike" u="none">
              <a:solidFill>
                <a:srgbClr val="526d8b"/>
              </a:solidFill>
              <a:effectLst/>
              <a:uFillTx/>
              <a:latin typeface="'Times New Roman'"/>
              <a:ea typeface="'Times New Roman'"/>
            </a:endParaRPr>
          </a:p>
        </p:txBody>
      </p:sp>
      <p:sp>
        <p:nvSpPr>
          <p:cNvPr id="1212" name=""/>
          <p:cNvSpPr txBox="1"/>
          <p:nvPr/>
        </p:nvSpPr>
        <p:spPr>
          <a:xfrm>
            <a:off x="4388760" y="3281400"/>
            <a:ext cx="342936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750" strike="noStrike" u="none">
                <a:solidFill>
                  <a:srgbClr val="203a5d"/>
                </a:solidFill>
                <a:effectLst/>
                <a:uFillTx/>
                <a:latin typeface="'Times New Roman'"/>
              </a:rPr>
              <a:t>PARAGRAPH REASONING TEST</a:t>
            </a:r>
            <a:endParaRPr b="1" lang="en-US" sz="1750" strike="noStrike" u="none">
              <a:solidFill>
                <a:srgbClr val="203a5d"/>
              </a:solidFill>
              <a:effectLst/>
              <a:uFillTx/>
              <a:latin typeface="'Times New Roman'"/>
              <a:ea typeface="'Times New Roman'"/>
            </a:endParaRPr>
          </a:p>
        </p:txBody>
      </p:sp>
      <p:sp>
        <p:nvSpPr>
          <p:cNvPr id="1213" name=""/>
          <p:cNvSpPr/>
          <p:nvPr/>
        </p:nvSpPr>
        <p:spPr>
          <a:xfrm>
            <a:off x="754920" y="3759120"/>
            <a:ext cx="2300400" cy="1070640"/>
          </a:xfrm>
          <a:custGeom>
            <a:avLst/>
            <a:gdLst/>
            <a:ahLst/>
            <a:rect l="0" t="0" r="r" b="b"/>
            <a:pathLst>
              <a:path w="6390" h="2974">
                <a:moveTo>
                  <a:pt x="3195" y="2974"/>
                </a:moveTo>
                <a:lnTo>
                  <a:pt x="6031" y="2974"/>
                </a:lnTo>
                <a:cubicBezTo>
                  <a:pt x="6229" y="2974"/>
                  <a:pt x="6390" y="2813"/>
                  <a:pt x="6390" y="2615"/>
                </a:cubicBezTo>
                <a:lnTo>
                  <a:pt x="6390" y="359"/>
                </a:lnTo>
                <a:cubicBezTo>
                  <a:pt x="6390" y="161"/>
                  <a:pt x="6229" y="0"/>
                  <a:pt x="6031" y="0"/>
                </a:cubicBezTo>
                <a:lnTo>
                  <a:pt x="360" y="0"/>
                </a:lnTo>
                <a:cubicBezTo>
                  <a:pt x="161" y="0"/>
                  <a:pt x="0" y="161"/>
                  <a:pt x="0" y="359"/>
                </a:cubicBezTo>
                <a:lnTo>
                  <a:pt x="0" y="2615"/>
                </a:lnTo>
                <a:cubicBezTo>
                  <a:pt x="0" y="2813"/>
                  <a:pt x="161" y="2974"/>
                  <a:pt x="360" y="2974"/>
                </a:cubicBezTo>
                <a:lnTo>
                  <a:pt x="3195" y="2974"/>
                </a:lnTo>
                <a:close/>
              </a:path>
            </a:pathLst>
          </a:custGeom>
          <a:solidFill>
            <a:srgbClr val="e9eff6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4" name=""/>
          <p:cNvSpPr/>
          <p:nvPr/>
        </p:nvSpPr>
        <p:spPr>
          <a:xfrm>
            <a:off x="754920" y="3759120"/>
            <a:ext cx="2300400" cy="1070640"/>
          </a:xfrm>
          <a:custGeom>
            <a:avLst/>
            <a:gdLst/>
            <a:ahLst/>
            <a:rect l="0" t="0" r="r" b="b"/>
            <a:pathLst>
              <a:path w="6390" h="2974">
                <a:moveTo>
                  <a:pt x="3195" y="2974"/>
                </a:moveTo>
                <a:lnTo>
                  <a:pt x="6031" y="2974"/>
                </a:lnTo>
                <a:cubicBezTo>
                  <a:pt x="6229" y="2974"/>
                  <a:pt x="6390" y="2813"/>
                  <a:pt x="6390" y="2615"/>
                </a:cubicBezTo>
                <a:lnTo>
                  <a:pt x="6390" y="359"/>
                </a:lnTo>
                <a:cubicBezTo>
                  <a:pt x="6390" y="161"/>
                  <a:pt x="6229" y="0"/>
                  <a:pt x="6031" y="0"/>
                </a:cubicBezTo>
                <a:lnTo>
                  <a:pt x="360" y="0"/>
                </a:lnTo>
                <a:cubicBezTo>
                  <a:pt x="161" y="0"/>
                  <a:pt x="0" y="161"/>
                  <a:pt x="0" y="359"/>
                </a:cubicBezTo>
                <a:lnTo>
                  <a:pt x="0" y="2615"/>
                </a:lnTo>
                <a:cubicBezTo>
                  <a:pt x="0" y="2813"/>
                  <a:pt x="161" y="2974"/>
                  <a:pt x="360" y="2974"/>
                </a:cubicBezTo>
                <a:lnTo>
                  <a:pt x="3195" y="2974"/>
                </a:lnTo>
                <a:close/>
              </a:path>
            </a:pathLst>
          </a:custGeom>
          <a:noFill/>
          <a:ln w="28800">
            <a:solidFill>
              <a:srgbClr val="294f7c"/>
            </a:solidFill>
            <a:miter/>
          </a:ln>
        </p:spPr>
        <p:txBody>
          <a:bodyPr lIns="104400" rIns="104400" tIns="59400" bIns="594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5" name=""/>
          <p:cNvSpPr txBox="1"/>
          <p:nvPr/>
        </p:nvSpPr>
        <p:spPr>
          <a:xfrm>
            <a:off x="1592640" y="3999960"/>
            <a:ext cx="624600" cy="200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410" strike="noStrike" u="none">
                <a:solidFill>
                  <a:srgbClr val="203a5d"/>
                </a:solidFill>
                <a:effectLst/>
                <a:uFillTx/>
                <a:latin typeface="'Times New Roman'"/>
              </a:rPr>
              <a:t>CLAIM</a:t>
            </a:r>
            <a:endParaRPr b="1" lang="en-US" sz="1410" strike="noStrike" u="none">
              <a:solidFill>
                <a:srgbClr val="203a5d"/>
              </a:solidFill>
              <a:effectLst/>
              <a:uFillTx/>
              <a:latin typeface="'Times New Roman'"/>
              <a:ea typeface="'Times New Roman'"/>
            </a:endParaRPr>
          </a:p>
        </p:txBody>
      </p:sp>
      <p:sp>
        <p:nvSpPr>
          <p:cNvPr id="1216" name=""/>
          <p:cNvSpPr txBox="1"/>
          <p:nvPr/>
        </p:nvSpPr>
        <p:spPr>
          <a:xfrm>
            <a:off x="1218600" y="4366440"/>
            <a:ext cx="1333440" cy="159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130" strike="noStrike" u="none">
                <a:solidFill>
                  <a:srgbClr val="526d8b"/>
                </a:solidFill>
                <a:effectLst/>
                <a:uFillTx/>
                <a:latin typeface="'Times New Roman'"/>
              </a:rPr>
              <a:t>contestable proposition</a:t>
            </a:r>
            <a:endParaRPr b="0" lang="en-US" sz="1130" strike="noStrike" u="none">
              <a:solidFill>
                <a:srgbClr val="526d8b"/>
              </a:solidFill>
              <a:effectLst/>
              <a:uFillTx/>
              <a:latin typeface="'Times New Roman'"/>
              <a:ea typeface="'Times New Roman'"/>
            </a:endParaRPr>
          </a:p>
        </p:txBody>
      </p:sp>
      <p:sp>
        <p:nvSpPr>
          <p:cNvPr id="1217" name=""/>
          <p:cNvSpPr/>
          <p:nvPr/>
        </p:nvSpPr>
        <p:spPr>
          <a:xfrm>
            <a:off x="3084120" y="4290840"/>
            <a:ext cx="395280" cy="0"/>
          </a:xfrm>
          <a:prstGeom prst="line">
            <a:avLst/>
          </a:prstGeom>
          <a:ln w="28800">
            <a:solidFill>
              <a:srgbClr val="2a527e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4400" rIns="104400" tIns="-59400" bIns="-594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8" name=""/>
          <p:cNvSpPr/>
          <p:nvPr/>
        </p:nvSpPr>
        <p:spPr>
          <a:xfrm>
            <a:off x="3191760" y="4118400"/>
            <a:ext cx="345240" cy="344880"/>
          </a:xfrm>
          <a:custGeom>
            <a:avLst/>
            <a:gdLst/>
            <a:ahLst/>
            <a:rect l="0" t="0" r="r" b="b"/>
            <a:pathLst>
              <a:path w="959" h="958">
                <a:moveTo>
                  <a:pt x="0" y="0"/>
                </a:moveTo>
                <a:lnTo>
                  <a:pt x="959" y="479"/>
                </a:lnTo>
                <a:lnTo>
                  <a:pt x="0" y="958"/>
                </a:lnTo>
                <a:lnTo>
                  <a:pt x="0" y="0"/>
                </a:lnTo>
                <a:close/>
              </a:path>
            </a:pathLst>
          </a:custGeom>
          <a:solidFill>
            <a:srgbClr val="2a527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9" name=""/>
          <p:cNvSpPr/>
          <p:nvPr/>
        </p:nvSpPr>
        <p:spPr>
          <a:xfrm>
            <a:off x="3191760" y="4118400"/>
            <a:ext cx="345240" cy="344880"/>
          </a:xfrm>
          <a:custGeom>
            <a:avLst/>
            <a:gdLst/>
            <a:ahLst/>
            <a:rect l="0" t="0" r="r" b="b"/>
            <a:pathLst>
              <a:path w="959" h="958">
                <a:moveTo>
                  <a:pt x="0" y="0"/>
                </a:moveTo>
                <a:lnTo>
                  <a:pt x="959" y="479"/>
                </a:lnTo>
                <a:lnTo>
                  <a:pt x="0" y="958"/>
                </a:lnTo>
                <a:lnTo>
                  <a:pt x="0" y="0"/>
                </a:lnTo>
                <a:close/>
              </a:path>
            </a:pathLst>
          </a:custGeom>
          <a:solidFill>
            <a:srgbClr val="2a527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0" name=""/>
          <p:cNvSpPr/>
          <p:nvPr/>
        </p:nvSpPr>
        <p:spPr>
          <a:xfrm>
            <a:off x="3191760" y="4118400"/>
            <a:ext cx="345240" cy="344880"/>
          </a:xfrm>
          <a:custGeom>
            <a:avLst/>
            <a:gdLst/>
            <a:ahLst/>
            <a:rect l="0" t="0" r="r" b="b"/>
            <a:pathLst>
              <a:path w="959" h="958">
                <a:moveTo>
                  <a:pt x="0" y="0"/>
                </a:moveTo>
                <a:lnTo>
                  <a:pt x="959" y="479"/>
                </a:lnTo>
                <a:lnTo>
                  <a:pt x="0" y="958"/>
                </a:lnTo>
                <a:lnTo>
                  <a:pt x="0" y="0"/>
                </a:lnTo>
                <a:close/>
              </a:path>
            </a:pathLst>
          </a:custGeom>
          <a:solidFill>
            <a:srgbClr val="2a527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1" name=""/>
          <p:cNvSpPr/>
          <p:nvPr/>
        </p:nvSpPr>
        <p:spPr>
          <a:xfrm>
            <a:off x="3191760" y="4118400"/>
            <a:ext cx="345240" cy="344880"/>
          </a:xfrm>
          <a:custGeom>
            <a:avLst/>
            <a:gdLst/>
            <a:ahLst/>
            <a:rect l="0" t="0" r="r" b="b"/>
            <a:pathLst>
              <a:path w="959" h="958">
                <a:moveTo>
                  <a:pt x="0" y="0"/>
                </a:moveTo>
                <a:lnTo>
                  <a:pt x="959" y="479"/>
                </a:lnTo>
                <a:lnTo>
                  <a:pt x="0" y="958"/>
                </a:lnTo>
                <a:lnTo>
                  <a:pt x="0" y="0"/>
                </a:lnTo>
                <a:close/>
              </a:path>
            </a:pathLst>
          </a:custGeom>
          <a:solidFill>
            <a:srgbClr val="2a527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2" name=""/>
          <p:cNvSpPr/>
          <p:nvPr/>
        </p:nvSpPr>
        <p:spPr>
          <a:xfrm>
            <a:off x="3191760" y="4118400"/>
            <a:ext cx="345240" cy="344880"/>
          </a:xfrm>
          <a:custGeom>
            <a:avLst/>
            <a:gdLst/>
            <a:ahLst/>
            <a:rect l="0" t="0" r="r" b="b"/>
            <a:pathLst>
              <a:path w="959" h="958">
                <a:moveTo>
                  <a:pt x="0" y="0"/>
                </a:moveTo>
                <a:lnTo>
                  <a:pt x="959" y="479"/>
                </a:lnTo>
                <a:lnTo>
                  <a:pt x="0" y="958"/>
                </a:lnTo>
                <a:lnTo>
                  <a:pt x="0" y="0"/>
                </a:lnTo>
                <a:close/>
              </a:path>
            </a:pathLst>
          </a:custGeom>
          <a:solidFill>
            <a:srgbClr val="2a527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3" name=""/>
          <p:cNvSpPr/>
          <p:nvPr/>
        </p:nvSpPr>
        <p:spPr>
          <a:xfrm>
            <a:off x="3551400" y="3759120"/>
            <a:ext cx="2300400" cy="1070640"/>
          </a:xfrm>
          <a:custGeom>
            <a:avLst/>
            <a:gdLst/>
            <a:ahLst/>
            <a:rect l="0" t="0" r="r" b="b"/>
            <a:pathLst>
              <a:path w="6390" h="2974">
                <a:moveTo>
                  <a:pt x="3195" y="2974"/>
                </a:moveTo>
                <a:lnTo>
                  <a:pt x="6030" y="2974"/>
                </a:lnTo>
                <a:cubicBezTo>
                  <a:pt x="6229" y="2974"/>
                  <a:pt x="6390" y="2813"/>
                  <a:pt x="6390" y="2615"/>
                </a:cubicBezTo>
                <a:lnTo>
                  <a:pt x="6390" y="359"/>
                </a:lnTo>
                <a:cubicBezTo>
                  <a:pt x="6390" y="161"/>
                  <a:pt x="6229" y="0"/>
                  <a:pt x="6030" y="0"/>
                </a:cubicBezTo>
                <a:lnTo>
                  <a:pt x="359" y="0"/>
                </a:lnTo>
                <a:cubicBezTo>
                  <a:pt x="161" y="0"/>
                  <a:pt x="0" y="161"/>
                  <a:pt x="0" y="359"/>
                </a:cubicBezTo>
                <a:lnTo>
                  <a:pt x="0" y="2615"/>
                </a:lnTo>
                <a:cubicBezTo>
                  <a:pt x="0" y="2813"/>
                  <a:pt x="161" y="2974"/>
                  <a:pt x="359" y="2974"/>
                </a:cubicBezTo>
                <a:lnTo>
                  <a:pt x="3195" y="2974"/>
                </a:lnTo>
                <a:close/>
              </a:path>
            </a:pathLst>
          </a:custGeom>
          <a:solidFill>
            <a:srgbClr val="e9eff6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4" name=""/>
          <p:cNvSpPr/>
          <p:nvPr/>
        </p:nvSpPr>
        <p:spPr>
          <a:xfrm>
            <a:off x="3551400" y="3759120"/>
            <a:ext cx="2300400" cy="1070640"/>
          </a:xfrm>
          <a:custGeom>
            <a:avLst/>
            <a:gdLst/>
            <a:ahLst/>
            <a:rect l="0" t="0" r="r" b="b"/>
            <a:pathLst>
              <a:path w="6390" h="2974">
                <a:moveTo>
                  <a:pt x="3195" y="2974"/>
                </a:moveTo>
                <a:lnTo>
                  <a:pt x="6030" y="2974"/>
                </a:lnTo>
                <a:cubicBezTo>
                  <a:pt x="6229" y="2974"/>
                  <a:pt x="6390" y="2813"/>
                  <a:pt x="6390" y="2615"/>
                </a:cubicBezTo>
                <a:lnTo>
                  <a:pt x="6390" y="359"/>
                </a:lnTo>
                <a:cubicBezTo>
                  <a:pt x="6390" y="161"/>
                  <a:pt x="6229" y="0"/>
                  <a:pt x="6030" y="0"/>
                </a:cubicBezTo>
                <a:lnTo>
                  <a:pt x="359" y="0"/>
                </a:lnTo>
                <a:cubicBezTo>
                  <a:pt x="161" y="0"/>
                  <a:pt x="0" y="161"/>
                  <a:pt x="0" y="359"/>
                </a:cubicBezTo>
                <a:lnTo>
                  <a:pt x="0" y="2615"/>
                </a:lnTo>
                <a:cubicBezTo>
                  <a:pt x="0" y="2813"/>
                  <a:pt x="161" y="2974"/>
                  <a:pt x="359" y="2974"/>
                </a:cubicBezTo>
                <a:lnTo>
                  <a:pt x="3195" y="2974"/>
                </a:lnTo>
                <a:close/>
              </a:path>
            </a:pathLst>
          </a:custGeom>
          <a:noFill/>
          <a:ln w="28800">
            <a:solidFill>
              <a:srgbClr val="294f7c"/>
            </a:solidFill>
            <a:miter/>
          </a:ln>
        </p:spPr>
        <p:txBody>
          <a:bodyPr lIns="104400" rIns="104400" tIns="59400" bIns="594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5" name=""/>
          <p:cNvSpPr txBox="1"/>
          <p:nvPr/>
        </p:nvSpPr>
        <p:spPr>
          <a:xfrm>
            <a:off x="4223520" y="3999960"/>
            <a:ext cx="955440" cy="200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410" strike="noStrike" u="none">
                <a:solidFill>
                  <a:srgbClr val="203a5d"/>
                </a:solidFill>
                <a:effectLst/>
                <a:uFillTx/>
                <a:latin typeface="'Times New Roman'"/>
              </a:rPr>
              <a:t>EVIDENCE</a:t>
            </a:r>
            <a:endParaRPr b="1" lang="en-US" sz="1410" strike="noStrike" u="none">
              <a:solidFill>
                <a:srgbClr val="203a5d"/>
              </a:solidFill>
              <a:effectLst/>
              <a:uFillTx/>
              <a:latin typeface="'Times New Roman'"/>
              <a:ea typeface="'Times New Roman'"/>
            </a:endParaRPr>
          </a:p>
        </p:txBody>
      </p:sp>
      <p:sp>
        <p:nvSpPr>
          <p:cNvPr id="1226" name=""/>
          <p:cNvSpPr txBox="1"/>
          <p:nvPr/>
        </p:nvSpPr>
        <p:spPr>
          <a:xfrm>
            <a:off x="4022280" y="4366440"/>
            <a:ext cx="1321200" cy="159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130" strike="noStrike" u="none">
                <a:solidFill>
                  <a:srgbClr val="526d8b"/>
                </a:solidFill>
                <a:effectLst/>
                <a:uFillTx/>
                <a:latin typeface="'Times New Roman'"/>
              </a:rPr>
              <a:t>source, result or record</a:t>
            </a:r>
            <a:endParaRPr b="0" lang="en-US" sz="1130" strike="noStrike" u="none">
              <a:solidFill>
                <a:srgbClr val="526d8b"/>
              </a:solidFill>
              <a:effectLst/>
              <a:uFillTx/>
              <a:latin typeface="'Times New Roman'"/>
              <a:ea typeface="'Times New Roman'"/>
            </a:endParaRPr>
          </a:p>
        </p:txBody>
      </p:sp>
      <p:sp>
        <p:nvSpPr>
          <p:cNvPr id="1227" name=""/>
          <p:cNvSpPr/>
          <p:nvPr/>
        </p:nvSpPr>
        <p:spPr>
          <a:xfrm>
            <a:off x="5880240" y="4290840"/>
            <a:ext cx="395280" cy="0"/>
          </a:xfrm>
          <a:prstGeom prst="line">
            <a:avLst/>
          </a:prstGeom>
          <a:ln w="28800">
            <a:solidFill>
              <a:srgbClr val="2a527e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4400" rIns="104400" tIns="-59400" bIns="-594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8" name=""/>
          <p:cNvSpPr/>
          <p:nvPr/>
        </p:nvSpPr>
        <p:spPr>
          <a:xfrm>
            <a:off x="5988240" y="4118400"/>
            <a:ext cx="344520" cy="344880"/>
          </a:xfrm>
          <a:custGeom>
            <a:avLst/>
            <a:gdLst/>
            <a:ahLst/>
            <a:rect l="0" t="0" r="r" b="b"/>
            <a:pathLst>
              <a:path w="957" h="958">
                <a:moveTo>
                  <a:pt x="0" y="0"/>
                </a:moveTo>
                <a:lnTo>
                  <a:pt x="957" y="479"/>
                </a:lnTo>
                <a:lnTo>
                  <a:pt x="0" y="958"/>
                </a:lnTo>
                <a:lnTo>
                  <a:pt x="0" y="0"/>
                </a:lnTo>
                <a:close/>
              </a:path>
            </a:pathLst>
          </a:custGeom>
          <a:solidFill>
            <a:srgbClr val="2a527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9" name=""/>
          <p:cNvSpPr/>
          <p:nvPr/>
        </p:nvSpPr>
        <p:spPr>
          <a:xfrm>
            <a:off x="5988240" y="4118400"/>
            <a:ext cx="344520" cy="344880"/>
          </a:xfrm>
          <a:custGeom>
            <a:avLst/>
            <a:gdLst/>
            <a:ahLst/>
            <a:rect l="0" t="0" r="r" b="b"/>
            <a:pathLst>
              <a:path w="957" h="958">
                <a:moveTo>
                  <a:pt x="0" y="0"/>
                </a:moveTo>
                <a:lnTo>
                  <a:pt x="957" y="479"/>
                </a:lnTo>
                <a:lnTo>
                  <a:pt x="0" y="958"/>
                </a:lnTo>
                <a:lnTo>
                  <a:pt x="0" y="0"/>
                </a:lnTo>
                <a:close/>
              </a:path>
            </a:pathLst>
          </a:custGeom>
          <a:solidFill>
            <a:srgbClr val="2a527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0" name=""/>
          <p:cNvSpPr/>
          <p:nvPr/>
        </p:nvSpPr>
        <p:spPr>
          <a:xfrm>
            <a:off x="5988240" y="4118400"/>
            <a:ext cx="344520" cy="344880"/>
          </a:xfrm>
          <a:custGeom>
            <a:avLst/>
            <a:gdLst/>
            <a:ahLst/>
            <a:rect l="0" t="0" r="r" b="b"/>
            <a:pathLst>
              <a:path w="957" h="958">
                <a:moveTo>
                  <a:pt x="0" y="0"/>
                </a:moveTo>
                <a:lnTo>
                  <a:pt x="957" y="479"/>
                </a:lnTo>
                <a:lnTo>
                  <a:pt x="0" y="958"/>
                </a:lnTo>
                <a:lnTo>
                  <a:pt x="0" y="0"/>
                </a:lnTo>
                <a:close/>
              </a:path>
            </a:pathLst>
          </a:custGeom>
          <a:solidFill>
            <a:srgbClr val="2a527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1" name=""/>
          <p:cNvSpPr/>
          <p:nvPr/>
        </p:nvSpPr>
        <p:spPr>
          <a:xfrm>
            <a:off x="5988240" y="4118400"/>
            <a:ext cx="344520" cy="344880"/>
          </a:xfrm>
          <a:custGeom>
            <a:avLst/>
            <a:gdLst/>
            <a:ahLst/>
            <a:rect l="0" t="0" r="r" b="b"/>
            <a:pathLst>
              <a:path w="957" h="958">
                <a:moveTo>
                  <a:pt x="0" y="0"/>
                </a:moveTo>
                <a:lnTo>
                  <a:pt x="957" y="479"/>
                </a:lnTo>
                <a:lnTo>
                  <a:pt x="0" y="958"/>
                </a:lnTo>
                <a:lnTo>
                  <a:pt x="0" y="0"/>
                </a:lnTo>
                <a:close/>
              </a:path>
            </a:pathLst>
          </a:custGeom>
          <a:solidFill>
            <a:srgbClr val="2a527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2" name=""/>
          <p:cNvSpPr/>
          <p:nvPr/>
        </p:nvSpPr>
        <p:spPr>
          <a:xfrm>
            <a:off x="5988240" y="4118400"/>
            <a:ext cx="344520" cy="344880"/>
          </a:xfrm>
          <a:custGeom>
            <a:avLst/>
            <a:gdLst/>
            <a:ahLst/>
            <a:rect l="0" t="0" r="r" b="b"/>
            <a:pathLst>
              <a:path w="957" h="958">
                <a:moveTo>
                  <a:pt x="0" y="0"/>
                </a:moveTo>
                <a:lnTo>
                  <a:pt x="957" y="479"/>
                </a:lnTo>
                <a:lnTo>
                  <a:pt x="0" y="958"/>
                </a:lnTo>
                <a:lnTo>
                  <a:pt x="0" y="0"/>
                </a:lnTo>
                <a:close/>
              </a:path>
            </a:pathLst>
          </a:custGeom>
          <a:solidFill>
            <a:srgbClr val="2a527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3" name=""/>
          <p:cNvSpPr/>
          <p:nvPr/>
        </p:nvSpPr>
        <p:spPr>
          <a:xfrm>
            <a:off x="5988240" y="4118400"/>
            <a:ext cx="344520" cy="344880"/>
          </a:xfrm>
          <a:custGeom>
            <a:avLst/>
            <a:gdLst/>
            <a:ahLst/>
            <a:rect l="0" t="0" r="r" b="b"/>
            <a:pathLst>
              <a:path w="957" h="958">
                <a:moveTo>
                  <a:pt x="0" y="0"/>
                </a:moveTo>
                <a:lnTo>
                  <a:pt x="957" y="479"/>
                </a:lnTo>
                <a:lnTo>
                  <a:pt x="0" y="958"/>
                </a:lnTo>
                <a:lnTo>
                  <a:pt x="0" y="0"/>
                </a:lnTo>
                <a:close/>
              </a:path>
            </a:pathLst>
          </a:custGeom>
          <a:solidFill>
            <a:srgbClr val="2a527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4" name=""/>
          <p:cNvSpPr/>
          <p:nvPr/>
        </p:nvSpPr>
        <p:spPr>
          <a:xfrm>
            <a:off x="6347160" y="3759120"/>
            <a:ext cx="2300400" cy="1070640"/>
          </a:xfrm>
          <a:custGeom>
            <a:avLst/>
            <a:gdLst/>
            <a:ahLst/>
            <a:rect l="0" t="0" r="r" b="b"/>
            <a:pathLst>
              <a:path w="6390" h="2974">
                <a:moveTo>
                  <a:pt x="3195" y="2974"/>
                </a:moveTo>
                <a:lnTo>
                  <a:pt x="6031" y="2974"/>
                </a:lnTo>
                <a:cubicBezTo>
                  <a:pt x="6229" y="2974"/>
                  <a:pt x="6390" y="2813"/>
                  <a:pt x="6390" y="2615"/>
                </a:cubicBezTo>
                <a:lnTo>
                  <a:pt x="6390" y="359"/>
                </a:lnTo>
                <a:cubicBezTo>
                  <a:pt x="6390" y="161"/>
                  <a:pt x="6229" y="0"/>
                  <a:pt x="6031" y="0"/>
                </a:cubicBezTo>
                <a:lnTo>
                  <a:pt x="360" y="0"/>
                </a:lnTo>
                <a:cubicBezTo>
                  <a:pt x="161" y="0"/>
                  <a:pt x="0" y="161"/>
                  <a:pt x="0" y="359"/>
                </a:cubicBezTo>
                <a:lnTo>
                  <a:pt x="0" y="2615"/>
                </a:lnTo>
                <a:cubicBezTo>
                  <a:pt x="0" y="2813"/>
                  <a:pt x="161" y="2974"/>
                  <a:pt x="360" y="2974"/>
                </a:cubicBezTo>
                <a:lnTo>
                  <a:pt x="3195" y="2974"/>
                </a:lnTo>
                <a:close/>
              </a:path>
            </a:pathLst>
          </a:custGeom>
          <a:solidFill>
            <a:srgbClr val="e9eff6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5" name=""/>
          <p:cNvSpPr/>
          <p:nvPr/>
        </p:nvSpPr>
        <p:spPr>
          <a:xfrm>
            <a:off x="6347160" y="3759120"/>
            <a:ext cx="2300400" cy="1070640"/>
          </a:xfrm>
          <a:custGeom>
            <a:avLst/>
            <a:gdLst/>
            <a:ahLst/>
            <a:rect l="0" t="0" r="r" b="b"/>
            <a:pathLst>
              <a:path w="6390" h="2974">
                <a:moveTo>
                  <a:pt x="3195" y="2974"/>
                </a:moveTo>
                <a:lnTo>
                  <a:pt x="6031" y="2974"/>
                </a:lnTo>
                <a:cubicBezTo>
                  <a:pt x="6229" y="2974"/>
                  <a:pt x="6390" y="2813"/>
                  <a:pt x="6390" y="2615"/>
                </a:cubicBezTo>
                <a:lnTo>
                  <a:pt x="6390" y="359"/>
                </a:lnTo>
                <a:cubicBezTo>
                  <a:pt x="6390" y="161"/>
                  <a:pt x="6229" y="0"/>
                  <a:pt x="6031" y="0"/>
                </a:cubicBezTo>
                <a:lnTo>
                  <a:pt x="360" y="0"/>
                </a:lnTo>
                <a:cubicBezTo>
                  <a:pt x="161" y="0"/>
                  <a:pt x="0" y="161"/>
                  <a:pt x="0" y="359"/>
                </a:cubicBezTo>
                <a:lnTo>
                  <a:pt x="0" y="2615"/>
                </a:lnTo>
                <a:cubicBezTo>
                  <a:pt x="0" y="2813"/>
                  <a:pt x="161" y="2974"/>
                  <a:pt x="360" y="2974"/>
                </a:cubicBezTo>
                <a:lnTo>
                  <a:pt x="3195" y="2974"/>
                </a:lnTo>
                <a:close/>
              </a:path>
            </a:pathLst>
          </a:custGeom>
          <a:noFill/>
          <a:ln w="28800">
            <a:solidFill>
              <a:srgbClr val="294f7c"/>
            </a:solidFill>
            <a:miter/>
          </a:ln>
        </p:spPr>
        <p:txBody>
          <a:bodyPr lIns="104400" rIns="104400" tIns="59400" bIns="594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6" name=""/>
          <p:cNvSpPr txBox="1"/>
          <p:nvPr/>
        </p:nvSpPr>
        <p:spPr>
          <a:xfrm>
            <a:off x="6954840" y="3999960"/>
            <a:ext cx="1091880" cy="200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410" strike="noStrike" u="none">
                <a:solidFill>
                  <a:srgbClr val="203a5d"/>
                </a:solidFill>
                <a:effectLst/>
                <a:uFillTx/>
                <a:latin typeface="'Times New Roman'"/>
              </a:rPr>
              <a:t>REASONING</a:t>
            </a:r>
            <a:endParaRPr b="1" lang="en-US" sz="1410" strike="noStrike" u="none">
              <a:solidFill>
                <a:srgbClr val="203a5d"/>
              </a:solidFill>
              <a:effectLst/>
              <a:uFillTx/>
              <a:latin typeface="'Times New Roman'"/>
              <a:ea typeface="'Times New Roman'"/>
            </a:endParaRPr>
          </a:p>
        </p:txBody>
      </p:sp>
      <p:sp>
        <p:nvSpPr>
          <p:cNvPr id="1237" name=""/>
          <p:cNvSpPr txBox="1"/>
          <p:nvPr/>
        </p:nvSpPr>
        <p:spPr>
          <a:xfrm>
            <a:off x="6818040" y="4366440"/>
            <a:ext cx="1313280" cy="159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130" strike="noStrike" u="none">
                <a:solidFill>
                  <a:srgbClr val="526d8b"/>
                </a:solidFill>
                <a:effectLst/>
                <a:uFillTx/>
                <a:latin typeface="'Times New Roman'"/>
              </a:rPr>
              <a:t>explicit inferential link</a:t>
            </a:r>
            <a:endParaRPr b="0" lang="en-US" sz="1130" strike="noStrike" u="none">
              <a:solidFill>
                <a:srgbClr val="526d8b"/>
              </a:solidFill>
              <a:effectLst/>
              <a:uFillTx/>
              <a:latin typeface="'Times New Roman'"/>
              <a:ea typeface="'Times New Roman'"/>
            </a:endParaRPr>
          </a:p>
        </p:txBody>
      </p:sp>
      <p:sp>
        <p:nvSpPr>
          <p:cNvPr id="1238" name=""/>
          <p:cNvSpPr/>
          <p:nvPr/>
        </p:nvSpPr>
        <p:spPr>
          <a:xfrm>
            <a:off x="8676360" y="4290840"/>
            <a:ext cx="395280" cy="0"/>
          </a:xfrm>
          <a:prstGeom prst="line">
            <a:avLst/>
          </a:prstGeom>
          <a:ln w="28800">
            <a:solidFill>
              <a:srgbClr val="2a527e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4400" rIns="104400" tIns="-59400" bIns="-594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9" name=""/>
          <p:cNvSpPr/>
          <p:nvPr/>
        </p:nvSpPr>
        <p:spPr>
          <a:xfrm>
            <a:off x="8784000" y="4118400"/>
            <a:ext cx="345240" cy="344880"/>
          </a:xfrm>
          <a:custGeom>
            <a:avLst/>
            <a:gdLst/>
            <a:ahLst/>
            <a:rect l="0" t="0" r="r" b="b"/>
            <a:pathLst>
              <a:path w="959" h="958">
                <a:moveTo>
                  <a:pt x="0" y="0"/>
                </a:moveTo>
                <a:lnTo>
                  <a:pt x="959" y="479"/>
                </a:lnTo>
                <a:lnTo>
                  <a:pt x="0" y="958"/>
                </a:lnTo>
                <a:lnTo>
                  <a:pt x="0" y="0"/>
                </a:lnTo>
                <a:close/>
              </a:path>
            </a:pathLst>
          </a:custGeom>
          <a:solidFill>
            <a:srgbClr val="2a527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0" name=""/>
          <p:cNvSpPr/>
          <p:nvPr/>
        </p:nvSpPr>
        <p:spPr>
          <a:xfrm>
            <a:off x="8784000" y="4118400"/>
            <a:ext cx="345240" cy="344880"/>
          </a:xfrm>
          <a:custGeom>
            <a:avLst/>
            <a:gdLst/>
            <a:ahLst/>
            <a:rect l="0" t="0" r="r" b="b"/>
            <a:pathLst>
              <a:path w="959" h="958">
                <a:moveTo>
                  <a:pt x="0" y="0"/>
                </a:moveTo>
                <a:lnTo>
                  <a:pt x="959" y="479"/>
                </a:lnTo>
                <a:lnTo>
                  <a:pt x="0" y="958"/>
                </a:lnTo>
                <a:lnTo>
                  <a:pt x="0" y="0"/>
                </a:lnTo>
                <a:close/>
              </a:path>
            </a:pathLst>
          </a:custGeom>
          <a:solidFill>
            <a:srgbClr val="2a527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1" name=""/>
          <p:cNvSpPr/>
          <p:nvPr/>
        </p:nvSpPr>
        <p:spPr>
          <a:xfrm>
            <a:off x="8784000" y="4118400"/>
            <a:ext cx="345240" cy="344880"/>
          </a:xfrm>
          <a:custGeom>
            <a:avLst/>
            <a:gdLst/>
            <a:ahLst/>
            <a:rect l="0" t="0" r="r" b="b"/>
            <a:pathLst>
              <a:path w="959" h="958">
                <a:moveTo>
                  <a:pt x="0" y="0"/>
                </a:moveTo>
                <a:lnTo>
                  <a:pt x="959" y="479"/>
                </a:lnTo>
                <a:lnTo>
                  <a:pt x="0" y="958"/>
                </a:lnTo>
                <a:lnTo>
                  <a:pt x="0" y="0"/>
                </a:lnTo>
                <a:close/>
              </a:path>
            </a:pathLst>
          </a:custGeom>
          <a:solidFill>
            <a:srgbClr val="2a527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2" name=""/>
          <p:cNvSpPr/>
          <p:nvPr/>
        </p:nvSpPr>
        <p:spPr>
          <a:xfrm>
            <a:off x="8784000" y="4118400"/>
            <a:ext cx="345240" cy="344880"/>
          </a:xfrm>
          <a:custGeom>
            <a:avLst/>
            <a:gdLst/>
            <a:ahLst/>
            <a:rect l="0" t="0" r="r" b="b"/>
            <a:pathLst>
              <a:path w="959" h="958">
                <a:moveTo>
                  <a:pt x="0" y="0"/>
                </a:moveTo>
                <a:lnTo>
                  <a:pt x="959" y="479"/>
                </a:lnTo>
                <a:lnTo>
                  <a:pt x="0" y="958"/>
                </a:lnTo>
                <a:lnTo>
                  <a:pt x="0" y="0"/>
                </a:lnTo>
                <a:close/>
              </a:path>
            </a:pathLst>
          </a:custGeom>
          <a:solidFill>
            <a:srgbClr val="2a527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3" name=""/>
          <p:cNvSpPr/>
          <p:nvPr/>
        </p:nvSpPr>
        <p:spPr>
          <a:xfrm>
            <a:off x="8784000" y="4118400"/>
            <a:ext cx="345240" cy="344880"/>
          </a:xfrm>
          <a:custGeom>
            <a:avLst/>
            <a:gdLst/>
            <a:ahLst/>
            <a:rect l="0" t="0" r="r" b="b"/>
            <a:pathLst>
              <a:path w="959" h="958">
                <a:moveTo>
                  <a:pt x="0" y="0"/>
                </a:moveTo>
                <a:lnTo>
                  <a:pt x="959" y="479"/>
                </a:lnTo>
                <a:lnTo>
                  <a:pt x="0" y="958"/>
                </a:lnTo>
                <a:lnTo>
                  <a:pt x="0" y="0"/>
                </a:lnTo>
                <a:close/>
              </a:path>
            </a:pathLst>
          </a:custGeom>
          <a:solidFill>
            <a:srgbClr val="2a527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4" name=""/>
          <p:cNvSpPr/>
          <p:nvPr/>
        </p:nvSpPr>
        <p:spPr>
          <a:xfrm>
            <a:off x="8784000" y="4118400"/>
            <a:ext cx="345240" cy="344880"/>
          </a:xfrm>
          <a:custGeom>
            <a:avLst/>
            <a:gdLst/>
            <a:ahLst/>
            <a:rect l="0" t="0" r="r" b="b"/>
            <a:pathLst>
              <a:path w="959" h="958">
                <a:moveTo>
                  <a:pt x="0" y="0"/>
                </a:moveTo>
                <a:lnTo>
                  <a:pt x="959" y="479"/>
                </a:lnTo>
                <a:lnTo>
                  <a:pt x="0" y="958"/>
                </a:lnTo>
                <a:lnTo>
                  <a:pt x="0" y="0"/>
                </a:lnTo>
                <a:close/>
              </a:path>
            </a:pathLst>
          </a:custGeom>
          <a:solidFill>
            <a:srgbClr val="2a527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5" name=""/>
          <p:cNvSpPr/>
          <p:nvPr/>
        </p:nvSpPr>
        <p:spPr>
          <a:xfrm>
            <a:off x="8784000" y="4118400"/>
            <a:ext cx="345240" cy="344880"/>
          </a:xfrm>
          <a:custGeom>
            <a:avLst/>
            <a:gdLst/>
            <a:ahLst/>
            <a:rect l="0" t="0" r="r" b="b"/>
            <a:pathLst>
              <a:path w="959" h="958">
                <a:moveTo>
                  <a:pt x="0" y="0"/>
                </a:moveTo>
                <a:lnTo>
                  <a:pt x="959" y="479"/>
                </a:lnTo>
                <a:lnTo>
                  <a:pt x="0" y="958"/>
                </a:lnTo>
                <a:lnTo>
                  <a:pt x="0" y="0"/>
                </a:lnTo>
                <a:close/>
              </a:path>
            </a:pathLst>
          </a:custGeom>
          <a:solidFill>
            <a:srgbClr val="2a527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6" name=""/>
          <p:cNvSpPr/>
          <p:nvPr/>
        </p:nvSpPr>
        <p:spPr>
          <a:xfrm>
            <a:off x="9143640" y="3759120"/>
            <a:ext cx="2300400" cy="1070640"/>
          </a:xfrm>
          <a:custGeom>
            <a:avLst/>
            <a:gdLst/>
            <a:ahLst/>
            <a:rect l="0" t="0" r="r" b="b"/>
            <a:pathLst>
              <a:path w="6390" h="2974">
                <a:moveTo>
                  <a:pt x="3195" y="2974"/>
                </a:moveTo>
                <a:lnTo>
                  <a:pt x="6030" y="2974"/>
                </a:lnTo>
                <a:cubicBezTo>
                  <a:pt x="6229" y="2974"/>
                  <a:pt x="6390" y="2813"/>
                  <a:pt x="6390" y="2615"/>
                </a:cubicBezTo>
                <a:lnTo>
                  <a:pt x="6390" y="359"/>
                </a:lnTo>
                <a:cubicBezTo>
                  <a:pt x="6390" y="161"/>
                  <a:pt x="6229" y="0"/>
                  <a:pt x="6030" y="0"/>
                </a:cubicBezTo>
                <a:lnTo>
                  <a:pt x="359" y="0"/>
                </a:lnTo>
                <a:cubicBezTo>
                  <a:pt x="161" y="0"/>
                  <a:pt x="0" y="161"/>
                  <a:pt x="0" y="359"/>
                </a:cubicBezTo>
                <a:lnTo>
                  <a:pt x="0" y="2615"/>
                </a:lnTo>
                <a:cubicBezTo>
                  <a:pt x="0" y="2813"/>
                  <a:pt x="161" y="2974"/>
                  <a:pt x="359" y="2974"/>
                </a:cubicBezTo>
                <a:lnTo>
                  <a:pt x="3195" y="2974"/>
                </a:lnTo>
                <a:close/>
              </a:path>
            </a:pathLst>
          </a:custGeom>
          <a:solidFill>
            <a:srgbClr val="e9eff6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7" name=""/>
          <p:cNvSpPr/>
          <p:nvPr/>
        </p:nvSpPr>
        <p:spPr>
          <a:xfrm>
            <a:off x="9143640" y="3759120"/>
            <a:ext cx="2300400" cy="1070640"/>
          </a:xfrm>
          <a:custGeom>
            <a:avLst/>
            <a:gdLst/>
            <a:ahLst/>
            <a:rect l="0" t="0" r="r" b="b"/>
            <a:pathLst>
              <a:path w="6390" h="2974">
                <a:moveTo>
                  <a:pt x="3195" y="2974"/>
                </a:moveTo>
                <a:lnTo>
                  <a:pt x="6030" y="2974"/>
                </a:lnTo>
                <a:cubicBezTo>
                  <a:pt x="6229" y="2974"/>
                  <a:pt x="6390" y="2813"/>
                  <a:pt x="6390" y="2615"/>
                </a:cubicBezTo>
                <a:lnTo>
                  <a:pt x="6390" y="359"/>
                </a:lnTo>
                <a:cubicBezTo>
                  <a:pt x="6390" y="161"/>
                  <a:pt x="6229" y="0"/>
                  <a:pt x="6030" y="0"/>
                </a:cubicBezTo>
                <a:lnTo>
                  <a:pt x="359" y="0"/>
                </a:lnTo>
                <a:cubicBezTo>
                  <a:pt x="161" y="0"/>
                  <a:pt x="0" y="161"/>
                  <a:pt x="0" y="359"/>
                </a:cubicBezTo>
                <a:lnTo>
                  <a:pt x="0" y="2615"/>
                </a:lnTo>
                <a:cubicBezTo>
                  <a:pt x="0" y="2813"/>
                  <a:pt x="161" y="2974"/>
                  <a:pt x="359" y="2974"/>
                </a:cubicBezTo>
                <a:lnTo>
                  <a:pt x="3195" y="2974"/>
                </a:lnTo>
                <a:close/>
              </a:path>
            </a:pathLst>
          </a:custGeom>
          <a:noFill/>
          <a:ln w="28800">
            <a:solidFill>
              <a:srgbClr val="294f7c"/>
            </a:solidFill>
            <a:miter/>
          </a:ln>
        </p:spPr>
        <p:txBody>
          <a:bodyPr lIns="104400" rIns="104400" tIns="59400" bIns="594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8" name=""/>
          <p:cNvSpPr txBox="1"/>
          <p:nvPr/>
        </p:nvSpPr>
        <p:spPr>
          <a:xfrm>
            <a:off x="9470520" y="4021560"/>
            <a:ext cx="166716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240" strike="noStrike" u="none">
                <a:solidFill>
                  <a:srgbClr val="203a5d"/>
                </a:solidFill>
                <a:effectLst/>
                <a:uFillTx/>
                <a:latin typeface="'Times New Roman'"/>
              </a:rPr>
              <a:t>LIMIT OR HAND-OFF</a:t>
            </a:r>
            <a:endParaRPr b="1" lang="en-US" sz="1240" strike="noStrike" u="none">
              <a:solidFill>
                <a:srgbClr val="203a5d"/>
              </a:solidFill>
              <a:effectLst/>
              <a:uFillTx/>
              <a:latin typeface="'Times New Roman'"/>
              <a:ea typeface="'Times New Roman'"/>
            </a:endParaRPr>
          </a:p>
        </p:txBody>
      </p:sp>
      <p:sp>
        <p:nvSpPr>
          <p:cNvPr id="1249" name=""/>
          <p:cNvSpPr txBox="1"/>
          <p:nvPr/>
        </p:nvSpPr>
        <p:spPr>
          <a:xfrm>
            <a:off x="9722160" y="4366440"/>
            <a:ext cx="1118520" cy="159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130" strike="noStrike" u="none">
                <a:solidFill>
                  <a:srgbClr val="526d8b"/>
                </a:solidFill>
                <a:effectLst/>
                <a:uFillTx/>
                <a:latin typeface="'Times New Roman'"/>
              </a:rPr>
              <a:t>scope or next move</a:t>
            </a:r>
            <a:endParaRPr b="0" lang="en-US" sz="1130" strike="noStrike" u="none">
              <a:solidFill>
                <a:srgbClr val="526d8b"/>
              </a:solidFill>
              <a:effectLst/>
              <a:uFillTx/>
              <a:latin typeface="'Times New Roman'"/>
              <a:ea typeface="'Times New Roman'"/>
            </a:endParaRPr>
          </a:p>
        </p:txBody>
      </p:sp>
      <p:sp>
        <p:nvSpPr>
          <p:cNvPr id="1250" name=""/>
          <p:cNvSpPr/>
          <p:nvPr/>
        </p:nvSpPr>
        <p:spPr>
          <a:xfrm>
            <a:off x="1157760" y="5347080"/>
            <a:ext cx="9876240" cy="797400"/>
          </a:xfrm>
          <a:custGeom>
            <a:avLst/>
            <a:gdLst/>
            <a:ahLst/>
            <a:rect l="0" t="0" r="r" b="b"/>
            <a:pathLst>
              <a:path w="27434" h="2215">
                <a:moveTo>
                  <a:pt x="13718" y="2215"/>
                </a:moveTo>
                <a:lnTo>
                  <a:pt x="27075" y="2215"/>
                </a:lnTo>
                <a:cubicBezTo>
                  <a:pt x="27274" y="2215"/>
                  <a:pt x="27434" y="2054"/>
                  <a:pt x="27434" y="1856"/>
                </a:cubicBezTo>
                <a:lnTo>
                  <a:pt x="27434" y="359"/>
                </a:lnTo>
                <a:cubicBezTo>
                  <a:pt x="27434" y="161"/>
                  <a:pt x="27274" y="0"/>
                  <a:pt x="27075" y="0"/>
                </a:cubicBezTo>
                <a:lnTo>
                  <a:pt x="359" y="0"/>
                </a:lnTo>
                <a:cubicBezTo>
                  <a:pt x="160" y="0"/>
                  <a:pt x="0" y="161"/>
                  <a:pt x="0" y="359"/>
                </a:cubicBezTo>
                <a:lnTo>
                  <a:pt x="0" y="1856"/>
                </a:lnTo>
                <a:cubicBezTo>
                  <a:pt x="0" y="2054"/>
                  <a:pt x="160" y="2215"/>
                  <a:pt x="359" y="2215"/>
                </a:cubicBezTo>
                <a:lnTo>
                  <a:pt x="13718" y="2215"/>
                </a:lnTo>
                <a:close/>
              </a:path>
            </a:pathLst>
          </a:custGeom>
          <a:solidFill>
            <a:srgbClr val="fffaf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1" name=""/>
          <p:cNvSpPr/>
          <p:nvPr/>
        </p:nvSpPr>
        <p:spPr>
          <a:xfrm>
            <a:off x="1157760" y="5347080"/>
            <a:ext cx="9876240" cy="797400"/>
          </a:xfrm>
          <a:custGeom>
            <a:avLst/>
            <a:gdLst/>
            <a:ahLst/>
            <a:rect l="0" t="0" r="r" b="b"/>
            <a:pathLst>
              <a:path w="27434" h="2215">
                <a:moveTo>
                  <a:pt x="13718" y="2215"/>
                </a:moveTo>
                <a:lnTo>
                  <a:pt x="27075" y="2215"/>
                </a:lnTo>
                <a:cubicBezTo>
                  <a:pt x="27274" y="2215"/>
                  <a:pt x="27434" y="2054"/>
                  <a:pt x="27434" y="1856"/>
                </a:cubicBezTo>
                <a:lnTo>
                  <a:pt x="27434" y="359"/>
                </a:lnTo>
                <a:cubicBezTo>
                  <a:pt x="27434" y="161"/>
                  <a:pt x="27274" y="0"/>
                  <a:pt x="27075" y="0"/>
                </a:cubicBezTo>
                <a:lnTo>
                  <a:pt x="359" y="0"/>
                </a:lnTo>
                <a:cubicBezTo>
                  <a:pt x="160" y="0"/>
                  <a:pt x="0" y="161"/>
                  <a:pt x="0" y="359"/>
                </a:cubicBezTo>
                <a:lnTo>
                  <a:pt x="0" y="1856"/>
                </a:lnTo>
                <a:cubicBezTo>
                  <a:pt x="0" y="2054"/>
                  <a:pt x="160" y="2215"/>
                  <a:pt x="359" y="2215"/>
                </a:cubicBezTo>
                <a:lnTo>
                  <a:pt x="13718" y="2215"/>
                </a:lnTo>
                <a:close/>
              </a:path>
            </a:pathLst>
          </a:custGeom>
          <a:noFill/>
          <a:ln w="28800">
            <a:solidFill>
              <a:srgbClr val="9e2e2e"/>
            </a:solidFill>
            <a:miter/>
          </a:ln>
        </p:spPr>
        <p:txBody>
          <a:bodyPr lIns="104400" rIns="104400" tIns="59400" bIns="594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2" name=""/>
          <p:cNvSpPr txBox="1"/>
          <p:nvPr/>
        </p:nvSpPr>
        <p:spPr>
          <a:xfrm>
            <a:off x="4173120" y="5515920"/>
            <a:ext cx="388836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470" strike="noStrike" u="none">
                <a:solidFill>
                  <a:srgbClr val="7f2525"/>
                </a:solidFill>
                <a:effectLst/>
                <a:uFillTx/>
                <a:latin typeface="'Times New Roman'"/>
              </a:rPr>
              <a:t>A citation or result beside a claim is not enough.</a:t>
            </a:r>
            <a:endParaRPr b="1" lang="en-US" sz="1470" strike="noStrike" u="none">
              <a:solidFill>
                <a:srgbClr val="7f2525"/>
              </a:solidFill>
              <a:effectLst/>
              <a:uFillTx/>
              <a:latin typeface="'Times New Roman'"/>
              <a:ea typeface="'Times New Roman'"/>
            </a:endParaRPr>
          </a:p>
        </p:txBody>
      </p:sp>
      <p:sp>
        <p:nvSpPr>
          <p:cNvPr id="1253" name=""/>
          <p:cNvSpPr txBox="1"/>
          <p:nvPr/>
        </p:nvSpPr>
        <p:spPr>
          <a:xfrm>
            <a:off x="3935880" y="5832000"/>
            <a:ext cx="4319640" cy="166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1190" strike="noStrike" u="none">
                <a:solidFill>
                  <a:srgbClr val="526d8b"/>
                </a:solidFill>
                <a:effectLst/>
                <a:uFillTx/>
                <a:latin typeface="'Times New Roman'"/>
              </a:rPr>
              <a:t>The reasoning link and the boundary must remain visible to the reader.</a:t>
            </a:r>
            <a:endParaRPr b="0" i="1" lang="en-US" sz="1190" strike="noStrike" u="none">
              <a:solidFill>
                <a:srgbClr val="526d8b"/>
              </a:solidFill>
              <a:effectLst/>
              <a:uFillTx/>
              <a:latin typeface="'Times New Roman'"/>
              <a:ea typeface="'Times New Roman'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4" name=""/>
          <p:cNvSpPr/>
          <p:nvPr/>
        </p:nvSpPr>
        <p:spPr>
          <a:xfrm>
            <a:off x="166680" y="238320"/>
            <a:ext cx="11858400" cy="6380640"/>
          </a:xfrm>
          <a:custGeom>
            <a:avLst/>
            <a:gdLst/>
            <a:ahLst/>
            <a:rect l="0" t="0" r="r" b="b"/>
            <a:pathLst>
              <a:path w="32940" h="17724">
                <a:moveTo>
                  <a:pt x="0" y="0"/>
                </a:moveTo>
                <a:lnTo>
                  <a:pt x="32940" y="0"/>
                </a:lnTo>
                <a:lnTo>
                  <a:pt x="32940" y="17724"/>
                </a:lnTo>
                <a:lnTo>
                  <a:pt x="0" y="1772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5" name=""/>
          <p:cNvSpPr txBox="1"/>
          <p:nvPr/>
        </p:nvSpPr>
        <p:spPr>
          <a:xfrm>
            <a:off x="3473280" y="361080"/>
            <a:ext cx="523908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1720" strike="noStrike" u="none">
                <a:solidFill>
                  <a:srgbClr val="52667f"/>
                </a:solidFill>
                <a:effectLst/>
                <a:uFillTx/>
                <a:latin typeface="Times New Roman"/>
              </a:rPr>
              <a:t>meaning is stabilised before language, apparatus and proof</a:t>
            </a:r>
            <a:endParaRPr b="0" i="1" lang="en-US" sz="1720" strike="noStrike" u="none">
              <a:solidFill>
                <a:srgbClr val="52667f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256" name=""/>
          <p:cNvSpPr/>
          <p:nvPr/>
        </p:nvSpPr>
        <p:spPr>
          <a:xfrm>
            <a:off x="458640" y="930960"/>
            <a:ext cx="1860840" cy="1057680"/>
          </a:xfrm>
          <a:custGeom>
            <a:avLst/>
            <a:gdLst/>
            <a:ahLst/>
            <a:rect l="0" t="0" r="r" b="b"/>
            <a:pathLst>
              <a:path w="5169" h="2938">
                <a:moveTo>
                  <a:pt x="2584" y="2938"/>
                </a:moveTo>
                <a:lnTo>
                  <a:pt x="4814" y="2938"/>
                </a:lnTo>
                <a:cubicBezTo>
                  <a:pt x="5010" y="2938"/>
                  <a:pt x="5169" y="2779"/>
                  <a:pt x="5169" y="2583"/>
                </a:cubicBezTo>
                <a:lnTo>
                  <a:pt x="5169" y="355"/>
                </a:lnTo>
                <a:cubicBezTo>
                  <a:pt x="5169" y="159"/>
                  <a:pt x="5010" y="0"/>
                  <a:pt x="4814" y="0"/>
                </a:cubicBezTo>
                <a:lnTo>
                  <a:pt x="354" y="0"/>
                </a:lnTo>
                <a:cubicBezTo>
                  <a:pt x="158" y="0"/>
                  <a:pt x="0" y="159"/>
                  <a:pt x="0" y="355"/>
                </a:cubicBezTo>
                <a:lnTo>
                  <a:pt x="0" y="2583"/>
                </a:lnTo>
                <a:cubicBezTo>
                  <a:pt x="0" y="2779"/>
                  <a:pt x="158" y="2938"/>
                  <a:pt x="354" y="2938"/>
                </a:cubicBezTo>
                <a:lnTo>
                  <a:pt x="2584" y="2938"/>
                </a:lnTo>
                <a:close/>
              </a:path>
            </a:pathLst>
          </a:custGeom>
          <a:solidFill>
            <a:srgbClr val="e7eef7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7" name=""/>
          <p:cNvSpPr/>
          <p:nvPr/>
        </p:nvSpPr>
        <p:spPr>
          <a:xfrm>
            <a:off x="458640" y="930960"/>
            <a:ext cx="1860840" cy="1057680"/>
          </a:xfrm>
          <a:custGeom>
            <a:avLst/>
            <a:gdLst/>
            <a:ahLst/>
            <a:rect l="0" t="0" r="r" b="b"/>
            <a:pathLst>
              <a:path w="5169" h="2938">
                <a:moveTo>
                  <a:pt x="2584" y="2938"/>
                </a:moveTo>
                <a:lnTo>
                  <a:pt x="4814" y="2938"/>
                </a:lnTo>
                <a:cubicBezTo>
                  <a:pt x="5010" y="2938"/>
                  <a:pt x="5169" y="2779"/>
                  <a:pt x="5169" y="2583"/>
                </a:cubicBezTo>
                <a:lnTo>
                  <a:pt x="5169" y="355"/>
                </a:lnTo>
                <a:cubicBezTo>
                  <a:pt x="5169" y="159"/>
                  <a:pt x="5010" y="0"/>
                  <a:pt x="4814" y="0"/>
                </a:cubicBezTo>
                <a:lnTo>
                  <a:pt x="354" y="0"/>
                </a:lnTo>
                <a:cubicBezTo>
                  <a:pt x="158" y="0"/>
                  <a:pt x="0" y="159"/>
                  <a:pt x="0" y="355"/>
                </a:cubicBezTo>
                <a:lnTo>
                  <a:pt x="0" y="2583"/>
                </a:lnTo>
                <a:cubicBezTo>
                  <a:pt x="0" y="2779"/>
                  <a:pt x="158" y="2938"/>
                  <a:pt x="354" y="2938"/>
                </a:cubicBezTo>
                <a:lnTo>
                  <a:pt x="2584" y="2938"/>
                </a:lnTo>
                <a:close/>
              </a:path>
            </a:pathLst>
          </a:custGeom>
          <a:noFill/>
          <a:ln w="27360">
            <a:solidFill>
              <a:srgbClr val="284d7a"/>
            </a:solidFill>
            <a:miter/>
          </a:ln>
        </p:spPr>
        <p:txBody>
          <a:bodyPr lIns="103680" rIns="103680" tIns="58680" bIns="586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8" name=""/>
          <p:cNvSpPr txBox="1"/>
          <p:nvPr/>
        </p:nvSpPr>
        <p:spPr>
          <a:xfrm>
            <a:off x="517680" y="1099800"/>
            <a:ext cx="175572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510" strike="noStrike" u="none">
                <a:solidFill>
                  <a:srgbClr val="1f3654"/>
                </a:solidFill>
                <a:effectLst/>
                <a:uFillTx/>
                <a:latin typeface="Times New Roman"/>
              </a:rPr>
              <a:t>ACCEPTED STUDY</a:t>
            </a:r>
            <a:endParaRPr b="1" lang="en-US" sz="1510" strike="noStrike" u="none">
              <a:solidFill>
                <a:srgbClr val="1f3654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259" name=""/>
          <p:cNvSpPr txBox="1"/>
          <p:nvPr/>
        </p:nvSpPr>
        <p:spPr>
          <a:xfrm>
            <a:off x="636480" y="1455120"/>
            <a:ext cx="153108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1150" strike="noStrike" u="none">
                <a:solidFill>
                  <a:srgbClr val="52667f"/>
                </a:solidFill>
                <a:effectLst/>
                <a:uFillTx/>
                <a:latin typeface="Times New Roman"/>
              </a:rPr>
              <a:t>question · route · evidence</a:t>
            </a:r>
            <a:endParaRPr b="0" i="1" lang="en-US" sz="1150" strike="noStrike" u="none">
              <a:solidFill>
                <a:srgbClr val="52667f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260" name=""/>
          <p:cNvSpPr txBox="1"/>
          <p:nvPr/>
        </p:nvSpPr>
        <p:spPr>
          <a:xfrm>
            <a:off x="928440" y="1673640"/>
            <a:ext cx="92304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1150" strike="noStrike" u="none">
                <a:solidFill>
                  <a:srgbClr val="52667f"/>
                </a:solidFill>
                <a:effectLst/>
                <a:uFillTx/>
                <a:latin typeface="Times New Roman"/>
              </a:rPr>
              <a:t>claim boundary</a:t>
            </a:r>
            <a:endParaRPr b="0" i="1" lang="en-US" sz="1150" strike="noStrike" u="none">
              <a:solidFill>
                <a:srgbClr val="52667f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261" name=""/>
          <p:cNvSpPr/>
          <p:nvPr/>
        </p:nvSpPr>
        <p:spPr>
          <a:xfrm>
            <a:off x="2811960" y="930960"/>
            <a:ext cx="1861200" cy="1057680"/>
          </a:xfrm>
          <a:custGeom>
            <a:avLst/>
            <a:gdLst/>
            <a:ahLst/>
            <a:rect l="0" t="0" r="r" b="b"/>
            <a:pathLst>
              <a:path w="5170" h="2938">
                <a:moveTo>
                  <a:pt x="2585" y="2938"/>
                </a:moveTo>
                <a:lnTo>
                  <a:pt x="4815" y="2938"/>
                </a:lnTo>
                <a:cubicBezTo>
                  <a:pt x="5011" y="2938"/>
                  <a:pt x="5170" y="2779"/>
                  <a:pt x="5170" y="2583"/>
                </a:cubicBezTo>
                <a:lnTo>
                  <a:pt x="5170" y="355"/>
                </a:lnTo>
                <a:cubicBezTo>
                  <a:pt x="5170" y="159"/>
                  <a:pt x="5011" y="0"/>
                  <a:pt x="4815" y="0"/>
                </a:cubicBezTo>
                <a:lnTo>
                  <a:pt x="355" y="0"/>
                </a:lnTo>
                <a:cubicBezTo>
                  <a:pt x="159" y="0"/>
                  <a:pt x="0" y="159"/>
                  <a:pt x="0" y="355"/>
                </a:cubicBezTo>
                <a:lnTo>
                  <a:pt x="0" y="2583"/>
                </a:lnTo>
                <a:cubicBezTo>
                  <a:pt x="0" y="2779"/>
                  <a:pt x="159" y="2938"/>
                  <a:pt x="355" y="2938"/>
                </a:cubicBezTo>
                <a:lnTo>
                  <a:pt x="2585" y="2938"/>
                </a:lnTo>
                <a:close/>
              </a:path>
            </a:pathLst>
          </a:custGeom>
          <a:solidFill>
            <a:srgbClr val="e7eef7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2" name=""/>
          <p:cNvSpPr/>
          <p:nvPr/>
        </p:nvSpPr>
        <p:spPr>
          <a:xfrm>
            <a:off x="2811960" y="930960"/>
            <a:ext cx="1861200" cy="1057680"/>
          </a:xfrm>
          <a:custGeom>
            <a:avLst/>
            <a:gdLst/>
            <a:ahLst/>
            <a:rect l="0" t="0" r="r" b="b"/>
            <a:pathLst>
              <a:path w="5170" h="2938">
                <a:moveTo>
                  <a:pt x="2585" y="2938"/>
                </a:moveTo>
                <a:lnTo>
                  <a:pt x="4815" y="2938"/>
                </a:lnTo>
                <a:cubicBezTo>
                  <a:pt x="5011" y="2938"/>
                  <a:pt x="5170" y="2779"/>
                  <a:pt x="5170" y="2583"/>
                </a:cubicBezTo>
                <a:lnTo>
                  <a:pt x="5170" y="355"/>
                </a:lnTo>
                <a:cubicBezTo>
                  <a:pt x="5170" y="159"/>
                  <a:pt x="5011" y="0"/>
                  <a:pt x="4815" y="0"/>
                </a:cubicBezTo>
                <a:lnTo>
                  <a:pt x="355" y="0"/>
                </a:lnTo>
                <a:cubicBezTo>
                  <a:pt x="159" y="0"/>
                  <a:pt x="0" y="159"/>
                  <a:pt x="0" y="355"/>
                </a:cubicBezTo>
                <a:lnTo>
                  <a:pt x="0" y="2583"/>
                </a:lnTo>
                <a:cubicBezTo>
                  <a:pt x="0" y="2779"/>
                  <a:pt x="159" y="2938"/>
                  <a:pt x="355" y="2938"/>
                </a:cubicBezTo>
                <a:lnTo>
                  <a:pt x="2585" y="2938"/>
                </a:lnTo>
                <a:close/>
              </a:path>
            </a:pathLst>
          </a:custGeom>
          <a:noFill/>
          <a:ln w="27360">
            <a:solidFill>
              <a:srgbClr val="284d7a"/>
            </a:solidFill>
            <a:miter/>
          </a:ln>
        </p:spPr>
        <p:txBody>
          <a:bodyPr lIns="103680" rIns="103680" tIns="58680" bIns="586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3" name=""/>
          <p:cNvSpPr txBox="1"/>
          <p:nvPr/>
        </p:nvSpPr>
        <p:spPr>
          <a:xfrm>
            <a:off x="3373200" y="1099800"/>
            <a:ext cx="74736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510" strike="noStrike" u="none">
                <a:solidFill>
                  <a:srgbClr val="1f3654"/>
                </a:solidFill>
                <a:effectLst/>
                <a:uFillTx/>
                <a:latin typeface="Times New Roman"/>
              </a:rPr>
              <a:t>MACRO</a:t>
            </a:r>
            <a:endParaRPr b="1" lang="en-US" sz="1510" strike="noStrike" u="none">
              <a:solidFill>
                <a:srgbClr val="1f3654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264" name=""/>
          <p:cNvSpPr txBox="1"/>
          <p:nvPr/>
        </p:nvSpPr>
        <p:spPr>
          <a:xfrm>
            <a:off x="3336480" y="1455120"/>
            <a:ext cx="80964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1150" strike="noStrike" u="none">
                <a:solidFill>
                  <a:srgbClr val="52667f"/>
                </a:solidFill>
                <a:effectLst/>
                <a:uFillTx/>
                <a:latin typeface="Times New Roman"/>
              </a:rPr>
              <a:t>whole answer</a:t>
            </a:r>
            <a:endParaRPr b="0" i="1" lang="en-US" sz="1150" strike="noStrike" u="none">
              <a:solidFill>
                <a:srgbClr val="52667f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265" name=""/>
          <p:cNvSpPr txBox="1"/>
          <p:nvPr/>
        </p:nvSpPr>
        <p:spPr>
          <a:xfrm>
            <a:off x="3245400" y="1673640"/>
            <a:ext cx="102060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1150" strike="noStrike" u="none">
                <a:solidFill>
                  <a:srgbClr val="52667f"/>
                </a:solidFill>
                <a:effectLst/>
                <a:uFillTx/>
                <a:latin typeface="Times New Roman"/>
              </a:rPr>
              <a:t>chapter functions</a:t>
            </a:r>
            <a:endParaRPr b="0" i="1" lang="en-US" sz="1150" strike="noStrike" u="none">
              <a:solidFill>
                <a:srgbClr val="52667f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266" name=""/>
          <p:cNvSpPr/>
          <p:nvPr/>
        </p:nvSpPr>
        <p:spPr>
          <a:xfrm>
            <a:off x="5165640" y="930960"/>
            <a:ext cx="1860480" cy="1057680"/>
          </a:xfrm>
          <a:custGeom>
            <a:avLst/>
            <a:gdLst/>
            <a:ahLst/>
            <a:rect l="0" t="0" r="r" b="b"/>
            <a:pathLst>
              <a:path w="5168" h="2938">
                <a:moveTo>
                  <a:pt x="2585" y="2938"/>
                </a:moveTo>
                <a:lnTo>
                  <a:pt x="4813" y="2938"/>
                </a:lnTo>
                <a:cubicBezTo>
                  <a:pt x="5009" y="2938"/>
                  <a:pt x="5168" y="2779"/>
                  <a:pt x="5168" y="2583"/>
                </a:cubicBezTo>
                <a:lnTo>
                  <a:pt x="5168" y="355"/>
                </a:lnTo>
                <a:cubicBezTo>
                  <a:pt x="5168" y="159"/>
                  <a:pt x="5009" y="0"/>
                  <a:pt x="4813" y="0"/>
                </a:cubicBezTo>
                <a:lnTo>
                  <a:pt x="355" y="0"/>
                </a:lnTo>
                <a:cubicBezTo>
                  <a:pt x="159" y="0"/>
                  <a:pt x="0" y="159"/>
                  <a:pt x="0" y="355"/>
                </a:cubicBezTo>
                <a:lnTo>
                  <a:pt x="0" y="2583"/>
                </a:lnTo>
                <a:cubicBezTo>
                  <a:pt x="0" y="2779"/>
                  <a:pt x="159" y="2938"/>
                  <a:pt x="355" y="2938"/>
                </a:cubicBezTo>
                <a:lnTo>
                  <a:pt x="2585" y="2938"/>
                </a:lnTo>
                <a:close/>
              </a:path>
            </a:pathLst>
          </a:custGeom>
          <a:solidFill>
            <a:srgbClr val="e7eef7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7" name=""/>
          <p:cNvSpPr/>
          <p:nvPr/>
        </p:nvSpPr>
        <p:spPr>
          <a:xfrm>
            <a:off x="5165640" y="930960"/>
            <a:ext cx="1860480" cy="1057680"/>
          </a:xfrm>
          <a:custGeom>
            <a:avLst/>
            <a:gdLst/>
            <a:ahLst/>
            <a:rect l="0" t="0" r="r" b="b"/>
            <a:pathLst>
              <a:path w="5168" h="2938">
                <a:moveTo>
                  <a:pt x="2585" y="2938"/>
                </a:moveTo>
                <a:lnTo>
                  <a:pt x="4813" y="2938"/>
                </a:lnTo>
                <a:cubicBezTo>
                  <a:pt x="5009" y="2938"/>
                  <a:pt x="5168" y="2779"/>
                  <a:pt x="5168" y="2583"/>
                </a:cubicBezTo>
                <a:lnTo>
                  <a:pt x="5168" y="355"/>
                </a:lnTo>
                <a:cubicBezTo>
                  <a:pt x="5168" y="159"/>
                  <a:pt x="5009" y="0"/>
                  <a:pt x="4813" y="0"/>
                </a:cubicBezTo>
                <a:lnTo>
                  <a:pt x="355" y="0"/>
                </a:lnTo>
                <a:cubicBezTo>
                  <a:pt x="159" y="0"/>
                  <a:pt x="0" y="159"/>
                  <a:pt x="0" y="355"/>
                </a:cubicBezTo>
                <a:lnTo>
                  <a:pt x="0" y="2583"/>
                </a:lnTo>
                <a:cubicBezTo>
                  <a:pt x="0" y="2779"/>
                  <a:pt x="159" y="2938"/>
                  <a:pt x="355" y="2938"/>
                </a:cubicBezTo>
                <a:lnTo>
                  <a:pt x="2585" y="2938"/>
                </a:lnTo>
                <a:close/>
              </a:path>
            </a:pathLst>
          </a:custGeom>
          <a:noFill/>
          <a:ln w="27360">
            <a:solidFill>
              <a:srgbClr val="284d7a"/>
            </a:solidFill>
            <a:miter/>
          </a:ln>
        </p:spPr>
        <p:txBody>
          <a:bodyPr lIns="103680" rIns="103680" tIns="58680" bIns="586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8" name=""/>
          <p:cNvSpPr txBox="1"/>
          <p:nvPr/>
        </p:nvSpPr>
        <p:spPr>
          <a:xfrm>
            <a:off x="5808600" y="1099800"/>
            <a:ext cx="56628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510" strike="noStrike" u="none">
                <a:solidFill>
                  <a:srgbClr val="1f3654"/>
                </a:solidFill>
                <a:effectLst/>
                <a:uFillTx/>
                <a:latin typeface="Times New Roman"/>
              </a:rPr>
              <a:t>MESO</a:t>
            </a:r>
            <a:endParaRPr b="1" lang="en-US" sz="1510" strike="noStrike" u="none">
              <a:solidFill>
                <a:srgbClr val="1f3654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269" name=""/>
          <p:cNvSpPr txBox="1"/>
          <p:nvPr/>
        </p:nvSpPr>
        <p:spPr>
          <a:xfrm>
            <a:off x="5608080" y="1455120"/>
            <a:ext cx="99612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1150" strike="noStrike" u="none">
                <a:solidFill>
                  <a:srgbClr val="52667f"/>
                </a:solidFill>
                <a:effectLst/>
                <a:uFillTx/>
                <a:latin typeface="Times New Roman"/>
              </a:rPr>
              <a:t>sections · objects</a:t>
            </a:r>
            <a:endParaRPr b="0" i="1" lang="en-US" sz="1150" strike="noStrike" u="none">
              <a:solidFill>
                <a:srgbClr val="52667f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270" name=""/>
          <p:cNvSpPr txBox="1"/>
          <p:nvPr/>
        </p:nvSpPr>
        <p:spPr>
          <a:xfrm>
            <a:off x="5826960" y="1673640"/>
            <a:ext cx="55332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1150" strike="noStrike" u="none">
                <a:solidFill>
                  <a:srgbClr val="52667f"/>
                </a:solidFill>
                <a:effectLst/>
                <a:uFillTx/>
                <a:latin typeface="Times New Roman"/>
              </a:rPr>
              <a:t>hand-offs</a:t>
            </a:r>
            <a:endParaRPr b="0" i="1" lang="en-US" sz="1150" strike="noStrike" u="none">
              <a:solidFill>
                <a:srgbClr val="52667f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271" name=""/>
          <p:cNvSpPr/>
          <p:nvPr/>
        </p:nvSpPr>
        <p:spPr>
          <a:xfrm>
            <a:off x="7518600" y="930960"/>
            <a:ext cx="1861200" cy="1057680"/>
          </a:xfrm>
          <a:custGeom>
            <a:avLst/>
            <a:gdLst/>
            <a:ahLst/>
            <a:rect l="0" t="0" r="r" b="b"/>
            <a:pathLst>
              <a:path w="5170" h="2938">
                <a:moveTo>
                  <a:pt x="2585" y="2938"/>
                </a:moveTo>
                <a:lnTo>
                  <a:pt x="4815" y="2938"/>
                </a:lnTo>
                <a:cubicBezTo>
                  <a:pt x="5011" y="2938"/>
                  <a:pt x="5170" y="2779"/>
                  <a:pt x="5170" y="2583"/>
                </a:cubicBezTo>
                <a:lnTo>
                  <a:pt x="5170" y="355"/>
                </a:lnTo>
                <a:cubicBezTo>
                  <a:pt x="5170" y="159"/>
                  <a:pt x="5011" y="0"/>
                  <a:pt x="4815" y="0"/>
                </a:cubicBezTo>
                <a:lnTo>
                  <a:pt x="355" y="0"/>
                </a:lnTo>
                <a:cubicBezTo>
                  <a:pt x="159" y="0"/>
                  <a:pt x="0" y="159"/>
                  <a:pt x="0" y="355"/>
                </a:cubicBezTo>
                <a:lnTo>
                  <a:pt x="0" y="2583"/>
                </a:lnTo>
                <a:cubicBezTo>
                  <a:pt x="0" y="2779"/>
                  <a:pt x="159" y="2938"/>
                  <a:pt x="355" y="2938"/>
                </a:cubicBezTo>
                <a:lnTo>
                  <a:pt x="2585" y="2938"/>
                </a:lnTo>
                <a:close/>
              </a:path>
            </a:pathLst>
          </a:custGeom>
          <a:solidFill>
            <a:srgbClr val="e7eef7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2" name=""/>
          <p:cNvSpPr/>
          <p:nvPr/>
        </p:nvSpPr>
        <p:spPr>
          <a:xfrm>
            <a:off x="7518600" y="930960"/>
            <a:ext cx="1861200" cy="1057680"/>
          </a:xfrm>
          <a:custGeom>
            <a:avLst/>
            <a:gdLst/>
            <a:ahLst/>
            <a:rect l="0" t="0" r="r" b="b"/>
            <a:pathLst>
              <a:path w="5170" h="2938">
                <a:moveTo>
                  <a:pt x="2585" y="2938"/>
                </a:moveTo>
                <a:lnTo>
                  <a:pt x="4815" y="2938"/>
                </a:lnTo>
                <a:cubicBezTo>
                  <a:pt x="5011" y="2938"/>
                  <a:pt x="5170" y="2779"/>
                  <a:pt x="5170" y="2583"/>
                </a:cubicBezTo>
                <a:lnTo>
                  <a:pt x="5170" y="355"/>
                </a:lnTo>
                <a:cubicBezTo>
                  <a:pt x="5170" y="159"/>
                  <a:pt x="5011" y="0"/>
                  <a:pt x="4815" y="0"/>
                </a:cubicBezTo>
                <a:lnTo>
                  <a:pt x="355" y="0"/>
                </a:lnTo>
                <a:cubicBezTo>
                  <a:pt x="159" y="0"/>
                  <a:pt x="0" y="159"/>
                  <a:pt x="0" y="355"/>
                </a:cubicBezTo>
                <a:lnTo>
                  <a:pt x="0" y="2583"/>
                </a:lnTo>
                <a:cubicBezTo>
                  <a:pt x="0" y="2779"/>
                  <a:pt x="159" y="2938"/>
                  <a:pt x="355" y="2938"/>
                </a:cubicBezTo>
                <a:lnTo>
                  <a:pt x="2585" y="2938"/>
                </a:lnTo>
                <a:close/>
              </a:path>
            </a:pathLst>
          </a:custGeom>
          <a:noFill/>
          <a:ln w="27360">
            <a:solidFill>
              <a:srgbClr val="284d7a"/>
            </a:solidFill>
            <a:miter/>
          </a:ln>
        </p:spPr>
        <p:txBody>
          <a:bodyPr lIns="103680" rIns="103680" tIns="58680" bIns="586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3" name=""/>
          <p:cNvSpPr txBox="1"/>
          <p:nvPr/>
        </p:nvSpPr>
        <p:spPr>
          <a:xfrm>
            <a:off x="8107200" y="1099800"/>
            <a:ext cx="68328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510" strike="noStrike" u="none">
                <a:solidFill>
                  <a:srgbClr val="1f3654"/>
                </a:solidFill>
                <a:effectLst/>
                <a:uFillTx/>
                <a:latin typeface="Times New Roman"/>
              </a:rPr>
              <a:t>MICRO</a:t>
            </a:r>
            <a:endParaRPr b="1" lang="en-US" sz="1510" strike="noStrike" u="none">
              <a:solidFill>
                <a:srgbClr val="1f3654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274" name=""/>
          <p:cNvSpPr txBox="1"/>
          <p:nvPr/>
        </p:nvSpPr>
        <p:spPr>
          <a:xfrm>
            <a:off x="7988400" y="1455120"/>
            <a:ext cx="93960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1150" strike="noStrike" u="none">
                <a:solidFill>
                  <a:srgbClr val="52667f"/>
                </a:solidFill>
                <a:effectLst/>
                <a:uFillTx/>
                <a:latin typeface="Times New Roman"/>
              </a:rPr>
              <a:t>language · units</a:t>
            </a:r>
            <a:endParaRPr b="0" i="1" lang="en-US" sz="1150" strike="noStrike" u="none">
              <a:solidFill>
                <a:srgbClr val="52667f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275" name=""/>
          <p:cNvSpPr txBox="1"/>
          <p:nvPr/>
        </p:nvSpPr>
        <p:spPr>
          <a:xfrm>
            <a:off x="8198280" y="1673640"/>
            <a:ext cx="52056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1150" strike="noStrike" u="none">
                <a:solidFill>
                  <a:srgbClr val="52667f"/>
                </a:solidFill>
                <a:effectLst/>
                <a:uFillTx/>
                <a:latin typeface="Times New Roman"/>
              </a:rPr>
              <a:t>certainty</a:t>
            </a:r>
            <a:endParaRPr b="0" i="1" lang="en-US" sz="1150" strike="noStrike" u="none">
              <a:solidFill>
                <a:srgbClr val="52667f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276" name=""/>
          <p:cNvSpPr/>
          <p:nvPr/>
        </p:nvSpPr>
        <p:spPr>
          <a:xfrm>
            <a:off x="9872280" y="930960"/>
            <a:ext cx="1860840" cy="1057680"/>
          </a:xfrm>
          <a:custGeom>
            <a:avLst/>
            <a:gdLst/>
            <a:ahLst/>
            <a:rect l="0" t="0" r="r" b="b"/>
            <a:pathLst>
              <a:path w="5169" h="2938">
                <a:moveTo>
                  <a:pt x="2585" y="2938"/>
                </a:moveTo>
                <a:lnTo>
                  <a:pt x="4815" y="2938"/>
                </a:lnTo>
                <a:cubicBezTo>
                  <a:pt x="5011" y="2938"/>
                  <a:pt x="5169" y="2779"/>
                  <a:pt x="5169" y="2583"/>
                </a:cubicBezTo>
                <a:lnTo>
                  <a:pt x="5169" y="355"/>
                </a:lnTo>
                <a:cubicBezTo>
                  <a:pt x="5169" y="159"/>
                  <a:pt x="5011" y="0"/>
                  <a:pt x="4815" y="0"/>
                </a:cubicBezTo>
                <a:lnTo>
                  <a:pt x="355" y="0"/>
                </a:lnTo>
                <a:cubicBezTo>
                  <a:pt x="159" y="0"/>
                  <a:pt x="0" y="159"/>
                  <a:pt x="0" y="355"/>
                </a:cubicBezTo>
                <a:lnTo>
                  <a:pt x="0" y="2583"/>
                </a:lnTo>
                <a:cubicBezTo>
                  <a:pt x="0" y="2779"/>
                  <a:pt x="159" y="2938"/>
                  <a:pt x="355" y="2938"/>
                </a:cubicBezTo>
                <a:lnTo>
                  <a:pt x="2585" y="2938"/>
                </a:lnTo>
                <a:close/>
              </a:path>
            </a:pathLst>
          </a:custGeom>
          <a:solidFill>
            <a:srgbClr val="e7eef7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7" name=""/>
          <p:cNvSpPr/>
          <p:nvPr/>
        </p:nvSpPr>
        <p:spPr>
          <a:xfrm>
            <a:off x="9872280" y="930960"/>
            <a:ext cx="1860840" cy="1057680"/>
          </a:xfrm>
          <a:custGeom>
            <a:avLst/>
            <a:gdLst/>
            <a:ahLst/>
            <a:rect l="0" t="0" r="r" b="b"/>
            <a:pathLst>
              <a:path w="5169" h="2938">
                <a:moveTo>
                  <a:pt x="2585" y="2938"/>
                </a:moveTo>
                <a:lnTo>
                  <a:pt x="4815" y="2938"/>
                </a:lnTo>
                <a:cubicBezTo>
                  <a:pt x="5011" y="2938"/>
                  <a:pt x="5169" y="2779"/>
                  <a:pt x="5169" y="2583"/>
                </a:cubicBezTo>
                <a:lnTo>
                  <a:pt x="5169" y="355"/>
                </a:lnTo>
                <a:cubicBezTo>
                  <a:pt x="5169" y="159"/>
                  <a:pt x="5011" y="0"/>
                  <a:pt x="4815" y="0"/>
                </a:cubicBezTo>
                <a:lnTo>
                  <a:pt x="355" y="0"/>
                </a:lnTo>
                <a:cubicBezTo>
                  <a:pt x="159" y="0"/>
                  <a:pt x="0" y="159"/>
                  <a:pt x="0" y="355"/>
                </a:cubicBezTo>
                <a:lnTo>
                  <a:pt x="0" y="2583"/>
                </a:lnTo>
                <a:cubicBezTo>
                  <a:pt x="0" y="2779"/>
                  <a:pt x="159" y="2938"/>
                  <a:pt x="355" y="2938"/>
                </a:cubicBezTo>
                <a:lnTo>
                  <a:pt x="2585" y="2938"/>
                </a:lnTo>
                <a:close/>
              </a:path>
            </a:pathLst>
          </a:custGeom>
          <a:noFill/>
          <a:ln w="27360">
            <a:solidFill>
              <a:srgbClr val="284d7a"/>
            </a:solidFill>
            <a:miter/>
          </a:ln>
        </p:spPr>
        <p:txBody>
          <a:bodyPr lIns="103680" rIns="103680" tIns="58680" bIns="586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8" name=""/>
          <p:cNvSpPr txBox="1"/>
          <p:nvPr/>
        </p:nvSpPr>
        <p:spPr>
          <a:xfrm>
            <a:off x="10333080" y="1099800"/>
            <a:ext cx="94644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510" strike="noStrike" u="none">
                <a:solidFill>
                  <a:srgbClr val="1f3654"/>
                </a:solidFill>
                <a:effectLst/>
                <a:uFillTx/>
                <a:latin typeface="Times New Roman"/>
              </a:rPr>
              <a:t>PACKAGE</a:t>
            </a:r>
            <a:endParaRPr b="1" lang="en-US" sz="1510" strike="noStrike" u="none">
              <a:solidFill>
                <a:srgbClr val="1f3654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279" name=""/>
          <p:cNvSpPr txBox="1"/>
          <p:nvPr/>
        </p:nvSpPr>
        <p:spPr>
          <a:xfrm>
            <a:off x="10442520" y="1455120"/>
            <a:ext cx="75240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1150" strike="noStrike" u="none">
                <a:solidFill>
                  <a:srgbClr val="52667f"/>
                </a:solidFill>
                <a:effectLst/>
                <a:uFillTx/>
                <a:latin typeface="Times New Roman"/>
              </a:rPr>
              <a:t>styles · fields</a:t>
            </a:r>
            <a:endParaRPr b="0" i="1" lang="en-US" sz="1150" strike="noStrike" u="none">
              <a:solidFill>
                <a:srgbClr val="52667f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280" name=""/>
          <p:cNvSpPr txBox="1"/>
          <p:nvPr/>
        </p:nvSpPr>
        <p:spPr>
          <a:xfrm>
            <a:off x="10342080" y="1673640"/>
            <a:ext cx="93132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1150" strike="noStrike" u="none">
                <a:solidFill>
                  <a:srgbClr val="52667f"/>
                </a:solidFill>
                <a:effectLst/>
                <a:uFillTx/>
                <a:latin typeface="Times New Roman"/>
              </a:rPr>
              <a:t>metadata · links</a:t>
            </a:r>
            <a:endParaRPr b="0" i="1" lang="en-US" sz="1150" strike="noStrike" u="none">
              <a:solidFill>
                <a:srgbClr val="52667f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281" name=""/>
          <p:cNvSpPr/>
          <p:nvPr/>
        </p:nvSpPr>
        <p:spPr>
          <a:xfrm>
            <a:off x="2337840" y="1459800"/>
            <a:ext cx="364680" cy="0"/>
          </a:xfrm>
          <a:prstGeom prst="line">
            <a:avLst/>
          </a:prstGeom>
          <a:ln w="27360">
            <a:solidFill>
              <a:srgbClr val="284d7a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3680" rIns="103680" tIns="-58680" bIns="-586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2" name=""/>
          <p:cNvSpPr/>
          <p:nvPr/>
        </p:nvSpPr>
        <p:spPr>
          <a:xfrm>
            <a:off x="2456280" y="1323000"/>
            <a:ext cx="273600" cy="273600"/>
          </a:xfrm>
          <a:custGeom>
            <a:avLst/>
            <a:gdLst/>
            <a:ahLst/>
            <a:rect l="0" t="0" r="r" b="b"/>
            <a:pathLst>
              <a:path w="760" h="760">
                <a:moveTo>
                  <a:pt x="0" y="0"/>
                </a:moveTo>
                <a:lnTo>
                  <a:pt x="760" y="380"/>
                </a:lnTo>
                <a:lnTo>
                  <a:pt x="0" y="760"/>
                </a:lnTo>
                <a:lnTo>
                  <a:pt x="0" y="0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3" name=""/>
          <p:cNvSpPr/>
          <p:nvPr/>
        </p:nvSpPr>
        <p:spPr>
          <a:xfrm>
            <a:off x="4691160" y="1459800"/>
            <a:ext cx="365040" cy="0"/>
          </a:xfrm>
          <a:prstGeom prst="line">
            <a:avLst/>
          </a:prstGeom>
          <a:ln w="27360">
            <a:solidFill>
              <a:srgbClr val="284d7a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3680" rIns="103680" tIns="-58680" bIns="-586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4" name=""/>
          <p:cNvSpPr/>
          <p:nvPr/>
        </p:nvSpPr>
        <p:spPr>
          <a:xfrm>
            <a:off x="4809960" y="1323000"/>
            <a:ext cx="273600" cy="273600"/>
          </a:xfrm>
          <a:custGeom>
            <a:avLst/>
            <a:gdLst/>
            <a:ahLst/>
            <a:rect l="0" t="0" r="r" b="b"/>
            <a:pathLst>
              <a:path w="760" h="760">
                <a:moveTo>
                  <a:pt x="0" y="0"/>
                </a:moveTo>
                <a:lnTo>
                  <a:pt x="760" y="380"/>
                </a:lnTo>
                <a:lnTo>
                  <a:pt x="0" y="760"/>
                </a:lnTo>
                <a:lnTo>
                  <a:pt x="0" y="0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5" name=""/>
          <p:cNvSpPr/>
          <p:nvPr/>
        </p:nvSpPr>
        <p:spPr>
          <a:xfrm>
            <a:off x="4809960" y="1323000"/>
            <a:ext cx="273600" cy="273600"/>
          </a:xfrm>
          <a:custGeom>
            <a:avLst/>
            <a:gdLst/>
            <a:ahLst/>
            <a:rect l="0" t="0" r="r" b="b"/>
            <a:pathLst>
              <a:path w="760" h="760">
                <a:moveTo>
                  <a:pt x="0" y="0"/>
                </a:moveTo>
                <a:lnTo>
                  <a:pt x="760" y="380"/>
                </a:lnTo>
                <a:lnTo>
                  <a:pt x="0" y="760"/>
                </a:lnTo>
                <a:lnTo>
                  <a:pt x="0" y="0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6" name=""/>
          <p:cNvSpPr/>
          <p:nvPr/>
        </p:nvSpPr>
        <p:spPr>
          <a:xfrm>
            <a:off x="7044480" y="1459800"/>
            <a:ext cx="364680" cy="0"/>
          </a:xfrm>
          <a:prstGeom prst="line">
            <a:avLst/>
          </a:prstGeom>
          <a:ln w="27360">
            <a:solidFill>
              <a:srgbClr val="284d7a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3680" rIns="103680" tIns="-58680" bIns="-586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7" name=""/>
          <p:cNvSpPr/>
          <p:nvPr/>
        </p:nvSpPr>
        <p:spPr>
          <a:xfrm>
            <a:off x="7162920" y="1323000"/>
            <a:ext cx="273600" cy="273600"/>
          </a:xfrm>
          <a:custGeom>
            <a:avLst/>
            <a:gdLst/>
            <a:ahLst/>
            <a:rect l="0" t="0" r="r" b="b"/>
            <a:pathLst>
              <a:path w="760" h="760">
                <a:moveTo>
                  <a:pt x="0" y="0"/>
                </a:moveTo>
                <a:lnTo>
                  <a:pt x="760" y="380"/>
                </a:lnTo>
                <a:lnTo>
                  <a:pt x="0" y="760"/>
                </a:lnTo>
                <a:lnTo>
                  <a:pt x="0" y="0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8" name=""/>
          <p:cNvSpPr/>
          <p:nvPr/>
        </p:nvSpPr>
        <p:spPr>
          <a:xfrm>
            <a:off x="7162920" y="1323000"/>
            <a:ext cx="273600" cy="273600"/>
          </a:xfrm>
          <a:custGeom>
            <a:avLst/>
            <a:gdLst/>
            <a:ahLst/>
            <a:rect l="0" t="0" r="r" b="b"/>
            <a:pathLst>
              <a:path w="760" h="760">
                <a:moveTo>
                  <a:pt x="0" y="0"/>
                </a:moveTo>
                <a:lnTo>
                  <a:pt x="760" y="380"/>
                </a:lnTo>
                <a:lnTo>
                  <a:pt x="0" y="760"/>
                </a:lnTo>
                <a:lnTo>
                  <a:pt x="0" y="0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9" name=""/>
          <p:cNvSpPr/>
          <p:nvPr/>
        </p:nvSpPr>
        <p:spPr>
          <a:xfrm>
            <a:off x="7162920" y="1323000"/>
            <a:ext cx="273600" cy="273600"/>
          </a:xfrm>
          <a:custGeom>
            <a:avLst/>
            <a:gdLst/>
            <a:ahLst/>
            <a:rect l="0" t="0" r="r" b="b"/>
            <a:pathLst>
              <a:path w="760" h="760">
                <a:moveTo>
                  <a:pt x="0" y="0"/>
                </a:moveTo>
                <a:lnTo>
                  <a:pt x="760" y="380"/>
                </a:lnTo>
                <a:lnTo>
                  <a:pt x="0" y="760"/>
                </a:lnTo>
                <a:lnTo>
                  <a:pt x="0" y="0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0" name=""/>
          <p:cNvSpPr/>
          <p:nvPr/>
        </p:nvSpPr>
        <p:spPr>
          <a:xfrm>
            <a:off x="9397800" y="1459800"/>
            <a:ext cx="365040" cy="0"/>
          </a:xfrm>
          <a:prstGeom prst="line">
            <a:avLst/>
          </a:prstGeom>
          <a:ln w="27360">
            <a:solidFill>
              <a:srgbClr val="284d7a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3680" rIns="103680" tIns="-58680" bIns="-586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1" name=""/>
          <p:cNvSpPr/>
          <p:nvPr/>
        </p:nvSpPr>
        <p:spPr>
          <a:xfrm>
            <a:off x="9516600" y="1323000"/>
            <a:ext cx="273600" cy="273600"/>
          </a:xfrm>
          <a:custGeom>
            <a:avLst/>
            <a:gdLst/>
            <a:ahLst/>
            <a:rect l="0" t="0" r="r" b="b"/>
            <a:pathLst>
              <a:path w="760" h="760">
                <a:moveTo>
                  <a:pt x="0" y="0"/>
                </a:moveTo>
                <a:lnTo>
                  <a:pt x="760" y="380"/>
                </a:lnTo>
                <a:lnTo>
                  <a:pt x="0" y="760"/>
                </a:lnTo>
                <a:lnTo>
                  <a:pt x="0" y="0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2" name=""/>
          <p:cNvSpPr/>
          <p:nvPr/>
        </p:nvSpPr>
        <p:spPr>
          <a:xfrm>
            <a:off x="9516600" y="1323000"/>
            <a:ext cx="273600" cy="273600"/>
          </a:xfrm>
          <a:custGeom>
            <a:avLst/>
            <a:gdLst/>
            <a:ahLst/>
            <a:rect l="0" t="0" r="r" b="b"/>
            <a:pathLst>
              <a:path w="760" h="760">
                <a:moveTo>
                  <a:pt x="0" y="0"/>
                </a:moveTo>
                <a:lnTo>
                  <a:pt x="760" y="380"/>
                </a:lnTo>
                <a:lnTo>
                  <a:pt x="0" y="760"/>
                </a:lnTo>
                <a:lnTo>
                  <a:pt x="0" y="0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3" name=""/>
          <p:cNvSpPr/>
          <p:nvPr/>
        </p:nvSpPr>
        <p:spPr>
          <a:xfrm>
            <a:off x="9516600" y="1323000"/>
            <a:ext cx="273600" cy="273600"/>
          </a:xfrm>
          <a:custGeom>
            <a:avLst/>
            <a:gdLst/>
            <a:ahLst/>
            <a:rect l="0" t="0" r="r" b="b"/>
            <a:pathLst>
              <a:path w="760" h="760">
                <a:moveTo>
                  <a:pt x="0" y="0"/>
                </a:moveTo>
                <a:lnTo>
                  <a:pt x="760" y="380"/>
                </a:lnTo>
                <a:lnTo>
                  <a:pt x="0" y="760"/>
                </a:lnTo>
                <a:lnTo>
                  <a:pt x="0" y="0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4" name=""/>
          <p:cNvSpPr/>
          <p:nvPr/>
        </p:nvSpPr>
        <p:spPr>
          <a:xfrm>
            <a:off x="9516600" y="1323000"/>
            <a:ext cx="273600" cy="273600"/>
          </a:xfrm>
          <a:custGeom>
            <a:avLst/>
            <a:gdLst/>
            <a:ahLst/>
            <a:rect l="0" t="0" r="r" b="b"/>
            <a:pathLst>
              <a:path w="760" h="760">
                <a:moveTo>
                  <a:pt x="0" y="0"/>
                </a:moveTo>
                <a:lnTo>
                  <a:pt x="760" y="380"/>
                </a:lnTo>
                <a:lnTo>
                  <a:pt x="0" y="760"/>
                </a:lnTo>
                <a:lnTo>
                  <a:pt x="0" y="0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5" name=""/>
          <p:cNvSpPr/>
          <p:nvPr/>
        </p:nvSpPr>
        <p:spPr>
          <a:xfrm>
            <a:off x="10802880" y="2006640"/>
            <a:ext cx="0" cy="510480"/>
          </a:xfrm>
          <a:prstGeom prst="line">
            <a:avLst/>
          </a:prstGeom>
          <a:ln w="27360">
            <a:solidFill>
              <a:srgbClr val="284d7a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3680" rIns="103680" tIns="58680" bIns="586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6" name=""/>
          <p:cNvSpPr/>
          <p:nvPr/>
        </p:nvSpPr>
        <p:spPr>
          <a:xfrm>
            <a:off x="10666080" y="2271240"/>
            <a:ext cx="273600" cy="273240"/>
          </a:xfrm>
          <a:custGeom>
            <a:avLst/>
            <a:gdLst/>
            <a:ahLst/>
            <a:rect l="0" t="0" r="r" b="b"/>
            <a:pathLst>
              <a:path w="760" h="759">
                <a:moveTo>
                  <a:pt x="760" y="0"/>
                </a:moveTo>
                <a:lnTo>
                  <a:pt x="380" y="759"/>
                </a:lnTo>
                <a:lnTo>
                  <a:pt x="0" y="0"/>
                </a:lnTo>
                <a:lnTo>
                  <a:pt x="760" y="0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7" name=""/>
          <p:cNvSpPr/>
          <p:nvPr/>
        </p:nvSpPr>
        <p:spPr>
          <a:xfrm>
            <a:off x="10666080" y="2271240"/>
            <a:ext cx="273600" cy="273240"/>
          </a:xfrm>
          <a:custGeom>
            <a:avLst/>
            <a:gdLst/>
            <a:ahLst/>
            <a:rect l="0" t="0" r="r" b="b"/>
            <a:pathLst>
              <a:path w="760" h="759">
                <a:moveTo>
                  <a:pt x="760" y="0"/>
                </a:moveTo>
                <a:lnTo>
                  <a:pt x="380" y="759"/>
                </a:lnTo>
                <a:lnTo>
                  <a:pt x="0" y="0"/>
                </a:lnTo>
                <a:lnTo>
                  <a:pt x="760" y="0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8" name=""/>
          <p:cNvSpPr/>
          <p:nvPr/>
        </p:nvSpPr>
        <p:spPr>
          <a:xfrm>
            <a:off x="10666080" y="2271240"/>
            <a:ext cx="273600" cy="273240"/>
          </a:xfrm>
          <a:custGeom>
            <a:avLst/>
            <a:gdLst/>
            <a:ahLst/>
            <a:rect l="0" t="0" r="r" b="b"/>
            <a:pathLst>
              <a:path w="760" h="759">
                <a:moveTo>
                  <a:pt x="760" y="0"/>
                </a:moveTo>
                <a:lnTo>
                  <a:pt x="380" y="759"/>
                </a:lnTo>
                <a:lnTo>
                  <a:pt x="0" y="0"/>
                </a:lnTo>
                <a:lnTo>
                  <a:pt x="760" y="0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9" name=""/>
          <p:cNvSpPr/>
          <p:nvPr/>
        </p:nvSpPr>
        <p:spPr>
          <a:xfrm>
            <a:off x="10666080" y="2271240"/>
            <a:ext cx="273600" cy="273240"/>
          </a:xfrm>
          <a:custGeom>
            <a:avLst/>
            <a:gdLst/>
            <a:ahLst/>
            <a:rect l="0" t="0" r="r" b="b"/>
            <a:pathLst>
              <a:path w="760" h="759">
                <a:moveTo>
                  <a:pt x="760" y="0"/>
                </a:moveTo>
                <a:lnTo>
                  <a:pt x="380" y="759"/>
                </a:lnTo>
                <a:lnTo>
                  <a:pt x="0" y="0"/>
                </a:lnTo>
                <a:lnTo>
                  <a:pt x="760" y="0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0" name=""/>
          <p:cNvSpPr/>
          <p:nvPr/>
        </p:nvSpPr>
        <p:spPr>
          <a:xfrm>
            <a:off x="10666080" y="2271240"/>
            <a:ext cx="273600" cy="273240"/>
          </a:xfrm>
          <a:custGeom>
            <a:avLst/>
            <a:gdLst/>
            <a:ahLst/>
            <a:rect l="0" t="0" r="r" b="b"/>
            <a:pathLst>
              <a:path w="760" h="759">
                <a:moveTo>
                  <a:pt x="760" y="0"/>
                </a:moveTo>
                <a:lnTo>
                  <a:pt x="380" y="759"/>
                </a:lnTo>
                <a:lnTo>
                  <a:pt x="0" y="0"/>
                </a:lnTo>
                <a:lnTo>
                  <a:pt x="760" y="0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1" name=""/>
          <p:cNvSpPr/>
          <p:nvPr/>
        </p:nvSpPr>
        <p:spPr>
          <a:xfrm>
            <a:off x="9288360" y="2608200"/>
            <a:ext cx="2444760" cy="1057320"/>
          </a:xfrm>
          <a:custGeom>
            <a:avLst/>
            <a:gdLst/>
            <a:ahLst/>
            <a:rect l="0" t="0" r="r" b="b"/>
            <a:pathLst>
              <a:path w="6791" h="2937">
                <a:moveTo>
                  <a:pt x="3396" y="2937"/>
                </a:moveTo>
                <a:lnTo>
                  <a:pt x="6437" y="2937"/>
                </a:lnTo>
                <a:cubicBezTo>
                  <a:pt x="6633" y="2937"/>
                  <a:pt x="6791" y="2778"/>
                  <a:pt x="6791" y="2582"/>
                </a:cubicBezTo>
                <a:lnTo>
                  <a:pt x="6791" y="355"/>
                </a:lnTo>
                <a:cubicBezTo>
                  <a:pt x="6791" y="159"/>
                  <a:pt x="6633" y="0"/>
                  <a:pt x="6437" y="0"/>
                </a:cubicBezTo>
                <a:lnTo>
                  <a:pt x="355" y="0"/>
                </a:lnTo>
                <a:cubicBezTo>
                  <a:pt x="159" y="0"/>
                  <a:pt x="0" y="159"/>
                  <a:pt x="0" y="355"/>
                </a:cubicBezTo>
                <a:lnTo>
                  <a:pt x="0" y="2582"/>
                </a:lnTo>
                <a:cubicBezTo>
                  <a:pt x="0" y="2778"/>
                  <a:pt x="159" y="2937"/>
                  <a:pt x="355" y="2937"/>
                </a:cubicBezTo>
                <a:lnTo>
                  <a:pt x="3396" y="2937"/>
                </a:lnTo>
                <a:close/>
              </a:path>
            </a:pathLst>
          </a:custGeom>
          <a:solidFill>
            <a:srgbClr val="edf2f8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2" name=""/>
          <p:cNvSpPr/>
          <p:nvPr/>
        </p:nvSpPr>
        <p:spPr>
          <a:xfrm>
            <a:off x="9288360" y="2608200"/>
            <a:ext cx="2444760" cy="1057320"/>
          </a:xfrm>
          <a:custGeom>
            <a:avLst/>
            <a:gdLst/>
            <a:ahLst/>
            <a:rect l="0" t="0" r="r" b="b"/>
            <a:pathLst>
              <a:path w="6791" h="2937">
                <a:moveTo>
                  <a:pt x="3396" y="2937"/>
                </a:moveTo>
                <a:lnTo>
                  <a:pt x="6437" y="2937"/>
                </a:lnTo>
                <a:cubicBezTo>
                  <a:pt x="6633" y="2937"/>
                  <a:pt x="6791" y="2778"/>
                  <a:pt x="6791" y="2582"/>
                </a:cubicBezTo>
                <a:lnTo>
                  <a:pt x="6791" y="355"/>
                </a:lnTo>
                <a:cubicBezTo>
                  <a:pt x="6791" y="159"/>
                  <a:pt x="6633" y="0"/>
                  <a:pt x="6437" y="0"/>
                </a:cubicBezTo>
                <a:lnTo>
                  <a:pt x="355" y="0"/>
                </a:lnTo>
                <a:cubicBezTo>
                  <a:pt x="159" y="0"/>
                  <a:pt x="0" y="159"/>
                  <a:pt x="0" y="355"/>
                </a:cubicBezTo>
                <a:lnTo>
                  <a:pt x="0" y="2582"/>
                </a:lnTo>
                <a:cubicBezTo>
                  <a:pt x="0" y="2778"/>
                  <a:pt x="159" y="2937"/>
                  <a:pt x="355" y="2937"/>
                </a:cubicBezTo>
                <a:lnTo>
                  <a:pt x="3396" y="2937"/>
                </a:lnTo>
                <a:close/>
              </a:path>
            </a:pathLst>
          </a:custGeom>
          <a:noFill/>
          <a:ln w="27360">
            <a:solidFill>
              <a:srgbClr val="284d7a"/>
            </a:solidFill>
            <a:miter/>
          </a:ln>
        </p:spPr>
        <p:txBody>
          <a:bodyPr lIns="103680" rIns="103680" tIns="58680" bIns="586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3" name=""/>
          <p:cNvSpPr txBox="1"/>
          <p:nvPr/>
        </p:nvSpPr>
        <p:spPr>
          <a:xfrm>
            <a:off x="9812880" y="2786400"/>
            <a:ext cx="1403280" cy="227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580" strike="noStrike" u="none">
                <a:solidFill>
                  <a:srgbClr val="1f3654"/>
                </a:solidFill>
                <a:effectLst/>
                <a:uFillTx/>
                <a:latin typeface="Times New Roman"/>
              </a:rPr>
              <a:t>WORD PROOF</a:t>
            </a:r>
            <a:endParaRPr b="1" lang="en-US" sz="1580" strike="noStrike" u="none">
              <a:solidFill>
                <a:srgbClr val="1f3654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304" name=""/>
          <p:cNvSpPr txBox="1"/>
          <p:nvPr/>
        </p:nvSpPr>
        <p:spPr>
          <a:xfrm>
            <a:off x="9977400" y="3141360"/>
            <a:ext cx="109008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1150" strike="noStrike" u="none">
                <a:solidFill>
                  <a:srgbClr val="52667f"/>
                </a:solidFill>
                <a:effectLst/>
                <a:uFillTx/>
                <a:latin typeface="Times New Roman"/>
              </a:rPr>
              <a:t>fonts · pages · tags</a:t>
            </a:r>
            <a:endParaRPr b="0" i="1" lang="en-US" sz="1150" strike="noStrike" u="none">
              <a:solidFill>
                <a:srgbClr val="52667f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305" name=""/>
          <p:cNvSpPr txBox="1"/>
          <p:nvPr/>
        </p:nvSpPr>
        <p:spPr>
          <a:xfrm>
            <a:off x="9822240" y="3359880"/>
            <a:ext cx="140688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1150" strike="noStrike" u="none">
                <a:solidFill>
                  <a:srgbClr val="52667f"/>
                </a:solidFill>
                <a:effectLst/>
                <a:uFillTx/>
                <a:latin typeface="Times New Roman"/>
              </a:rPr>
              <a:t>destinations · final page</a:t>
            </a:r>
            <a:endParaRPr b="0" i="1" lang="en-US" sz="1150" strike="noStrike" u="none">
              <a:solidFill>
                <a:srgbClr val="52667f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306" name=""/>
          <p:cNvSpPr/>
          <p:nvPr/>
        </p:nvSpPr>
        <p:spPr>
          <a:xfrm>
            <a:off x="458640" y="2517120"/>
            <a:ext cx="8154720" cy="1148400"/>
          </a:xfrm>
          <a:custGeom>
            <a:avLst/>
            <a:gdLst/>
            <a:ahLst/>
            <a:rect l="0" t="0" r="r" b="b"/>
            <a:pathLst>
              <a:path w="22652" h="3190">
                <a:moveTo>
                  <a:pt x="11326" y="3190"/>
                </a:moveTo>
                <a:lnTo>
                  <a:pt x="22247" y="3190"/>
                </a:lnTo>
                <a:cubicBezTo>
                  <a:pt x="22471" y="3190"/>
                  <a:pt x="22652" y="3008"/>
                  <a:pt x="22652" y="2785"/>
                </a:cubicBezTo>
                <a:lnTo>
                  <a:pt x="22652" y="405"/>
                </a:lnTo>
                <a:cubicBezTo>
                  <a:pt x="22652" y="182"/>
                  <a:pt x="22471" y="0"/>
                  <a:pt x="22247" y="0"/>
                </a:cubicBezTo>
                <a:lnTo>
                  <a:pt x="405" y="0"/>
                </a:lnTo>
                <a:cubicBezTo>
                  <a:pt x="181" y="0"/>
                  <a:pt x="0" y="182"/>
                  <a:pt x="0" y="405"/>
                </a:cubicBezTo>
                <a:lnTo>
                  <a:pt x="0" y="2785"/>
                </a:lnTo>
                <a:cubicBezTo>
                  <a:pt x="0" y="3008"/>
                  <a:pt x="181" y="3190"/>
                  <a:pt x="405" y="3190"/>
                </a:cubicBezTo>
                <a:lnTo>
                  <a:pt x="11326" y="3190"/>
                </a:lnTo>
                <a:close/>
              </a:path>
            </a:pathLst>
          </a:custGeom>
          <a:solidFill>
            <a:srgbClr val="fff7f6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7" name=""/>
          <p:cNvSpPr/>
          <p:nvPr/>
        </p:nvSpPr>
        <p:spPr>
          <a:xfrm>
            <a:off x="458640" y="2517120"/>
            <a:ext cx="8154720" cy="1148400"/>
          </a:xfrm>
          <a:custGeom>
            <a:avLst/>
            <a:gdLst/>
            <a:ahLst/>
            <a:rect l="0" t="0" r="r" b="b"/>
            <a:pathLst>
              <a:path w="22652" h="3190">
                <a:moveTo>
                  <a:pt x="11326" y="3190"/>
                </a:moveTo>
                <a:lnTo>
                  <a:pt x="22247" y="3190"/>
                </a:lnTo>
                <a:cubicBezTo>
                  <a:pt x="22471" y="3190"/>
                  <a:pt x="22652" y="3008"/>
                  <a:pt x="22652" y="2785"/>
                </a:cubicBezTo>
                <a:lnTo>
                  <a:pt x="22652" y="405"/>
                </a:lnTo>
                <a:cubicBezTo>
                  <a:pt x="22652" y="182"/>
                  <a:pt x="22471" y="0"/>
                  <a:pt x="22247" y="0"/>
                </a:cubicBezTo>
                <a:lnTo>
                  <a:pt x="405" y="0"/>
                </a:lnTo>
                <a:cubicBezTo>
                  <a:pt x="181" y="0"/>
                  <a:pt x="0" y="182"/>
                  <a:pt x="0" y="405"/>
                </a:cubicBezTo>
                <a:lnTo>
                  <a:pt x="0" y="2785"/>
                </a:lnTo>
                <a:cubicBezTo>
                  <a:pt x="0" y="3008"/>
                  <a:pt x="181" y="3190"/>
                  <a:pt x="405" y="3190"/>
                </a:cubicBezTo>
                <a:lnTo>
                  <a:pt x="11326" y="3190"/>
                </a:lnTo>
                <a:close/>
              </a:path>
            </a:pathLst>
          </a:custGeom>
          <a:noFill/>
          <a:ln w="27360">
            <a:solidFill>
              <a:srgbClr val="9a3d35"/>
            </a:solidFill>
            <a:miter/>
          </a:ln>
        </p:spPr>
        <p:txBody>
          <a:bodyPr lIns="103680" rIns="103680" tIns="58680" bIns="586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8" name=""/>
          <p:cNvSpPr txBox="1"/>
          <p:nvPr/>
        </p:nvSpPr>
        <p:spPr>
          <a:xfrm>
            <a:off x="3646800" y="2658600"/>
            <a:ext cx="1761120" cy="227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580" strike="noStrike" u="none">
                <a:solidFill>
                  <a:srgbClr val="7b302a"/>
                </a:solidFill>
                <a:effectLst/>
                <a:uFillTx/>
                <a:latin typeface="Times New Roman"/>
              </a:rPr>
              <a:t>SEMANTIC DRIFT</a:t>
            </a:r>
            <a:endParaRPr b="1" lang="en-US" sz="1580" strike="noStrike" u="none">
              <a:solidFill>
                <a:srgbClr val="7b302a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309" name=""/>
          <p:cNvSpPr txBox="1"/>
          <p:nvPr/>
        </p:nvSpPr>
        <p:spPr>
          <a:xfrm>
            <a:off x="2050200" y="2995920"/>
            <a:ext cx="4788720" cy="172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1220" strike="noStrike" u="none">
                <a:solidFill>
                  <a:srgbClr val="6f2c27"/>
                </a:solidFill>
                <a:effectLst/>
                <a:uFillTx/>
                <a:latin typeface="Times New Roman"/>
              </a:rPr>
              <a:t>evidence · comparison · uncertainty · population · causal status · claim scope</a:t>
            </a:r>
            <a:endParaRPr b="0" i="1" lang="en-US" sz="1220" strike="noStrike" u="none">
              <a:solidFill>
                <a:srgbClr val="6f2c27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310" name=""/>
          <p:cNvSpPr txBox="1"/>
          <p:nvPr/>
        </p:nvSpPr>
        <p:spPr>
          <a:xfrm>
            <a:off x="1603440" y="3260160"/>
            <a:ext cx="5925960" cy="203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430" strike="noStrike" u="none">
                <a:solidFill>
                  <a:srgbClr val="8b2f28"/>
                </a:solidFill>
                <a:effectLst/>
                <a:uFillTx/>
                <a:latin typeface="Times New Roman"/>
              </a:rPr>
              <a:t>STOP EDITING → RETURN TO THE EARLIEST RESPONSIBLE GATE</a:t>
            </a:r>
            <a:endParaRPr b="1" lang="en-US" sz="1430" strike="noStrike" u="none">
              <a:solidFill>
                <a:srgbClr val="8b2f28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311" name=""/>
          <p:cNvSpPr/>
          <p:nvPr/>
        </p:nvSpPr>
        <p:spPr>
          <a:xfrm flipH="1">
            <a:off x="8686440" y="3137040"/>
            <a:ext cx="601920" cy="0"/>
          </a:xfrm>
          <a:prstGeom prst="line">
            <a:avLst/>
          </a:prstGeom>
          <a:ln w="27360">
            <a:solidFill>
              <a:srgbClr val="9a3d3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3680" rIns="103680" tIns="-58680" bIns="-586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2" name=""/>
          <p:cNvSpPr/>
          <p:nvPr/>
        </p:nvSpPr>
        <p:spPr>
          <a:xfrm>
            <a:off x="8659080" y="3000240"/>
            <a:ext cx="273600" cy="273600"/>
          </a:xfrm>
          <a:custGeom>
            <a:avLst/>
            <a:gdLst/>
            <a:ahLst/>
            <a:rect l="0" t="0" r="r" b="b"/>
            <a:pathLst>
              <a:path w="760" h="760">
                <a:moveTo>
                  <a:pt x="760" y="760"/>
                </a:moveTo>
                <a:lnTo>
                  <a:pt x="0" y="380"/>
                </a:lnTo>
                <a:lnTo>
                  <a:pt x="760" y="0"/>
                </a:lnTo>
                <a:lnTo>
                  <a:pt x="760" y="760"/>
                </a:lnTo>
                <a:close/>
              </a:path>
            </a:pathLst>
          </a:custGeom>
          <a:solidFill>
            <a:srgbClr val="9a3d35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3" name=""/>
          <p:cNvSpPr/>
          <p:nvPr/>
        </p:nvSpPr>
        <p:spPr>
          <a:xfrm>
            <a:off x="458640" y="4011840"/>
            <a:ext cx="11274480" cy="1039320"/>
          </a:xfrm>
          <a:custGeom>
            <a:avLst/>
            <a:gdLst/>
            <a:ahLst/>
            <a:rect l="0" t="0" r="r" b="b"/>
            <a:pathLst>
              <a:path w="31318" h="2887">
                <a:moveTo>
                  <a:pt x="15660" y="2887"/>
                </a:moveTo>
                <a:lnTo>
                  <a:pt x="30913" y="2887"/>
                </a:lnTo>
                <a:cubicBezTo>
                  <a:pt x="31137" y="2887"/>
                  <a:pt x="31318" y="2705"/>
                  <a:pt x="31318" y="2482"/>
                </a:cubicBezTo>
                <a:lnTo>
                  <a:pt x="31318" y="405"/>
                </a:lnTo>
                <a:cubicBezTo>
                  <a:pt x="31318" y="182"/>
                  <a:pt x="31137" y="0"/>
                  <a:pt x="30913" y="0"/>
                </a:cubicBezTo>
                <a:lnTo>
                  <a:pt x="405" y="0"/>
                </a:lnTo>
                <a:cubicBezTo>
                  <a:pt x="181" y="0"/>
                  <a:pt x="0" y="182"/>
                  <a:pt x="0" y="405"/>
                </a:cubicBezTo>
                <a:lnTo>
                  <a:pt x="0" y="2482"/>
                </a:lnTo>
                <a:cubicBezTo>
                  <a:pt x="0" y="2705"/>
                  <a:pt x="181" y="2887"/>
                  <a:pt x="405" y="2887"/>
                </a:cubicBezTo>
                <a:lnTo>
                  <a:pt x="15660" y="2887"/>
                </a:lnTo>
                <a:close/>
              </a:path>
            </a:pathLst>
          </a:custGeom>
          <a:solidFill>
            <a:srgbClr val="f7f9fc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4" name=""/>
          <p:cNvSpPr/>
          <p:nvPr/>
        </p:nvSpPr>
        <p:spPr>
          <a:xfrm>
            <a:off x="458640" y="4011840"/>
            <a:ext cx="11274480" cy="1039320"/>
          </a:xfrm>
          <a:custGeom>
            <a:avLst/>
            <a:gdLst/>
            <a:ahLst/>
            <a:rect l="0" t="0" r="r" b="b"/>
            <a:pathLst>
              <a:path w="31318" h="2887">
                <a:moveTo>
                  <a:pt x="15660" y="2887"/>
                </a:moveTo>
                <a:lnTo>
                  <a:pt x="30913" y="2887"/>
                </a:lnTo>
                <a:cubicBezTo>
                  <a:pt x="31137" y="2887"/>
                  <a:pt x="31318" y="2705"/>
                  <a:pt x="31318" y="2482"/>
                </a:cubicBezTo>
                <a:lnTo>
                  <a:pt x="31318" y="405"/>
                </a:lnTo>
                <a:cubicBezTo>
                  <a:pt x="31318" y="182"/>
                  <a:pt x="31137" y="0"/>
                  <a:pt x="30913" y="0"/>
                </a:cubicBezTo>
                <a:lnTo>
                  <a:pt x="405" y="0"/>
                </a:lnTo>
                <a:cubicBezTo>
                  <a:pt x="181" y="0"/>
                  <a:pt x="0" y="182"/>
                  <a:pt x="0" y="405"/>
                </a:cubicBezTo>
                <a:lnTo>
                  <a:pt x="0" y="2482"/>
                </a:lnTo>
                <a:cubicBezTo>
                  <a:pt x="0" y="2705"/>
                  <a:pt x="181" y="2887"/>
                  <a:pt x="405" y="2887"/>
                </a:cubicBezTo>
                <a:lnTo>
                  <a:pt x="15660" y="2887"/>
                </a:lnTo>
                <a:close/>
              </a:path>
            </a:pathLst>
          </a:custGeom>
          <a:noFill/>
          <a:ln w="27360">
            <a:solidFill>
              <a:srgbClr val="5b7696"/>
            </a:solidFill>
            <a:miter/>
          </a:ln>
        </p:spPr>
        <p:txBody>
          <a:bodyPr lIns="103680" rIns="103680" tIns="58680" bIns="586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5" name=""/>
          <p:cNvSpPr txBox="1"/>
          <p:nvPr/>
        </p:nvSpPr>
        <p:spPr>
          <a:xfrm>
            <a:off x="5170320" y="4162320"/>
            <a:ext cx="1885680" cy="203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430" strike="noStrike" u="none">
                <a:solidFill>
                  <a:srgbClr val="1f3654"/>
                </a:solidFill>
                <a:effectLst/>
                <a:uFillTx/>
                <a:latin typeface="Times New Roman"/>
              </a:rPr>
              <a:t>TECHNICAL DEFECT</a:t>
            </a:r>
            <a:endParaRPr b="1" lang="en-US" sz="1430" strike="noStrike" u="none">
              <a:solidFill>
                <a:srgbClr val="1f3654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316" name=""/>
          <p:cNvSpPr/>
          <p:nvPr/>
        </p:nvSpPr>
        <p:spPr>
          <a:xfrm>
            <a:off x="768600" y="4485960"/>
            <a:ext cx="1641960" cy="382680"/>
          </a:xfrm>
          <a:custGeom>
            <a:avLst/>
            <a:gdLst/>
            <a:ahLst/>
            <a:rect l="0" t="0" r="r" b="b"/>
            <a:pathLst>
              <a:path w="4561" h="1063">
                <a:moveTo>
                  <a:pt x="2281" y="1063"/>
                </a:moveTo>
                <a:lnTo>
                  <a:pt x="4308" y="1063"/>
                </a:lnTo>
                <a:cubicBezTo>
                  <a:pt x="4448" y="1063"/>
                  <a:pt x="4561" y="950"/>
                  <a:pt x="4561" y="810"/>
                </a:cubicBezTo>
                <a:lnTo>
                  <a:pt x="4561" y="253"/>
                </a:lnTo>
                <a:cubicBezTo>
                  <a:pt x="4561" y="113"/>
                  <a:pt x="4448" y="0"/>
                  <a:pt x="4308" y="0"/>
                </a:cubicBezTo>
                <a:lnTo>
                  <a:pt x="253" y="0"/>
                </a:lnTo>
                <a:cubicBezTo>
                  <a:pt x="114" y="0"/>
                  <a:pt x="0" y="113"/>
                  <a:pt x="0" y="253"/>
                </a:cubicBezTo>
                <a:lnTo>
                  <a:pt x="0" y="810"/>
                </a:lnTo>
                <a:cubicBezTo>
                  <a:pt x="0" y="950"/>
                  <a:pt x="114" y="1063"/>
                  <a:pt x="253" y="1063"/>
                </a:cubicBezTo>
                <a:lnTo>
                  <a:pt x="2281" y="1063"/>
                </a:lnTo>
                <a:close/>
              </a:path>
            </a:pathLst>
          </a:custGeom>
          <a:solidFill>
            <a:srgbClr val="edf2f8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7" name=""/>
          <p:cNvSpPr/>
          <p:nvPr/>
        </p:nvSpPr>
        <p:spPr>
          <a:xfrm>
            <a:off x="768600" y="4485960"/>
            <a:ext cx="1641960" cy="382680"/>
          </a:xfrm>
          <a:custGeom>
            <a:avLst/>
            <a:gdLst/>
            <a:ahLst/>
            <a:rect l="0" t="0" r="r" b="b"/>
            <a:pathLst>
              <a:path w="4561" h="1063">
                <a:moveTo>
                  <a:pt x="2281" y="1063"/>
                </a:moveTo>
                <a:lnTo>
                  <a:pt x="4308" y="1063"/>
                </a:lnTo>
                <a:cubicBezTo>
                  <a:pt x="4448" y="1063"/>
                  <a:pt x="4561" y="950"/>
                  <a:pt x="4561" y="810"/>
                </a:cubicBezTo>
                <a:lnTo>
                  <a:pt x="4561" y="253"/>
                </a:lnTo>
                <a:cubicBezTo>
                  <a:pt x="4561" y="113"/>
                  <a:pt x="4448" y="0"/>
                  <a:pt x="4308" y="0"/>
                </a:cubicBezTo>
                <a:lnTo>
                  <a:pt x="253" y="0"/>
                </a:lnTo>
                <a:cubicBezTo>
                  <a:pt x="114" y="0"/>
                  <a:pt x="0" y="113"/>
                  <a:pt x="0" y="253"/>
                </a:cubicBezTo>
                <a:lnTo>
                  <a:pt x="0" y="810"/>
                </a:lnTo>
                <a:cubicBezTo>
                  <a:pt x="0" y="950"/>
                  <a:pt x="114" y="1063"/>
                  <a:pt x="253" y="1063"/>
                </a:cubicBezTo>
                <a:lnTo>
                  <a:pt x="2281" y="1063"/>
                </a:lnTo>
                <a:close/>
              </a:path>
            </a:pathLst>
          </a:custGeom>
          <a:noFill/>
          <a:ln w="18360">
            <a:solidFill>
              <a:srgbClr val="284d7a"/>
            </a:solidFill>
            <a:miter/>
          </a:ln>
        </p:spPr>
        <p:txBody>
          <a:bodyPr lIns="99000" rIns="99000" tIns="54000" bIns="54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8" name=""/>
          <p:cNvSpPr txBox="1"/>
          <p:nvPr/>
        </p:nvSpPr>
        <p:spPr>
          <a:xfrm>
            <a:off x="1183680" y="4609080"/>
            <a:ext cx="799560" cy="15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80" strike="noStrike" u="none">
                <a:solidFill>
                  <a:srgbClr val="1f3654"/>
                </a:solidFill>
                <a:effectLst/>
                <a:uFillTx/>
                <a:latin typeface="Times New Roman"/>
              </a:rPr>
              <a:t>repair DOCX</a:t>
            </a:r>
            <a:endParaRPr b="1" lang="en-US" sz="1080" strike="noStrike" u="none">
              <a:solidFill>
                <a:srgbClr val="1f3654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319" name=""/>
          <p:cNvSpPr/>
          <p:nvPr/>
        </p:nvSpPr>
        <p:spPr>
          <a:xfrm>
            <a:off x="2958120" y="4485960"/>
            <a:ext cx="1641960" cy="382680"/>
          </a:xfrm>
          <a:custGeom>
            <a:avLst/>
            <a:gdLst/>
            <a:ahLst/>
            <a:rect l="0" t="0" r="r" b="b"/>
            <a:pathLst>
              <a:path w="4561" h="1063">
                <a:moveTo>
                  <a:pt x="2280" y="1063"/>
                </a:moveTo>
                <a:lnTo>
                  <a:pt x="4307" y="1063"/>
                </a:lnTo>
                <a:cubicBezTo>
                  <a:pt x="4447" y="1063"/>
                  <a:pt x="4561" y="950"/>
                  <a:pt x="4561" y="810"/>
                </a:cubicBezTo>
                <a:lnTo>
                  <a:pt x="4561" y="253"/>
                </a:lnTo>
                <a:cubicBezTo>
                  <a:pt x="4561" y="113"/>
                  <a:pt x="4447" y="0"/>
                  <a:pt x="4307" y="0"/>
                </a:cubicBezTo>
                <a:lnTo>
                  <a:pt x="253" y="0"/>
                </a:lnTo>
                <a:cubicBezTo>
                  <a:pt x="113" y="0"/>
                  <a:pt x="0" y="113"/>
                  <a:pt x="0" y="253"/>
                </a:cubicBezTo>
                <a:lnTo>
                  <a:pt x="0" y="810"/>
                </a:lnTo>
                <a:cubicBezTo>
                  <a:pt x="0" y="950"/>
                  <a:pt x="113" y="1063"/>
                  <a:pt x="253" y="1063"/>
                </a:cubicBezTo>
                <a:lnTo>
                  <a:pt x="2280" y="1063"/>
                </a:lnTo>
                <a:close/>
              </a:path>
            </a:pathLst>
          </a:custGeom>
          <a:solidFill>
            <a:srgbClr val="edf2f8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0" name=""/>
          <p:cNvSpPr/>
          <p:nvPr/>
        </p:nvSpPr>
        <p:spPr>
          <a:xfrm>
            <a:off x="2958120" y="4485960"/>
            <a:ext cx="1641960" cy="382680"/>
          </a:xfrm>
          <a:custGeom>
            <a:avLst/>
            <a:gdLst/>
            <a:ahLst/>
            <a:rect l="0" t="0" r="r" b="b"/>
            <a:pathLst>
              <a:path w="4561" h="1063">
                <a:moveTo>
                  <a:pt x="2280" y="1063"/>
                </a:moveTo>
                <a:lnTo>
                  <a:pt x="4307" y="1063"/>
                </a:lnTo>
                <a:cubicBezTo>
                  <a:pt x="4447" y="1063"/>
                  <a:pt x="4561" y="950"/>
                  <a:pt x="4561" y="810"/>
                </a:cubicBezTo>
                <a:lnTo>
                  <a:pt x="4561" y="253"/>
                </a:lnTo>
                <a:cubicBezTo>
                  <a:pt x="4561" y="113"/>
                  <a:pt x="4447" y="0"/>
                  <a:pt x="4307" y="0"/>
                </a:cubicBezTo>
                <a:lnTo>
                  <a:pt x="253" y="0"/>
                </a:lnTo>
                <a:cubicBezTo>
                  <a:pt x="113" y="0"/>
                  <a:pt x="0" y="113"/>
                  <a:pt x="0" y="253"/>
                </a:cubicBezTo>
                <a:lnTo>
                  <a:pt x="0" y="810"/>
                </a:lnTo>
                <a:cubicBezTo>
                  <a:pt x="0" y="950"/>
                  <a:pt x="113" y="1063"/>
                  <a:pt x="253" y="1063"/>
                </a:cubicBezTo>
                <a:lnTo>
                  <a:pt x="2280" y="1063"/>
                </a:lnTo>
                <a:close/>
              </a:path>
            </a:pathLst>
          </a:custGeom>
          <a:noFill/>
          <a:ln w="18360">
            <a:solidFill>
              <a:srgbClr val="284d7a"/>
            </a:solidFill>
            <a:miter/>
          </a:ln>
        </p:spPr>
        <p:txBody>
          <a:bodyPr lIns="99000" rIns="99000" tIns="54000" bIns="54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1" name=""/>
          <p:cNvSpPr txBox="1"/>
          <p:nvPr/>
        </p:nvSpPr>
        <p:spPr>
          <a:xfrm>
            <a:off x="3272760" y="4609080"/>
            <a:ext cx="999000" cy="15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80" strike="noStrike" u="none">
                <a:solidFill>
                  <a:srgbClr val="1f3654"/>
                </a:solidFill>
                <a:effectLst/>
                <a:uFillTx/>
                <a:latin typeface="Times New Roman"/>
              </a:rPr>
              <a:t>update all stories</a:t>
            </a:r>
            <a:endParaRPr b="1" lang="en-US" sz="1080" strike="noStrike" u="none">
              <a:solidFill>
                <a:srgbClr val="1f3654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322" name=""/>
          <p:cNvSpPr/>
          <p:nvPr/>
        </p:nvSpPr>
        <p:spPr>
          <a:xfrm>
            <a:off x="5275080" y="4485960"/>
            <a:ext cx="1641600" cy="382680"/>
          </a:xfrm>
          <a:custGeom>
            <a:avLst/>
            <a:gdLst/>
            <a:ahLst/>
            <a:rect l="0" t="0" r="r" b="b"/>
            <a:pathLst>
              <a:path w="4560" h="1063">
                <a:moveTo>
                  <a:pt x="2281" y="1063"/>
                </a:moveTo>
                <a:lnTo>
                  <a:pt x="4307" y="1063"/>
                </a:lnTo>
                <a:cubicBezTo>
                  <a:pt x="4447" y="1063"/>
                  <a:pt x="4560" y="950"/>
                  <a:pt x="4560" y="810"/>
                </a:cubicBezTo>
                <a:lnTo>
                  <a:pt x="4560" y="253"/>
                </a:lnTo>
                <a:cubicBezTo>
                  <a:pt x="4560" y="113"/>
                  <a:pt x="4447" y="0"/>
                  <a:pt x="4307" y="0"/>
                </a:cubicBezTo>
                <a:lnTo>
                  <a:pt x="253" y="0"/>
                </a:lnTo>
                <a:cubicBezTo>
                  <a:pt x="113" y="0"/>
                  <a:pt x="0" y="113"/>
                  <a:pt x="0" y="253"/>
                </a:cubicBezTo>
                <a:lnTo>
                  <a:pt x="0" y="810"/>
                </a:lnTo>
                <a:cubicBezTo>
                  <a:pt x="0" y="950"/>
                  <a:pt x="113" y="1063"/>
                  <a:pt x="253" y="1063"/>
                </a:cubicBezTo>
                <a:lnTo>
                  <a:pt x="2281" y="1063"/>
                </a:lnTo>
                <a:close/>
              </a:path>
            </a:pathLst>
          </a:custGeom>
          <a:solidFill>
            <a:srgbClr val="edf2f8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3" name=""/>
          <p:cNvSpPr/>
          <p:nvPr/>
        </p:nvSpPr>
        <p:spPr>
          <a:xfrm>
            <a:off x="5275080" y="4485960"/>
            <a:ext cx="1641600" cy="382680"/>
          </a:xfrm>
          <a:custGeom>
            <a:avLst/>
            <a:gdLst/>
            <a:ahLst/>
            <a:rect l="0" t="0" r="r" b="b"/>
            <a:pathLst>
              <a:path w="4560" h="1063">
                <a:moveTo>
                  <a:pt x="2281" y="1063"/>
                </a:moveTo>
                <a:lnTo>
                  <a:pt x="4307" y="1063"/>
                </a:lnTo>
                <a:cubicBezTo>
                  <a:pt x="4447" y="1063"/>
                  <a:pt x="4560" y="950"/>
                  <a:pt x="4560" y="810"/>
                </a:cubicBezTo>
                <a:lnTo>
                  <a:pt x="4560" y="253"/>
                </a:lnTo>
                <a:cubicBezTo>
                  <a:pt x="4560" y="113"/>
                  <a:pt x="4447" y="0"/>
                  <a:pt x="4307" y="0"/>
                </a:cubicBezTo>
                <a:lnTo>
                  <a:pt x="253" y="0"/>
                </a:lnTo>
                <a:cubicBezTo>
                  <a:pt x="113" y="0"/>
                  <a:pt x="0" y="113"/>
                  <a:pt x="0" y="253"/>
                </a:cubicBezTo>
                <a:lnTo>
                  <a:pt x="0" y="810"/>
                </a:lnTo>
                <a:cubicBezTo>
                  <a:pt x="0" y="950"/>
                  <a:pt x="113" y="1063"/>
                  <a:pt x="253" y="1063"/>
                </a:cubicBezTo>
                <a:lnTo>
                  <a:pt x="2281" y="1063"/>
                </a:lnTo>
                <a:close/>
              </a:path>
            </a:pathLst>
          </a:custGeom>
          <a:noFill/>
          <a:ln w="18360">
            <a:solidFill>
              <a:srgbClr val="284d7a"/>
            </a:solidFill>
            <a:miter/>
          </a:ln>
        </p:spPr>
        <p:txBody>
          <a:bodyPr lIns="99000" rIns="99000" tIns="54000" bIns="54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4" name=""/>
          <p:cNvSpPr txBox="1"/>
          <p:nvPr/>
        </p:nvSpPr>
        <p:spPr>
          <a:xfrm>
            <a:off x="5526000" y="4609080"/>
            <a:ext cx="1105200" cy="15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80" strike="noStrike" u="none">
                <a:solidFill>
                  <a:srgbClr val="1f3654"/>
                </a:solidFill>
                <a:effectLst/>
                <a:uFillTx/>
                <a:latin typeface="Times New Roman"/>
              </a:rPr>
              <a:t>export tagged PDF</a:t>
            </a:r>
            <a:endParaRPr b="1" lang="en-US" sz="1080" strike="noStrike" u="none">
              <a:solidFill>
                <a:srgbClr val="1f3654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325" name=""/>
          <p:cNvSpPr/>
          <p:nvPr/>
        </p:nvSpPr>
        <p:spPr>
          <a:xfrm>
            <a:off x="7610040" y="4485960"/>
            <a:ext cx="1641960" cy="382680"/>
          </a:xfrm>
          <a:custGeom>
            <a:avLst/>
            <a:gdLst/>
            <a:ahLst/>
            <a:rect l="0" t="0" r="r" b="b"/>
            <a:pathLst>
              <a:path w="4561" h="1063">
                <a:moveTo>
                  <a:pt x="2280" y="1063"/>
                </a:moveTo>
                <a:lnTo>
                  <a:pt x="4308" y="1063"/>
                </a:lnTo>
                <a:cubicBezTo>
                  <a:pt x="4448" y="1063"/>
                  <a:pt x="4561" y="950"/>
                  <a:pt x="4561" y="810"/>
                </a:cubicBezTo>
                <a:lnTo>
                  <a:pt x="4561" y="253"/>
                </a:lnTo>
                <a:cubicBezTo>
                  <a:pt x="4561" y="113"/>
                  <a:pt x="4448" y="0"/>
                  <a:pt x="4308" y="0"/>
                </a:cubicBezTo>
                <a:lnTo>
                  <a:pt x="253" y="0"/>
                </a:lnTo>
                <a:cubicBezTo>
                  <a:pt x="113" y="0"/>
                  <a:pt x="0" y="113"/>
                  <a:pt x="0" y="253"/>
                </a:cubicBezTo>
                <a:lnTo>
                  <a:pt x="0" y="810"/>
                </a:lnTo>
                <a:cubicBezTo>
                  <a:pt x="0" y="950"/>
                  <a:pt x="113" y="1063"/>
                  <a:pt x="253" y="1063"/>
                </a:cubicBezTo>
                <a:lnTo>
                  <a:pt x="2280" y="1063"/>
                </a:lnTo>
                <a:close/>
              </a:path>
            </a:pathLst>
          </a:custGeom>
          <a:solidFill>
            <a:srgbClr val="edf2f8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6" name=""/>
          <p:cNvSpPr/>
          <p:nvPr/>
        </p:nvSpPr>
        <p:spPr>
          <a:xfrm>
            <a:off x="7610040" y="4485960"/>
            <a:ext cx="1641960" cy="382680"/>
          </a:xfrm>
          <a:custGeom>
            <a:avLst/>
            <a:gdLst/>
            <a:ahLst/>
            <a:rect l="0" t="0" r="r" b="b"/>
            <a:pathLst>
              <a:path w="4561" h="1063">
                <a:moveTo>
                  <a:pt x="2280" y="1063"/>
                </a:moveTo>
                <a:lnTo>
                  <a:pt x="4308" y="1063"/>
                </a:lnTo>
                <a:cubicBezTo>
                  <a:pt x="4448" y="1063"/>
                  <a:pt x="4561" y="950"/>
                  <a:pt x="4561" y="810"/>
                </a:cubicBezTo>
                <a:lnTo>
                  <a:pt x="4561" y="253"/>
                </a:lnTo>
                <a:cubicBezTo>
                  <a:pt x="4561" y="113"/>
                  <a:pt x="4448" y="0"/>
                  <a:pt x="4308" y="0"/>
                </a:cubicBezTo>
                <a:lnTo>
                  <a:pt x="253" y="0"/>
                </a:lnTo>
                <a:cubicBezTo>
                  <a:pt x="113" y="0"/>
                  <a:pt x="0" y="113"/>
                  <a:pt x="0" y="253"/>
                </a:cubicBezTo>
                <a:lnTo>
                  <a:pt x="0" y="810"/>
                </a:lnTo>
                <a:cubicBezTo>
                  <a:pt x="0" y="950"/>
                  <a:pt x="113" y="1063"/>
                  <a:pt x="253" y="1063"/>
                </a:cubicBezTo>
                <a:lnTo>
                  <a:pt x="2280" y="1063"/>
                </a:lnTo>
                <a:close/>
              </a:path>
            </a:pathLst>
          </a:custGeom>
          <a:noFill/>
          <a:ln w="18360">
            <a:solidFill>
              <a:srgbClr val="284d7a"/>
            </a:solidFill>
            <a:miter/>
          </a:ln>
        </p:spPr>
        <p:txBody>
          <a:bodyPr lIns="99000" rIns="99000" tIns="54000" bIns="54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7" name=""/>
          <p:cNvSpPr txBox="1"/>
          <p:nvPr/>
        </p:nvSpPr>
        <p:spPr>
          <a:xfrm>
            <a:off x="7878960" y="4609080"/>
            <a:ext cx="1074960" cy="15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80" strike="noStrike" u="none">
                <a:solidFill>
                  <a:srgbClr val="1f3654"/>
                </a:solidFill>
                <a:effectLst/>
                <a:uFillTx/>
                <a:latin typeface="Times New Roman"/>
              </a:rPr>
              <a:t>inspect every page</a:t>
            </a:r>
            <a:endParaRPr b="1" lang="en-US" sz="1080" strike="noStrike" u="none">
              <a:solidFill>
                <a:srgbClr val="1f3654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328" name=""/>
          <p:cNvSpPr/>
          <p:nvPr/>
        </p:nvSpPr>
        <p:spPr>
          <a:xfrm>
            <a:off x="9817560" y="4485960"/>
            <a:ext cx="1641960" cy="382680"/>
          </a:xfrm>
          <a:custGeom>
            <a:avLst/>
            <a:gdLst/>
            <a:ahLst/>
            <a:rect l="0" t="0" r="r" b="b"/>
            <a:pathLst>
              <a:path w="4561" h="1063">
                <a:moveTo>
                  <a:pt x="2281" y="1063"/>
                </a:moveTo>
                <a:lnTo>
                  <a:pt x="4308" y="1063"/>
                </a:lnTo>
                <a:cubicBezTo>
                  <a:pt x="4448" y="1063"/>
                  <a:pt x="4561" y="950"/>
                  <a:pt x="4561" y="810"/>
                </a:cubicBezTo>
                <a:lnTo>
                  <a:pt x="4561" y="253"/>
                </a:lnTo>
                <a:cubicBezTo>
                  <a:pt x="4561" y="113"/>
                  <a:pt x="4448" y="0"/>
                  <a:pt x="4308" y="0"/>
                </a:cubicBezTo>
                <a:lnTo>
                  <a:pt x="254" y="0"/>
                </a:lnTo>
                <a:cubicBezTo>
                  <a:pt x="114" y="0"/>
                  <a:pt x="0" y="113"/>
                  <a:pt x="0" y="253"/>
                </a:cubicBezTo>
                <a:lnTo>
                  <a:pt x="0" y="810"/>
                </a:lnTo>
                <a:cubicBezTo>
                  <a:pt x="0" y="950"/>
                  <a:pt x="114" y="1063"/>
                  <a:pt x="254" y="1063"/>
                </a:cubicBezTo>
                <a:lnTo>
                  <a:pt x="2281" y="1063"/>
                </a:lnTo>
                <a:close/>
              </a:path>
            </a:pathLst>
          </a:custGeom>
          <a:solidFill>
            <a:srgbClr val="edf2f8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9" name=""/>
          <p:cNvSpPr/>
          <p:nvPr/>
        </p:nvSpPr>
        <p:spPr>
          <a:xfrm>
            <a:off x="9817560" y="4485960"/>
            <a:ext cx="1641960" cy="382680"/>
          </a:xfrm>
          <a:custGeom>
            <a:avLst/>
            <a:gdLst/>
            <a:ahLst/>
            <a:rect l="0" t="0" r="r" b="b"/>
            <a:pathLst>
              <a:path w="4561" h="1063">
                <a:moveTo>
                  <a:pt x="2281" y="1063"/>
                </a:moveTo>
                <a:lnTo>
                  <a:pt x="4308" y="1063"/>
                </a:lnTo>
                <a:cubicBezTo>
                  <a:pt x="4448" y="1063"/>
                  <a:pt x="4561" y="950"/>
                  <a:pt x="4561" y="810"/>
                </a:cubicBezTo>
                <a:lnTo>
                  <a:pt x="4561" y="253"/>
                </a:lnTo>
                <a:cubicBezTo>
                  <a:pt x="4561" y="113"/>
                  <a:pt x="4448" y="0"/>
                  <a:pt x="4308" y="0"/>
                </a:cubicBezTo>
                <a:lnTo>
                  <a:pt x="254" y="0"/>
                </a:lnTo>
                <a:cubicBezTo>
                  <a:pt x="114" y="0"/>
                  <a:pt x="0" y="113"/>
                  <a:pt x="0" y="253"/>
                </a:cubicBezTo>
                <a:lnTo>
                  <a:pt x="0" y="810"/>
                </a:lnTo>
                <a:cubicBezTo>
                  <a:pt x="0" y="950"/>
                  <a:pt x="114" y="1063"/>
                  <a:pt x="254" y="1063"/>
                </a:cubicBezTo>
                <a:lnTo>
                  <a:pt x="2281" y="1063"/>
                </a:lnTo>
                <a:close/>
              </a:path>
            </a:pathLst>
          </a:custGeom>
          <a:noFill/>
          <a:ln w="18360">
            <a:solidFill>
              <a:srgbClr val="284d7a"/>
            </a:solidFill>
            <a:miter/>
          </a:ln>
        </p:spPr>
        <p:txBody>
          <a:bodyPr lIns="99000" rIns="99000" tIns="54000" bIns="54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0" name=""/>
          <p:cNvSpPr txBox="1"/>
          <p:nvPr/>
        </p:nvSpPr>
        <p:spPr>
          <a:xfrm>
            <a:off x="10260000" y="4609080"/>
            <a:ext cx="738360" cy="15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80" strike="noStrike" u="none">
                <a:solidFill>
                  <a:srgbClr val="1f3654"/>
                </a:solidFill>
                <a:effectLst/>
                <a:uFillTx/>
                <a:latin typeface="Times New Roman"/>
              </a:rPr>
              <a:t>record proof</a:t>
            </a:r>
            <a:endParaRPr b="1" lang="en-US" sz="1080" strike="noStrike" u="none">
              <a:solidFill>
                <a:srgbClr val="1f3654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331" name=""/>
          <p:cNvSpPr/>
          <p:nvPr/>
        </p:nvSpPr>
        <p:spPr>
          <a:xfrm>
            <a:off x="2410560" y="4677480"/>
            <a:ext cx="510840" cy="0"/>
          </a:xfrm>
          <a:prstGeom prst="line">
            <a:avLst/>
          </a:prstGeom>
          <a:ln w="22680">
            <a:solidFill>
              <a:srgbClr val="284d7a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1160" rIns="101160" tIns="-56160" bIns="-5616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2" name=""/>
          <p:cNvSpPr/>
          <p:nvPr/>
        </p:nvSpPr>
        <p:spPr>
          <a:xfrm>
            <a:off x="2716200" y="4563360"/>
            <a:ext cx="228240" cy="227880"/>
          </a:xfrm>
          <a:custGeom>
            <a:avLst/>
            <a:gdLst/>
            <a:ahLst/>
            <a:rect l="0" t="0" r="r" b="b"/>
            <a:pathLst>
              <a:path w="634" h="633">
                <a:moveTo>
                  <a:pt x="0" y="0"/>
                </a:moveTo>
                <a:lnTo>
                  <a:pt x="634" y="317"/>
                </a:lnTo>
                <a:lnTo>
                  <a:pt x="0" y="633"/>
                </a:lnTo>
                <a:lnTo>
                  <a:pt x="0" y="0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3" name=""/>
          <p:cNvSpPr/>
          <p:nvPr/>
        </p:nvSpPr>
        <p:spPr>
          <a:xfrm>
            <a:off x="2716200" y="4563360"/>
            <a:ext cx="228240" cy="227880"/>
          </a:xfrm>
          <a:custGeom>
            <a:avLst/>
            <a:gdLst/>
            <a:ahLst/>
            <a:rect l="0" t="0" r="r" b="b"/>
            <a:pathLst>
              <a:path w="634" h="633">
                <a:moveTo>
                  <a:pt x="0" y="0"/>
                </a:moveTo>
                <a:lnTo>
                  <a:pt x="634" y="317"/>
                </a:lnTo>
                <a:lnTo>
                  <a:pt x="0" y="633"/>
                </a:lnTo>
                <a:lnTo>
                  <a:pt x="0" y="0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4" name=""/>
          <p:cNvSpPr/>
          <p:nvPr/>
        </p:nvSpPr>
        <p:spPr>
          <a:xfrm>
            <a:off x="2716200" y="4563360"/>
            <a:ext cx="228240" cy="227880"/>
          </a:xfrm>
          <a:custGeom>
            <a:avLst/>
            <a:gdLst/>
            <a:ahLst/>
            <a:rect l="0" t="0" r="r" b="b"/>
            <a:pathLst>
              <a:path w="634" h="633">
                <a:moveTo>
                  <a:pt x="0" y="0"/>
                </a:moveTo>
                <a:lnTo>
                  <a:pt x="634" y="317"/>
                </a:lnTo>
                <a:lnTo>
                  <a:pt x="0" y="633"/>
                </a:lnTo>
                <a:lnTo>
                  <a:pt x="0" y="0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5" name=""/>
          <p:cNvSpPr/>
          <p:nvPr/>
        </p:nvSpPr>
        <p:spPr>
          <a:xfrm>
            <a:off x="2716200" y="4563360"/>
            <a:ext cx="228240" cy="227880"/>
          </a:xfrm>
          <a:custGeom>
            <a:avLst/>
            <a:gdLst/>
            <a:ahLst/>
            <a:rect l="0" t="0" r="r" b="b"/>
            <a:pathLst>
              <a:path w="634" h="633">
                <a:moveTo>
                  <a:pt x="0" y="0"/>
                </a:moveTo>
                <a:lnTo>
                  <a:pt x="634" y="317"/>
                </a:lnTo>
                <a:lnTo>
                  <a:pt x="0" y="633"/>
                </a:lnTo>
                <a:lnTo>
                  <a:pt x="0" y="0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6" name=""/>
          <p:cNvSpPr/>
          <p:nvPr/>
        </p:nvSpPr>
        <p:spPr>
          <a:xfrm>
            <a:off x="2716200" y="4563360"/>
            <a:ext cx="228240" cy="227880"/>
          </a:xfrm>
          <a:custGeom>
            <a:avLst/>
            <a:gdLst/>
            <a:ahLst/>
            <a:rect l="0" t="0" r="r" b="b"/>
            <a:pathLst>
              <a:path w="634" h="633">
                <a:moveTo>
                  <a:pt x="0" y="0"/>
                </a:moveTo>
                <a:lnTo>
                  <a:pt x="634" y="317"/>
                </a:lnTo>
                <a:lnTo>
                  <a:pt x="0" y="633"/>
                </a:lnTo>
                <a:lnTo>
                  <a:pt x="0" y="0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7" name=""/>
          <p:cNvSpPr/>
          <p:nvPr/>
        </p:nvSpPr>
        <p:spPr>
          <a:xfrm>
            <a:off x="2716200" y="4563360"/>
            <a:ext cx="228240" cy="227880"/>
          </a:xfrm>
          <a:custGeom>
            <a:avLst/>
            <a:gdLst/>
            <a:ahLst/>
            <a:rect l="0" t="0" r="r" b="b"/>
            <a:pathLst>
              <a:path w="634" h="633">
                <a:moveTo>
                  <a:pt x="0" y="0"/>
                </a:moveTo>
                <a:lnTo>
                  <a:pt x="634" y="317"/>
                </a:lnTo>
                <a:lnTo>
                  <a:pt x="0" y="633"/>
                </a:lnTo>
                <a:lnTo>
                  <a:pt x="0" y="0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8" name=""/>
          <p:cNvSpPr/>
          <p:nvPr/>
        </p:nvSpPr>
        <p:spPr>
          <a:xfrm>
            <a:off x="4600080" y="4677480"/>
            <a:ext cx="510840" cy="0"/>
          </a:xfrm>
          <a:prstGeom prst="line">
            <a:avLst/>
          </a:prstGeom>
          <a:ln w="22680">
            <a:solidFill>
              <a:srgbClr val="284d7a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1160" rIns="101160" tIns="-56160" bIns="-5616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9" name=""/>
          <p:cNvSpPr/>
          <p:nvPr/>
        </p:nvSpPr>
        <p:spPr>
          <a:xfrm>
            <a:off x="4905720" y="4563360"/>
            <a:ext cx="227880" cy="227880"/>
          </a:xfrm>
          <a:custGeom>
            <a:avLst/>
            <a:gdLst/>
            <a:ahLst/>
            <a:rect l="0" t="0" r="r" b="b"/>
            <a:pathLst>
              <a:path w="633" h="633">
                <a:moveTo>
                  <a:pt x="0" y="0"/>
                </a:moveTo>
                <a:lnTo>
                  <a:pt x="633" y="317"/>
                </a:lnTo>
                <a:lnTo>
                  <a:pt x="0" y="633"/>
                </a:lnTo>
                <a:lnTo>
                  <a:pt x="0" y="0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0" name=""/>
          <p:cNvSpPr/>
          <p:nvPr/>
        </p:nvSpPr>
        <p:spPr>
          <a:xfrm>
            <a:off x="4905720" y="4563360"/>
            <a:ext cx="227880" cy="227880"/>
          </a:xfrm>
          <a:custGeom>
            <a:avLst/>
            <a:gdLst/>
            <a:ahLst/>
            <a:rect l="0" t="0" r="r" b="b"/>
            <a:pathLst>
              <a:path w="633" h="633">
                <a:moveTo>
                  <a:pt x="0" y="0"/>
                </a:moveTo>
                <a:lnTo>
                  <a:pt x="633" y="317"/>
                </a:lnTo>
                <a:lnTo>
                  <a:pt x="0" y="633"/>
                </a:lnTo>
                <a:lnTo>
                  <a:pt x="0" y="0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1" name=""/>
          <p:cNvSpPr/>
          <p:nvPr/>
        </p:nvSpPr>
        <p:spPr>
          <a:xfrm>
            <a:off x="4905720" y="4563360"/>
            <a:ext cx="227880" cy="227880"/>
          </a:xfrm>
          <a:custGeom>
            <a:avLst/>
            <a:gdLst/>
            <a:ahLst/>
            <a:rect l="0" t="0" r="r" b="b"/>
            <a:pathLst>
              <a:path w="633" h="633">
                <a:moveTo>
                  <a:pt x="0" y="0"/>
                </a:moveTo>
                <a:lnTo>
                  <a:pt x="633" y="317"/>
                </a:lnTo>
                <a:lnTo>
                  <a:pt x="0" y="633"/>
                </a:lnTo>
                <a:lnTo>
                  <a:pt x="0" y="0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2" name=""/>
          <p:cNvSpPr/>
          <p:nvPr/>
        </p:nvSpPr>
        <p:spPr>
          <a:xfrm>
            <a:off x="4905720" y="4563360"/>
            <a:ext cx="227880" cy="227880"/>
          </a:xfrm>
          <a:custGeom>
            <a:avLst/>
            <a:gdLst/>
            <a:ahLst/>
            <a:rect l="0" t="0" r="r" b="b"/>
            <a:pathLst>
              <a:path w="633" h="633">
                <a:moveTo>
                  <a:pt x="0" y="0"/>
                </a:moveTo>
                <a:lnTo>
                  <a:pt x="633" y="317"/>
                </a:lnTo>
                <a:lnTo>
                  <a:pt x="0" y="633"/>
                </a:lnTo>
                <a:lnTo>
                  <a:pt x="0" y="0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3" name=""/>
          <p:cNvSpPr/>
          <p:nvPr/>
        </p:nvSpPr>
        <p:spPr>
          <a:xfrm>
            <a:off x="4905720" y="4563360"/>
            <a:ext cx="227880" cy="227880"/>
          </a:xfrm>
          <a:custGeom>
            <a:avLst/>
            <a:gdLst/>
            <a:ahLst/>
            <a:rect l="0" t="0" r="r" b="b"/>
            <a:pathLst>
              <a:path w="633" h="633">
                <a:moveTo>
                  <a:pt x="0" y="0"/>
                </a:moveTo>
                <a:lnTo>
                  <a:pt x="633" y="317"/>
                </a:lnTo>
                <a:lnTo>
                  <a:pt x="0" y="633"/>
                </a:lnTo>
                <a:lnTo>
                  <a:pt x="0" y="0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4" name=""/>
          <p:cNvSpPr/>
          <p:nvPr/>
        </p:nvSpPr>
        <p:spPr>
          <a:xfrm>
            <a:off x="4905720" y="4563360"/>
            <a:ext cx="227880" cy="227880"/>
          </a:xfrm>
          <a:custGeom>
            <a:avLst/>
            <a:gdLst/>
            <a:ahLst/>
            <a:rect l="0" t="0" r="r" b="b"/>
            <a:pathLst>
              <a:path w="633" h="633">
                <a:moveTo>
                  <a:pt x="0" y="0"/>
                </a:moveTo>
                <a:lnTo>
                  <a:pt x="633" y="317"/>
                </a:lnTo>
                <a:lnTo>
                  <a:pt x="0" y="633"/>
                </a:lnTo>
                <a:lnTo>
                  <a:pt x="0" y="0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5" name=""/>
          <p:cNvSpPr/>
          <p:nvPr/>
        </p:nvSpPr>
        <p:spPr>
          <a:xfrm>
            <a:off x="4905720" y="4563360"/>
            <a:ext cx="227880" cy="227880"/>
          </a:xfrm>
          <a:custGeom>
            <a:avLst/>
            <a:gdLst/>
            <a:ahLst/>
            <a:rect l="0" t="0" r="r" b="b"/>
            <a:pathLst>
              <a:path w="633" h="633">
                <a:moveTo>
                  <a:pt x="0" y="0"/>
                </a:moveTo>
                <a:lnTo>
                  <a:pt x="633" y="317"/>
                </a:lnTo>
                <a:lnTo>
                  <a:pt x="0" y="633"/>
                </a:lnTo>
                <a:lnTo>
                  <a:pt x="0" y="0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6" name=""/>
          <p:cNvSpPr/>
          <p:nvPr/>
        </p:nvSpPr>
        <p:spPr>
          <a:xfrm>
            <a:off x="6916680" y="4677480"/>
            <a:ext cx="510840" cy="0"/>
          </a:xfrm>
          <a:prstGeom prst="line">
            <a:avLst/>
          </a:prstGeom>
          <a:ln w="22680">
            <a:solidFill>
              <a:srgbClr val="284d7a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1160" rIns="101160" tIns="-56160" bIns="-5616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7" name=""/>
          <p:cNvSpPr/>
          <p:nvPr/>
        </p:nvSpPr>
        <p:spPr>
          <a:xfrm>
            <a:off x="7222320" y="4563360"/>
            <a:ext cx="227880" cy="227880"/>
          </a:xfrm>
          <a:custGeom>
            <a:avLst/>
            <a:gdLst/>
            <a:ahLst/>
            <a:rect l="0" t="0" r="r" b="b"/>
            <a:pathLst>
              <a:path w="633" h="633">
                <a:moveTo>
                  <a:pt x="0" y="0"/>
                </a:moveTo>
                <a:lnTo>
                  <a:pt x="633" y="317"/>
                </a:lnTo>
                <a:lnTo>
                  <a:pt x="0" y="633"/>
                </a:lnTo>
                <a:lnTo>
                  <a:pt x="0" y="0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8" name=""/>
          <p:cNvSpPr/>
          <p:nvPr/>
        </p:nvSpPr>
        <p:spPr>
          <a:xfrm>
            <a:off x="7222320" y="4563360"/>
            <a:ext cx="227880" cy="227880"/>
          </a:xfrm>
          <a:custGeom>
            <a:avLst/>
            <a:gdLst/>
            <a:ahLst/>
            <a:rect l="0" t="0" r="r" b="b"/>
            <a:pathLst>
              <a:path w="633" h="633">
                <a:moveTo>
                  <a:pt x="0" y="0"/>
                </a:moveTo>
                <a:lnTo>
                  <a:pt x="633" y="317"/>
                </a:lnTo>
                <a:lnTo>
                  <a:pt x="0" y="633"/>
                </a:lnTo>
                <a:lnTo>
                  <a:pt x="0" y="0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9" name=""/>
          <p:cNvSpPr/>
          <p:nvPr/>
        </p:nvSpPr>
        <p:spPr>
          <a:xfrm>
            <a:off x="7222320" y="4563360"/>
            <a:ext cx="227880" cy="227880"/>
          </a:xfrm>
          <a:custGeom>
            <a:avLst/>
            <a:gdLst/>
            <a:ahLst/>
            <a:rect l="0" t="0" r="r" b="b"/>
            <a:pathLst>
              <a:path w="633" h="633">
                <a:moveTo>
                  <a:pt x="0" y="0"/>
                </a:moveTo>
                <a:lnTo>
                  <a:pt x="633" y="317"/>
                </a:lnTo>
                <a:lnTo>
                  <a:pt x="0" y="633"/>
                </a:lnTo>
                <a:lnTo>
                  <a:pt x="0" y="0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0" name=""/>
          <p:cNvSpPr/>
          <p:nvPr/>
        </p:nvSpPr>
        <p:spPr>
          <a:xfrm>
            <a:off x="7222320" y="4563360"/>
            <a:ext cx="227880" cy="227880"/>
          </a:xfrm>
          <a:custGeom>
            <a:avLst/>
            <a:gdLst/>
            <a:ahLst/>
            <a:rect l="0" t="0" r="r" b="b"/>
            <a:pathLst>
              <a:path w="633" h="633">
                <a:moveTo>
                  <a:pt x="0" y="0"/>
                </a:moveTo>
                <a:lnTo>
                  <a:pt x="633" y="317"/>
                </a:lnTo>
                <a:lnTo>
                  <a:pt x="0" y="633"/>
                </a:lnTo>
                <a:lnTo>
                  <a:pt x="0" y="0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1" name=""/>
          <p:cNvSpPr/>
          <p:nvPr/>
        </p:nvSpPr>
        <p:spPr>
          <a:xfrm>
            <a:off x="7222320" y="4563360"/>
            <a:ext cx="227880" cy="227880"/>
          </a:xfrm>
          <a:custGeom>
            <a:avLst/>
            <a:gdLst/>
            <a:ahLst/>
            <a:rect l="0" t="0" r="r" b="b"/>
            <a:pathLst>
              <a:path w="633" h="633">
                <a:moveTo>
                  <a:pt x="0" y="0"/>
                </a:moveTo>
                <a:lnTo>
                  <a:pt x="633" y="317"/>
                </a:lnTo>
                <a:lnTo>
                  <a:pt x="0" y="633"/>
                </a:lnTo>
                <a:lnTo>
                  <a:pt x="0" y="0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2" name=""/>
          <p:cNvSpPr/>
          <p:nvPr/>
        </p:nvSpPr>
        <p:spPr>
          <a:xfrm>
            <a:off x="7222320" y="4563360"/>
            <a:ext cx="227880" cy="227880"/>
          </a:xfrm>
          <a:custGeom>
            <a:avLst/>
            <a:gdLst/>
            <a:ahLst/>
            <a:rect l="0" t="0" r="r" b="b"/>
            <a:pathLst>
              <a:path w="633" h="633">
                <a:moveTo>
                  <a:pt x="0" y="0"/>
                </a:moveTo>
                <a:lnTo>
                  <a:pt x="633" y="317"/>
                </a:lnTo>
                <a:lnTo>
                  <a:pt x="0" y="633"/>
                </a:lnTo>
                <a:lnTo>
                  <a:pt x="0" y="0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3" name=""/>
          <p:cNvSpPr/>
          <p:nvPr/>
        </p:nvSpPr>
        <p:spPr>
          <a:xfrm>
            <a:off x="7222320" y="4563360"/>
            <a:ext cx="227880" cy="227880"/>
          </a:xfrm>
          <a:custGeom>
            <a:avLst/>
            <a:gdLst/>
            <a:ahLst/>
            <a:rect l="0" t="0" r="r" b="b"/>
            <a:pathLst>
              <a:path w="633" h="633">
                <a:moveTo>
                  <a:pt x="0" y="0"/>
                </a:moveTo>
                <a:lnTo>
                  <a:pt x="633" y="317"/>
                </a:lnTo>
                <a:lnTo>
                  <a:pt x="0" y="633"/>
                </a:lnTo>
                <a:lnTo>
                  <a:pt x="0" y="0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4" name=""/>
          <p:cNvSpPr/>
          <p:nvPr/>
        </p:nvSpPr>
        <p:spPr>
          <a:xfrm>
            <a:off x="7222320" y="4563360"/>
            <a:ext cx="227880" cy="227880"/>
          </a:xfrm>
          <a:custGeom>
            <a:avLst/>
            <a:gdLst/>
            <a:ahLst/>
            <a:rect l="0" t="0" r="r" b="b"/>
            <a:pathLst>
              <a:path w="633" h="633">
                <a:moveTo>
                  <a:pt x="0" y="0"/>
                </a:moveTo>
                <a:lnTo>
                  <a:pt x="633" y="317"/>
                </a:lnTo>
                <a:lnTo>
                  <a:pt x="0" y="633"/>
                </a:lnTo>
                <a:lnTo>
                  <a:pt x="0" y="0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5" name=""/>
          <p:cNvSpPr/>
          <p:nvPr/>
        </p:nvSpPr>
        <p:spPr>
          <a:xfrm>
            <a:off x="9252000" y="4677480"/>
            <a:ext cx="510840" cy="0"/>
          </a:xfrm>
          <a:prstGeom prst="line">
            <a:avLst/>
          </a:prstGeom>
          <a:ln w="22680">
            <a:solidFill>
              <a:srgbClr val="284d7a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1160" rIns="101160" tIns="-56160" bIns="-5616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6" name=""/>
          <p:cNvSpPr/>
          <p:nvPr/>
        </p:nvSpPr>
        <p:spPr>
          <a:xfrm>
            <a:off x="9557640" y="4563360"/>
            <a:ext cx="227880" cy="227880"/>
          </a:xfrm>
          <a:custGeom>
            <a:avLst/>
            <a:gdLst/>
            <a:ahLst/>
            <a:rect l="0" t="0" r="r" b="b"/>
            <a:pathLst>
              <a:path w="633" h="633">
                <a:moveTo>
                  <a:pt x="0" y="0"/>
                </a:moveTo>
                <a:lnTo>
                  <a:pt x="633" y="317"/>
                </a:lnTo>
                <a:lnTo>
                  <a:pt x="0" y="633"/>
                </a:lnTo>
                <a:lnTo>
                  <a:pt x="0" y="0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7" name=""/>
          <p:cNvSpPr/>
          <p:nvPr/>
        </p:nvSpPr>
        <p:spPr>
          <a:xfrm>
            <a:off x="9557640" y="4563360"/>
            <a:ext cx="227880" cy="227880"/>
          </a:xfrm>
          <a:custGeom>
            <a:avLst/>
            <a:gdLst/>
            <a:ahLst/>
            <a:rect l="0" t="0" r="r" b="b"/>
            <a:pathLst>
              <a:path w="633" h="633">
                <a:moveTo>
                  <a:pt x="0" y="0"/>
                </a:moveTo>
                <a:lnTo>
                  <a:pt x="633" y="317"/>
                </a:lnTo>
                <a:lnTo>
                  <a:pt x="0" y="633"/>
                </a:lnTo>
                <a:lnTo>
                  <a:pt x="0" y="0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8" name=""/>
          <p:cNvSpPr/>
          <p:nvPr/>
        </p:nvSpPr>
        <p:spPr>
          <a:xfrm>
            <a:off x="9557640" y="4563360"/>
            <a:ext cx="227880" cy="227880"/>
          </a:xfrm>
          <a:custGeom>
            <a:avLst/>
            <a:gdLst/>
            <a:ahLst/>
            <a:rect l="0" t="0" r="r" b="b"/>
            <a:pathLst>
              <a:path w="633" h="633">
                <a:moveTo>
                  <a:pt x="0" y="0"/>
                </a:moveTo>
                <a:lnTo>
                  <a:pt x="633" y="317"/>
                </a:lnTo>
                <a:lnTo>
                  <a:pt x="0" y="633"/>
                </a:lnTo>
                <a:lnTo>
                  <a:pt x="0" y="0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9" name=""/>
          <p:cNvSpPr/>
          <p:nvPr/>
        </p:nvSpPr>
        <p:spPr>
          <a:xfrm>
            <a:off x="9557640" y="4563360"/>
            <a:ext cx="227880" cy="227880"/>
          </a:xfrm>
          <a:custGeom>
            <a:avLst/>
            <a:gdLst/>
            <a:ahLst/>
            <a:rect l="0" t="0" r="r" b="b"/>
            <a:pathLst>
              <a:path w="633" h="633">
                <a:moveTo>
                  <a:pt x="0" y="0"/>
                </a:moveTo>
                <a:lnTo>
                  <a:pt x="633" y="317"/>
                </a:lnTo>
                <a:lnTo>
                  <a:pt x="0" y="633"/>
                </a:lnTo>
                <a:lnTo>
                  <a:pt x="0" y="0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0" name=""/>
          <p:cNvSpPr/>
          <p:nvPr/>
        </p:nvSpPr>
        <p:spPr>
          <a:xfrm>
            <a:off x="9557640" y="4563360"/>
            <a:ext cx="227880" cy="227880"/>
          </a:xfrm>
          <a:custGeom>
            <a:avLst/>
            <a:gdLst/>
            <a:ahLst/>
            <a:rect l="0" t="0" r="r" b="b"/>
            <a:pathLst>
              <a:path w="633" h="633">
                <a:moveTo>
                  <a:pt x="0" y="0"/>
                </a:moveTo>
                <a:lnTo>
                  <a:pt x="633" y="317"/>
                </a:lnTo>
                <a:lnTo>
                  <a:pt x="0" y="633"/>
                </a:lnTo>
                <a:lnTo>
                  <a:pt x="0" y="0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1" name=""/>
          <p:cNvSpPr/>
          <p:nvPr/>
        </p:nvSpPr>
        <p:spPr>
          <a:xfrm>
            <a:off x="9557640" y="4563360"/>
            <a:ext cx="227880" cy="227880"/>
          </a:xfrm>
          <a:custGeom>
            <a:avLst/>
            <a:gdLst/>
            <a:ahLst/>
            <a:rect l="0" t="0" r="r" b="b"/>
            <a:pathLst>
              <a:path w="633" h="633">
                <a:moveTo>
                  <a:pt x="0" y="0"/>
                </a:moveTo>
                <a:lnTo>
                  <a:pt x="633" y="317"/>
                </a:lnTo>
                <a:lnTo>
                  <a:pt x="0" y="633"/>
                </a:lnTo>
                <a:lnTo>
                  <a:pt x="0" y="0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2" name=""/>
          <p:cNvSpPr/>
          <p:nvPr/>
        </p:nvSpPr>
        <p:spPr>
          <a:xfrm>
            <a:off x="9557640" y="4563360"/>
            <a:ext cx="227880" cy="227880"/>
          </a:xfrm>
          <a:custGeom>
            <a:avLst/>
            <a:gdLst/>
            <a:ahLst/>
            <a:rect l="0" t="0" r="r" b="b"/>
            <a:pathLst>
              <a:path w="633" h="633">
                <a:moveTo>
                  <a:pt x="0" y="0"/>
                </a:moveTo>
                <a:lnTo>
                  <a:pt x="633" y="317"/>
                </a:lnTo>
                <a:lnTo>
                  <a:pt x="0" y="633"/>
                </a:lnTo>
                <a:lnTo>
                  <a:pt x="0" y="0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3" name=""/>
          <p:cNvSpPr/>
          <p:nvPr/>
        </p:nvSpPr>
        <p:spPr>
          <a:xfrm>
            <a:off x="9557640" y="4563360"/>
            <a:ext cx="227880" cy="227880"/>
          </a:xfrm>
          <a:custGeom>
            <a:avLst/>
            <a:gdLst/>
            <a:ahLst/>
            <a:rect l="0" t="0" r="r" b="b"/>
            <a:pathLst>
              <a:path w="633" h="633">
                <a:moveTo>
                  <a:pt x="0" y="0"/>
                </a:moveTo>
                <a:lnTo>
                  <a:pt x="633" y="317"/>
                </a:lnTo>
                <a:lnTo>
                  <a:pt x="0" y="633"/>
                </a:lnTo>
                <a:lnTo>
                  <a:pt x="0" y="0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4" name=""/>
          <p:cNvSpPr/>
          <p:nvPr/>
        </p:nvSpPr>
        <p:spPr>
          <a:xfrm>
            <a:off x="9557640" y="4563360"/>
            <a:ext cx="227880" cy="227880"/>
          </a:xfrm>
          <a:custGeom>
            <a:avLst/>
            <a:gdLst/>
            <a:ahLst/>
            <a:rect l="0" t="0" r="r" b="b"/>
            <a:pathLst>
              <a:path w="633" h="633">
                <a:moveTo>
                  <a:pt x="0" y="0"/>
                </a:moveTo>
                <a:lnTo>
                  <a:pt x="633" y="317"/>
                </a:lnTo>
                <a:lnTo>
                  <a:pt x="0" y="633"/>
                </a:lnTo>
                <a:lnTo>
                  <a:pt x="0" y="0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5" name=""/>
          <p:cNvSpPr/>
          <p:nvPr/>
        </p:nvSpPr>
        <p:spPr>
          <a:xfrm>
            <a:off x="677520" y="5415840"/>
            <a:ext cx="4944240" cy="729360"/>
          </a:xfrm>
          <a:custGeom>
            <a:avLst/>
            <a:gdLst/>
            <a:ahLst/>
            <a:rect l="0" t="0" r="r" b="b"/>
            <a:pathLst>
              <a:path w="13734" h="2026">
                <a:moveTo>
                  <a:pt x="6867" y="2026"/>
                </a:moveTo>
                <a:lnTo>
                  <a:pt x="13379" y="2026"/>
                </a:lnTo>
                <a:cubicBezTo>
                  <a:pt x="13575" y="2026"/>
                  <a:pt x="13734" y="1867"/>
                  <a:pt x="13734" y="1671"/>
                </a:cubicBezTo>
                <a:lnTo>
                  <a:pt x="13734" y="354"/>
                </a:lnTo>
                <a:cubicBezTo>
                  <a:pt x="13734" y="159"/>
                  <a:pt x="13575" y="0"/>
                  <a:pt x="13379" y="0"/>
                </a:cubicBezTo>
                <a:lnTo>
                  <a:pt x="354" y="0"/>
                </a:lnTo>
                <a:cubicBezTo>
                  <a:pt x="159" y="0"/>
                  <a:pt x="0" y="159"/>
                  <a:pt x="0" y="354"/>
                </a:cubicBezTo>
                <a:lnTo>
                  <a:pt x="0" y="1671"/>
                </a:lnTo>
                <a:cubicBezTo>
                  <a:pt x="0" y="1867"/>
                  <a:pt x="159" y="2026"/>
                  <a:pt x="354" y="2026"/>
                </a:cubicBezTo>
                <a:lnTo>
                  <a:pt x="6867" y="2026"/>
                </a:lnTo>
                <a:close/>
              </a:path>
            </a:pathLst>
          </a:custGeom>
          <a:solidFill>
            <a:srgbClr val="fff5dc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6" name=""/>
          <p:cNvSpPr/>
          <p:nvPr/>
        </p:nvSpPr>
        <p:spPr>
          <a:xfrm>
            <a:off x="677520" y="5415840"/>
            <a:ext cx="4944240" cy="729360"/>
          </a:xfrm>
          <a:custGeom>
            <a:avLst/>
            <a:gdLst/>
            <a:ahLst/>
            <a:rect l="0" t="0" r="r" b="b"/>
            <a:pathLst>
              <a:path w="13734" h="2026">
                <a:moveTo>
                  <a:pt x="6867" y="2026"/>
                </a:moveTo>
                <a:lnTo>
                  <a:pt x="13379" y="2026"/>
                </a:lnTo>
                <a:cubicBezTo>
                  <a:pt x="13575" y="2026"/>
                  <a:pt x="13734" y="1867"/>
                  <a:pt x="13734" y="1671"/>
                </a:cubicBezTo>
                <a:lnTo>
                  <a:pt x="13734" y="354"/>
                </a:lnTo>
                <a:cubicBezTo>
                  <a:pt x="13734" y="159"/>
                  <a:pt x="13575" y="0"/>
                  <a:pt x="13379" y="0"/>
                </a:cubicBezTo>
                <a:lnTo>
                  <a:pt x="354" y="0"/>
                </a:lnTo>
                <a:cubicBezTo>
                  <a:pt x="159" y="0"/>
                  <a:pt x="0" y="159"/>
                  <a:pt x="0" y="354"/>
                </a:cubicBezTo>
                <a:lnTo>
                  <a:pt x="0" y="1671"/>
                </a:lnTo>
                <a:cubicBezTo>
                  <a:pt x="0" y="1867"/>
                  <a:pt x="159" y="2026"/>
                  <a:pt x="354" y="2026"/>
                </a:cubicBezTo>
                <a:lnTo>
                  <a:pt x="6867" y="2026"/>
                </a:lnTo>
                <a:close/>
              </a:path>
            </a:pathLst>
          </a:custGeom>
          <a:noFill/>
          <a:ln w="27360">
            <a:solidFill>
              <a:srgbClr val="9a6a19"/>
            </a:solidFill>
            <a:miter/>
          </a:ln>
        </p:spPr>
        <p:txBody>
          <a:bodyPr lIns="103680" rIns="103680" tIns="58680" bIns="586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7" name=""/>
          <p:cNvSpPr txBox="1"/>
          <p:nvPr/>
        </p:nvSpPr>
        <p:spPr>
          <a:xfrm>
            <a:off x="1274760" y="5538960"/>
            <a:ext cx="369144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360" strike="noStrike" u="none">
                <a:solidFill>
                  <a:srgbClr val="77510e"/>
                </a:solidFill>
                <a:effectLst/>
                <a:uFillTx/>
                <a:latin typeface="Times New Roman"/>
              </a:rPr>
              <a:t>AUTHOR-SIDE CLOSED — PROOF PENDING</a:t>
            </a:r>
            <a:endParaRPr b="1" lang="en-US" sz="1360" strike="noStrike" u="none">
              <a:solidFill>
                <a:srgbClr val="77510e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368" name=""/>
          <p:cNvSpPr txBox="1"/>
          <p:nvPr/>
        </p:nvSpPr>
        <p:spPr>
          <a:xfrm>
            <a:off x="1995480" y="5821560"/>
            <a:ext cx="2226960" cy="15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1080" strike="noStrike" u="none">
                <a:solidFill>
                  <a:srgbClr val="77510e"/>
                </a:solidFill>
                <a:effectLst/>
                <a:uFillTx/>
                <a:latin typeface="Times New Roman"/>
              </a:rPr>
              <a:t>The required Word proof has not passed.</a:t>
            </a:r>
            <a:endParaRPr b="0" i="1" lang="en-US" sz="1080" strike="noStrike" u="none">
              <a:solidFill>
                <a:srgbClr val="77510e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369" name=""/>
          <p:cNvSpPr/>
          <p:nvPr/>
        </p:nvSpPr>
        <p:spPr>
          <a:xfrm>
            <a:off x="6570000" y="5415840"/>
            <a:ext cx="4944240" cy="729360"/>
          </a:xfrm>
          <a:custGeom>
            <a:avLst/>
            <a:gdLst/>
            <a:ahLst/>
            <a:rect l="0" t="0" r="r" b="b"/>
            <a:pathLst>
              <a:path w="13734" h="2026">
                <a:moveTo>
                  <a:pt x="6867" y="2026"/>
                </a:moveTo>
                <a:lnTo>
                  <a:pt x="13380" y="2026"/>
                </a:lnTo>
                <a:cubicBezTo>
                  <a:pt x="13575" y="2026"/>
                  <a:pt x="13734" y="1867"/>
                  <a:pt x="13734" y="1671"/>
                </a:cubicBezTo>
                <a:lnTo>
                  <a:pt x="13734" y="354"/>
                </a:lnTo>
                <a:cubicBezTo>
                  <a:pt x="13734" y="159"/>
                  <a:pt x="13575" y="0"/>
                  <a:pt x="13380" y="0"/>
                </a:cubicBezTo>
                <a:lnTo>
                  <a:pt x="355" y="0"/>
                </a:lnTo>
                <a:cubicBezTo>
                  <a:pt x="159" y="0"/>
                  <a:pt x="0" y="159"/>
                  <a:pt x="0" y="354"/>
                </a:cubicBezTo>
                <a:lnTo>
                  <a:pt x="0" y="1671"/>
                </a:lnTo>
                <a:cubicBezTo>
                  <a:pt x="0" y="1867"/>
                  <a:pt x="159" y="2026"/>
                  <a:pt x="355" y="2026"/>
                </a:cubicBezTo>
                <a:lnTo>
                  <a:pt x="6867" y="2026"/>
                </a:lnTo>
                <a:close/>
              </a:path>
            </a:pathLst>
          </a:custGeom>
          <a:solidFill>
            <a:srgbClr val="eaf4eb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0" name=""/>
          <p:cNvSpPr/>
          <p:nvPr/>
        </p:nvSpPr>
        <p:spPr>
          <a:xfrm>
            <a:off x="6570000" y="5415840"/>
            <a:ext cx="4944240" cy="729360"/>
          </a:xfrm>
          <a:custGeom>
            <a:avLst/>
            <a:gdLst/>
            <a:ahLst/>
            <a:rect l="0" t="0" r="r" b="b"/>
            <a:pathLst>
              <a:path w="13734" h="2026">
                <a:moveTo>
                  <a:pt x="6867" y="2026"/>
                </a:moveTo>
                <a:lnTo>
                  <a:pt x="13380" y="2026"/>
                </a:lnTo>
                <a:cubicBezTo>
                  <a:pt x="13575" y="2026"/>
                  <a:pt x="13734" y="1867"/>
                  <a:pt x="13734" y="1671"/>
                </a:cubicBezTo>
                <a:lnTo>
                  <a:pt x="13734" y="354"/>
                </a:lnTo>
                <a:cubicBezTo>
                  <a:pt x="13734" y="159"/>
                  <a:pt x="13575" y="0"/>
                  <a:pt x="13380" y="0"/>
                </a:cubicBezTo>
                <a:lnTo>
                  <a:pt x="355" y="0"/>
                </a:lnTo>
                <a:cubicBezTo>
                  <a:pt x="159" y="0"/>
                  <a:pt x="0" y="159"/>
                  <a:pt x="0" y="354"/>
                </a:cubicBezTo>
                <a:lnTo>
                  <a:pt x="0" y="1671"/>
                </a:lnTo>
                <a:cubicBezTo>
                  <a:pt x="0" y="1867"/>
                  <a:pt x="159" y="2026"/>
                  <a:pt x="355" y="2026"/>
                </a:cubicBezTo>
                <a:lnTo>
                  <a:pt x="6867" y="2026"/>
                </a:lnTo>
                <a:close/>
              </a:path>
            </a:pathLst>
          </a:custGeom>
          <a:noFill/>
          <a:ln w="27360">
            <a:solidFill>
              <a:srgbClr val="3b7650"/>
            </a:solidFill>
            <a:miter/>
          </a:ln>
        </p:spPr>
        <p:txBody>
          <a:bodyPr lIns="103680" rIns="103680" tIns="58680" bIns="586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1" name=""/>
          <p:cNvSpPr txBox="1"/>
          <p:nvPr/>
        </p:nvSpPr>
        <p:spPr>
          <a:xfrm>
            <a:off x="7642080" y="5538960"/>
            <a:ext cx="276156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360" strike="noStrike" u="none">
                <a:solidFill>
                  <a:srgbClr val="2d5a3e"/>
                </a:solidFill>
                <a:effectLst/>
                <a:uFillTx/>
                <a:latin typeface="Times New Roman"/>
              </a:rPr>
              <a:t>AUTHOR-SIDE PROOF VERIFIED</a:t>
            </a:r>
            <a:endParaRPr b="1" lang="en-US" sz="1360" strike="noStrike" u="none">
              <a:solidFill>
                <a:srgbClr val="2d5a3e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372" name=""/>
          <p:cNvSpPr txBox="1"/>
          <p:nvPr/>
        </p:nvSpPr>
        <p:spPr>
          <a:xfrm>
            <a:off x="7769520" y="5821560"/>
            <a:ext cx="2452680" cy="15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1080" strike="noStrike" u="none">
                <a:solidFill>
                  <a:srgbClr val="2d5a3e"/>
                </a:solidFill>
                <a:effectLst/>
                <a:uFillTx/>
                <a:latin typeface="Times New Roman"/>
              </a:rPr>
              <a:t>Administrative and publisher checks remain.</a:t>
            </a:r>
            <a:endParaRPr b="0" i="1" lang="en-US" sz="1080" strike="noStrike" u="none">
              <a:solidFill>
                <a:srgbClr val="2d5a3e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373" name=""/>
          <p:cNvSpPr/>
          <p:nvPr/>
        </p:nvSpPr>
        <p:spPr>
          <a:xfrm>
            <a:off x="5621760" y="5780520"/>
            <a:ext cx="838800" cy="0"/>
          </a:xfrm>
          <a:prstGeom prst="line">
            <a:avLst/>
          </a:prstGeom>
          <a:ln w="27360">
            <a:solidFill>
              <a:srgbClr val="284d7a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3680" rIns="103680" tIns="-58680" bIns="-586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4" name=""/>
          <p:cNvSpPr/>
          <p:nvPr/>
        </p:nvSpPr>
        <p:spPr>
          <a:xfrm>
            <a:off x="6214320" y="5643720"/>
            <a:ext cx="273600" cy="273600"/>
          </a:xfrm>
          <a:custGeom>
            <a:avLst/>
            <a:gdLst/>
            <a:ahLst/>
            <a:rect l="0" t="0" r="r" b="b"/>
            <a:pathLst>
              <a:path w="760" h="760">
                <a:moveTo>
                  <a:pt x="0" y="0"/>
                </a:moveTo>
                <a:lnTo>
                  <a:pt x="760" y="380"/>
                </a:lnTo>
                <a:lnTo>
                  <a:pt x="0" y="760"/>
                </a:lnTo>
                <a:lnTo>
                  <a:pt x="0" y="0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5" name=""/>
          <p:cNvSpPr/>
          <p:nvPr/>
        </p:nvSpPr>
        <p:spPr>
          <a:xfrm>
            <a:off x="6214320" y="5643720"/>
            <a:ext cx="273600" cy="273600"/>
          </a:xfrm>
          <a:custGeom>
            <a:avLst/>
            <a:gdLst/>
            <a:ahLst/>
            <a:rect l="0" t="0" r="r" b="b"/>
            <a:pathLst>
              <a:path w="760" h="760">
                <a:moveTo>
                  <a:pt x="0" y="0"/>
                </a:moveTo>
                <a:lnTo>
                  <a:pt x="760" y="380"/>
                </a:lnTo>
                <a:lnTo>
                  <a:pt x="0" y="760"/>
                </a:lnTo>
                <a:lnTo>
                  <a:pt x="0" y="0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6" name=""/>
          <p:cNvSpPr/>
          <p:nvPr/>
        </p:nvSpPr>
        <p:spPr>
          <a:xfrm>
            <a:off x="6214320" y="5643720"/>
            <a:ext cx="273600" cy="273600"/>
          </a:xfrm>
          <a:custGeom>
            <a:avLst/>
            <a:gdLst/>
            <a:ahLst/>
            <a:rect l="0" t="0" r="r" b="b"/>
            <a:pathLst>
              <a:path w="760" h="760">
                <a:moveTo>
                  <a:pt x="0" y="0"/>
                </a:moveTo>
                <a:lnTo>
                  <a:pt x="760" y="380"/>
                </a:lnTo>
                <a:lnTo>
                  <a:pt x="0" y="760"/>
                </a:lnTo>
                <a:lnTo>
                  <a:pt x="0" y="0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7" name=""/>
          <p:cNvSpPr/>
          <p:nvPr/>
        </p:nvSpPr>
        <p:spPr>
          <a:xfrm>
            <a:off x="6214320" y="5643720"/>
            <a:ext cx="273600" cy="273600"/>
          </a:xfrm>
          <a:custGeom>
            <a:avLst/>
            <a:gdLst/>
            <a:ahLst/>
            <a:rect l="0" t="0" r="r" b="b"/>
            <a:pathLst>
              <a:path w="760" h="760">
                <a:moveTo>
                  <a:pt x="0" y="0"/>
                </a:moveTo>
                <a:lnTo>
                  <a:pt x="760" y="380"/>
                </a:lnTo>
                <a:lnTo>
                  <a:pt x="0" y="760"/>
                </a:lnTo>
                <a:lnTo>
                  <a:pt x="0" y="0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8" name=""/>
          <p:cNvSpPr/>
          <p:nvPr/>
        </p:nvSpPr>
        <p:spPr>
          <a:xfrm>
            <a:off x="6214320" y="5643720"/>
            <a:ext cx="273600" cy="273600"/>
          </a:xfrm>
          <a:custGeom>
            <a:avLst/>
            <a:gdLst/>
            <a:ahLst/>
            <a:rect l="0" t="0" r="r" b="b"/>
            <a:pathLst>
              <a:path w="760" h="760">
                <a:moveTo>
                  <a:pt x="0" y="0"/>
                </a:moveTo>
                <a:lnTo>
                  <a:pt x="760" y="380"/>
                </a:lnTo>
                <a:lnTo>
                  <a:pt x="0" y="760"/>
                </a:lnTo>
                <a:lnTo>
                  <a:pt x="0" y="0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9" name=""/>
          <p:cNvSpPr/>
          <p:nvPr/>
        </p:nvSpPr>
        <p:spPr>
          <a:xfrm>
            <a:off x="6214320" y="5643720"/>
            <a:ext cx="273600" cy="273600"/>
          </a:xfrm>
          <a:custGeom>
            <a:avLst/>
            <a:gdLst/>
            <a:ahLst/>
            <a:rect l="0" t="0" r="r" b="b"/>
            <a:pathLst>
              <a:path w="760" h="760">
                <a:moveTo>
                  <a:pt x="0" y="0"/>
                </a:moveTo>
                <a:lnTo>
                  <a:pt x="760" y="380"/>
                </a:lnTo>
                <a:lnTo>
                  <a:pt x="0" y="760"/>
                </a:lnTo>
                <a:lnTo>
                  <a:pt x="0" y="0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0" name=""/>
          <p:cNvSpPr/>
          <p:nvPr/>
        </p:nvSpPr>
        <p:spPr>
          <a:xfrm>
            <a:off x="6214320" y="5643720"/>
            <a:ext cx="273600" cy="273600"/>
          </a:xfrm>
          <a:custGeom>
            <a:avLst/>
            <a:gdLst/>
            <a:ahLst/>
            <a:rect l="0" t="0" r="r" b="b"/>
            <a:pathLst>
              <a:path w="760" h="760">
                <a:moveTo>
                  <a:pt x="0" y="0"/>
                </a:moveTo>
                <a:lnTo>
                  <a:pt x="760" y="380"/>
                </a:lnTo>
                <a:lnTo>
                  <a:pt x="0" y="760"/>
                </a:lnTo>
                <a:lnTo>
                  <a:pt x="0" y="0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1" name=""/>
          <p:cNvSpPr/>
          <p:nvPr/>
        </p:nvSpPr>
        <p:spPr>
          <a:xfrm>
            <a:off x="6214320" y="5643720"/>
            <a:ext cx="273600" cy="273600"/>
          </a:xfrm>
          <a:custGeom>
            <a:avLst/>
            <a:gdLst/>
            <a:ahLst/>
            <a:rect l="0" t="0" r="r" b="b"/>
            <a:pathLst>
              <a:path w="760" h="760">
                <a:moveTo>
                  <a:pt x="0" y="0"/>
                </a:moveTo>
                <a:lnTo>
                  <a:pt x="760" y="380"/>
                </a:lnTo>
                <a:lnTo>
                  <a:pt x="0" y="760"/>
                </a:lnTo>
                <a:lnTo>
                  <a:pt x="0" y="0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2" name=""/>
          <p:cNvSpPr/>
          <p:nvPr/>
        </p:nvSpPr>
        <p:spPr>
          <a:xfrm>
            <a:off x="6214320" y="5643720"/>
            <a:ext cx="273600" cy="273600"/>
          </a:xfrm>
          <a:custGeom>
            <a:avLst/>
            <a:gdLst/>
            <a:ahLst/>
            <a:rect l="0" t="0" r="r" b="b"/>
            <a:pathLst>
              <a:path w="760" h="760">
                <a:moveTo>
                  <a:pt x="0" y="0"/>
                </a:moveTo>
                <a:lnTo>
                  <a:pt x="760" y="380"/>
                </a:lnTo>
                <a:lnTo>
                  <a:pt x="0" y="760"/>
                </a:lnTo>
                <a:lnTo>
                  <a:pt x="0" y="0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3" name=""/>
          <p:cNvSpPr/>
          <p:nvPr/>
        </p:nvSpPr>
        <p:spPr>
          <a:xfrm>
            <a:off x="6214320" y="5643720"/>
            <a:ext cx="273600" cy="273600"/>
          </a:xfrm>
          <a:custGeom>
            <a:avLst/>
            <a:gdLst/>
            <a:ahLst/>
            <a:rect l="0" t="0" r="r" b="b"/>
            <a:pathLst>
              <a:path w="760" h="760">
                <a:moveTo>
                  <a:pt x="0" y="0"/>
                </a:moveTo>
                <a:lnTo>
                  <a:pt x="760" y="380"/>
                </a:lnTo>
                <a:lnTo>
                  <a:pt x="0" y="760"/>
                </a:lnTo>
                <a:lnTo>
                  <a:pt x="0" y="0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4" name=""/>
          <p:cNvSpPr/>
          <p:nvPr/>
        </p:nvSpPr>
        <p:spPr>
          <a:xfrm>
            <a:off x="162000" y="233640"/>
            <a:ext cx="11867760" cy="6390000"/>
          </a:xfrm>
          <a:custGeom>
            <a:avLst/>
            <a:gdLst/>
            <a:ahLst/>
            <a:rect l="0" t="0" r="r" b="b"/>
            <a:pathLst>
              <a:path w="32966" h="17750">
                <a:moveTo>
                  <a:pt x="0" y="0"/>
                </a:moveTo>
                <a:lnTo>
                  <a:pt x="32966" y="0"/>
                </a:lnTo>
                <a:lnTo>
                  <a:pt x="32966" y="17750"/>
                </a:lnTo>
                <a:lnTo>
                  <a:pt x="0" y="177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5" name=""/>
          <p:cNvSpPr txBox="1"/>
          <p:nvPr/>
        </p:nvSpPr>
        <p:spPr>
          <a:xfrm>
            <a:off x="3101760" y="352080"/>
            <a:ext cx="595512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1729" strike="noStrike" u="none">
                <a:solidFill>
                  <a:srgbClr val="52667f"/>
                </a:solidFill>
                <a:effectLst/>
                <a:uFillTx/>
                <a:latin typeface="Times New Roman"/>
              </a:rPr>
              <a:t>every public and manuscript interface must describe the same study</a:t>
            </a:r>
            <a:endParaRPr b="0" i="1" lang="en-US" sz="1729" strike="noStrike" u="none">
              <a:solidFill>
                <a:srgbClr val="52667f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386" name=""/>
          <p:cNvSpPr/>
          <p:nvPr/>
        </p:nvSpPr>
        <p:spPr>
          <a:xfrm>
            <a:off x="344520" y="909360"/>
            <a:ext cx="2190960" cy="803160"/>
          </a:xfrm>
          <a:custGeom>
            <a:avLst/>
            <a:gdLst/>
            <a:ahLst/>
            <a:rect l="0" t="0" r="r" b="b"/>
            <a:pathLst>
              <a:path w="6086" h="2231">
                <a:moveTo>
                  <a:pt x="3043" y="2231"/>
                </a:moveTo>
                <a:lnTo>
                  <a:pt x="5731" y="2231"/>
                </a:lnTo>
                <a:cubicBezTo>
                  <a:pt x="5927" y="2231"/>
                  <a:pt x="6086" y="2072"/>
                  <a:pt x="6086" y="1876"/>
                </a:cubicBezTo>
                <a:lnTo>
                  <a:pt x="6086" y="355"/>
                </a:lnTo>
                <a:cubicBezTo>
                  <a:pt x="6086" y="158"/>
                  <a:pt x="5927" y="0"/>
                  <a:pt x="5731" y="0"/>
                </a:cubicBezTo>
                <a:lnTo>
                  <a:pt x="355" y="0"/>
                </a:lnTo>
                <a:cubicBezTo>
                  <a:pt x="159" y="0"/>
                  <a:pt x="0" y="158"/>
                  <a:pt x="0" y="355"/>
                </a:cubicBezTo>
                <a:lnTo>
                  <a:pt x="0" y="1876"/>
                </a:lnTo>
                <a:cubicBezTo>
                  <a:pt x="0" y="2072"/>
                  <a:pt x="159" y="2231"/>
                  <a:pt x="355" y="2231"/>
                </a:cubicBezTo>
                <a:lnTo>
                  <a:pt x="3043" y="2231"/>
                </a:lnTo>
                <a:close/>
              </a:path>
            </a:pathLst>
          </a:custGeom>
          <a:solidFill>
            <a:srgbClr val="e7eef7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7" name=""/>
          <p:cNvSpPr/>
          <p:nvPr/>
        </p:nvSpPr>
        <p:spPr>
          <a:xfrm>
            <a:off x="344520" y="909360"/>
            <a:ext cx="2190960" cy="803160"/>
          </a:xfrm>
          <a:custGeom>
            <a:avLst/>
            <a:gdLst/>
            <a:ahLst/>
            <a:rect l="0" t="0" r="r" b="b"/>
            <a:pathLst>
              <a:path w="6086" h="2231">
                <a:moveTo>
                  <a:pt x="3043" y="2231"/>
                </a:moveTo>
                <a:lnTo>
                  <a:pt x="5731" y="2231"/>
                </a:lnTo>
                <a:cubicBezTo>
                  <a:pt x="5927" y="2231"/>
                  <a:pt x="6086" y="2072"/>
                  <a:pt x="6086" y="1876"/>
                </a:cubicBezTo>
                <a:lnTo>
                  <a:pt x="6086" y="355"/>
                </a:lnTo>
                <a:cubicBezTo>
                  <a:pt x="6086" y="158"/>
                  <a:pt x="5927" y="0"/>
                  <a:pt x="5731" y="0"/>
                </a:cubicBezTo>
                <a:lnTo>
                  <a:pt x="355" y="0"/>
                </a:lnTo>
                <a:cubicBezTo>
                  <a:pt x="159" y="0"/>
                  <a:pt x="0" y="158"/>
                  <a:pt x="0" y="355"/>
                </a:cubicBezTo>
                <a:lnTo>
                  <a:pt x="0" y="1876"/>
                </a:lnTo>
                <a:cubicBezTo>
                  <a:pt x="0" y="2072"/>
                  <a:pt x="159" y="2231"/>
                  <a:pt x="355" y="2231"/>
                </a:cubicBezTo>
                <a:lnTo>
                  <a:pt x="3043" y="2231"/>
                </a:lnTo>
                <a:close/>
              </a:path>
            </a:pathLst>
          </a:custGeom>
          <a:noFill/>
          <a:ln w="27360">
            <a:solidFill>
              <a:srgbClr val="284d7a"/>
            </a:solidFill>
            <a:miter/>
          </a:ln>
        </p:spPr>
        <p:txBody>
          <a:bodyPr lIns="103680" rIns="103680" tIns="58680" bIns="586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8" name=""/>
          <p:cNvSpPr txBox="1"/>
          <p:nvPr/>
        </p:nvSpPr>
        <p:spPr>
          <a:xfrm>
            <a:off x="1175400" y="1064520"/>
            <a:ext cx="53172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370" strike="noStrike" u="none">
                <a:solidFill>
                  <a:srgbClr val="1f3654"/>
                </a:solidFill>
                <a:effectLst/>
                <a:uFillTx/>
                <a:latin typeface="Times New Roman"/>
              </a:rPr>
              <a:t>TITLE</a:t>
            </a:r>
            <a:endParaRPr b="1" lang="en-US" sz="1370" strike="noStrike" u="none">
              <a:solidFill>
                <a:srgbClr val="1f3654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389" name=""/>
          <p:cNvSpPr txBox="1"/>
          <p:nvPr/>
        </p:nvSpPr>
        <p:spPr>
          <a:xfrm>
            <a:off x="1010880" y="1383840"/>
            <a:ext cx="834840" cy="15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1080" strike="noStrike" u="none">
                <a:solidFill>
                  <a:srgbClr val="52667f"/>
                </a:solidFill>
                <a:effectLst/>
                <a:uFillTx/>
                <a:latin typeface="Times New Roman"/>
              </a:rPr>
              <a:t>object · context</a:t>
            </a:r>
            <a:endParaRPr b="0" i="1" lang="en-US" sz="1080" strike="noStrike" u="none">
              <a:solidFill>
                <a:srgbClr val="52667f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390" name=""/>
          <p:cNvSpPr/>
          <p:nvPr/>
        </p:nvSpPr>
        <p:spPr>
          <a:xfrm>
            <a:off x="3448440" y="909360"/>
            <a:ext cx="2191320" cy="803160"/>
          </a:xfrm>
          <a:custGeom>
            <a:avLst/>
            <a:gdLst/>
            <a:ahLst/>
            <a:rect l="0" t="0" r="r" b="b"/>
            <a:pathLst>
              <a:path w="6087" h="2231">
                <a:moveTo>
                  <a:pt x="3043" y="2231"/>
                </a:moveTo>
                <a:lnTo>
                  <a:pt x="5732" y="2231"/>
                </a:lnTo>
                <a:cubicBezTo>
                  <a:pt x="5928" y="2231"/>
                  <a:pt x="6087" y="2072"/>
                  <a:pt x="6087" y="1876"/>
                </a:cubicBezTo>
                <a:lnTo>
                  <a:pt x="6087" y="355"/>
                </a:lnTo>
                <a:cubicBezTo>
                  <a:pt x="6087" y="158"/>
                  <a:pt x="5928" y="0"/>
                  <a:pt x="5732" y="0"/>
                </a:cubicBezTo>
                <a:lnTo>
                  <a:pt x="355" y="0"/>
                </a:lnTo>
                <a:cubicBezTo>
                  <a:pt x="159" y="0"/>
                  <a:pt x="0" y="158"/>
                  <a:pt x="0" y="355"/>
                </a:cubicBezTo>
                <a:lnTo>
                  <a:pt x="0" y="1876"/>
                </a:lnTo>
                <a:cubicBezTo>
                  <a:pt x="0" y="2072"/>
                  <a:pt x="159" y="2231"/>
                  <a:pt x="355" y="2231"/>
                </a:cubicBezTo>
                <a:lnTo>
                  <a:pt x="3043" y="2231"/>
                </a:lnTo>
                <a:close/>
              </a:path>
            </a:pathLst>
          </a:custGeom>
          <a:solidFill>
            <a:srgbClr val="e7eef7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1" name=""/>
          <p:cNvSpPr/>
          <p:nvPr/>
        </p:nvSpPr>
        <p:spPr>
          <a:xfrm>
            <a:off x="3448440" y="909360"/>
            <a:ext cx="2191320" cy="803160"/>
          </a:xfrm>
          <a:custGeom>
            <a:avLst/>
            <a:gdLst/>
            <a:ahLst/>
            <a:rect l="0" t="0" r="r" b="b"/>
            <a:pathLst>
              <a:path w="6087" h="2231">
                <a:moveTo>
                  <a:pt x="3043" y="2231"/>
                </a:moveTo>
                <a:lnTo>
                  <a:pt x="5732" y="2231"/>
                </a:lnTo>
                <a:cubicBezTo>
                  <a:pt x="5928" y="2231"/>
                  <a:pt x="6087" y="2072"/>
                  <a:pt x="6087" y="1876"/>
                </a:cubicBezTo>
                <a:lnTo>
                  <a:pt x="6087" y="355"/>
                </a:lnTo>
                <a:cubicBezTo>
                  <a:pt x="6087" y="158"/>
                  <a:pt x="5928" y="0"/>
                  <a:pt x="5732" y="0"/>
                </a:cubicBezTo>
                <a:lnTo>
                  <a:pt x="355" y="0"/>
                </a:lnTo>
                <a:cubicBezTo>
                  <a:pt x="159" y="0"/>
                  <a:pt x="0" y="158"/>
                  <a:pt x="0" y="355"/>
                </a:cubicBezTo>
                <a:lnTo>
                  <a:pt x="0" y="1876"/>
                </a:lnTo>
                <a:cubicBezTo>
                  <a:pt x="0" y="2072"/>
                  <a:pt x="159" y="2231"/>
                  <a:pt x="355" y="2231"/>
                </a:cubicBezTo>
                <a:lnTo>
                  <a:pt x="3043" y="2231"/>
                </a:lnTo>
                <a:close/>
              </a:path>
            </a:pathLst>
          </a:custGeom>
          <a:noFill/>
          <a:ln w="27360">
            <a:solidFill>
              <a:srgbClr val="284d7a"/>
            </a:solidFill>
            <a:miter/>
          </a:ln>
        </p:spPr>
        <p:txBody>
          <a:bodyPr lIns="103680" rIns="103680" tIns="58680" bIns="586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2" name=""/>
          <p:cNvSpPr txBox="1"/>
          <p:nvPr/>
        </p:nvSpPr>
        <p:spPr>
          <a:xfrm>
            <a:off x="3868560" y="1064520"/>
            <a:ext cx="133560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370" strike="noStrike" u="none">
                <a:solidFill>
                  <a:srgbClr val="1f3654"/>
                </a:solidFill>
                <a:effectLst/>
                <a:uFillTx/>
                <a:latin typeface="Times New Roman"/>
              </a:rPr>
              <a:t>AUTHORS + IDS</a:t>
            </a:r>
            <a:endParaRPr b="1" lang="en-US" sz="1370" strike="noStrike" u="none">
              <a:solidFill>
                <a:srgbClr val="1f3654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393" name=""/>
          <p:cNvSpPr txBox="1"/>
          <p:nvPr/>
        </p:nvSpPr>
        <p:spPr>
          <a:xfrm>
            <a:off x="4105800" y="1383840"/>
            <a:ext cx="865440" cy="15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1080" strike="noStrike" u="none">
                <a:solidFill>
                  <a:srgbClr val="52667f"/>
                </a:solidFill>
                <a:effectLst/>
                <a:uFillTx/>
                <a:latin typeface="Times New Roman"/>
              </a:rPr>
              <a:t>verified identity</a:t>
            </a:r>
            <a:endParaRPr b="0" i="1" lang="en-US" sz="1080" strike="noStrike" u="none">
              <a:solidFill>
                <a:srgbClr val="52667f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394" name=""/>
          <p:cNvSpPr/>
          <p:nvPr/>
        </p:nvSpPr>
        <p:spPr>
          <a:xfrm>
            <a:off x="6552000" y="909360"/>
            <a:ext cx="2191320" cy="803160"/>
          </a:xfrm>
          <a:custGeom>
            <a:avLst/>
            <a:gdLst/>
            <a:ahLst/>
            <a:rect l="0" t="0" r="r" b="b"/>
            <a:pathLst>
              <a:path w="6087" h="2231">
                <a:moveTo>
                  <a:pt x="3044" y="2231"/>
                </a:moveTo>
                <a:lnTo>
                  <a:pt x="5732" y="2231"/>
                </a:lnTo>
                <a:cubicBezTo>
                  <a:pt x="5928" y="2231"/>
                  <a:pt x="6087" y="2072"/>
                  <a:pt x="6087" y="1876"/>
                </a:cubicBezTo>
                <a:lnTo>
                  <a:pt x="6087" y="355"/>
                </a:lnTo>
                <a:cubicBezTo>
                  <a:pt x="6087" y="158"/>
                  <a:pt x="5928" y="0"/>
                  <a:pt x="5732" y="0"/>
                </a:cubicBezTo>
                <a:lnTo>
                  <a:pt x="355" y="0"/>
                </a:lnTo>
                <a:cubicBezTo>
                  <a:pt x="159" y="0"/>
                  <a:pt x="0" y="158"/>
                  <a:pt x="0" y="355"/>
                </a:cubicBezTo>
                <a:lnTo>
                  <a:pt x="0" y="1876"/>
                </a:lnTo>
                <a:cubicBezTo>
                  <a:pt x="0" y="2072"/>
                  <a:pt x="159" y="2231"/>
                  <a:pt x="355" y="2231"/>
                </a:cubicBezTo>
                <a:lnTo>
                  <a:pt x="3044" y="2231"/>
                </a:lnTo>
                <a:close/>
              </a:path>
            </a:pathLst>
          </a:custGeom>
          <a:solidFill>
            <a:srgbClr val="e7eef7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5" name=""/>
          <p:cNvSpPr/>
          <p:nvPr/>
        </p:nvSpPr>
        <p:spPr>
          <a:xfrm>
            <a:off x="6552000" y="909360"/>
            <a:ext cx="2191320" cy="803160"/>
          </a:xfrm>
          <a:custGeom>
            <a:avLst/>
            <a:gdLst/>
            <a:ahLst/>
            <a:rect l="0" t="0" r="r" b="b"/>
            <a:pathLst>
              <a:path w="6087" h="2231">
                <a:moveTo>
                  <a:pt x="3044" y="2231"/>
                </a:moveTo>
                <a:lnTo>
                  <a:pt x="5732" y="2231"/>
                </a:lnTo>
                <a:cubicBezTo>
                  <a:pt x="5928" y="2231"/>
                  <a:pt x="6087" y="2072"/>
                  <a:pt x="6087" y="1876"/>
                </a:cubicBezTo>
                <a:lnTo>
                  <a:pt x="6087" y="355"/>
                </a:lnTo>
                <a:cubicBezTo>
                  <a:pt x="6087" y="158"/>
                  <a:pt x="5928" y="0"/>
                  <a:pt x="5732" y="0"/>
                </a:cubicBezTo>
                <a:lnTo>
                  <a:pt x="355" y="0"/>
                </a:lnTo>
                <a:cubicBezTo>
                  <a:pt x="159" y="0"/>
                  <a:pt x="0" y="158"/>
                  <a:pt x="0" y="355"/>
                </a:cubicBezTo>
                <a:lnTo>
                  <a:pt x="0" y="1876"/>
                </a:lnTo>
                <a:cubicBezTo>
                  <a:pt x="0" y="2072"/>
                  <a:pt x="159" y="2231"/>
                  <a:pt x="355" y="2231"/>
                </a:cubicBezTo>
                <a:lnTo>
                  <a:pt x="3044" y="2231"/>
                </a:lnTo>
                <a:close/>
              </a:path>
            </a:pathLst>
          </a:custGeom>
          <a:noFill/>
          <a:ln w="27360">
            <a:solidFill>
              <a:srgbClr val="284d7a"/>
            </a:solidFill>
            <a:miter/>
          </a:ln>
        </p:spPr>
        <p:txBody>
          <a:bodyPr lIns="103680" rIns="103680" tIns="58680" bIns="586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6" name=""/>
          <p:cNvSpPr txBox="1"/>
          <p:nvPr/>
        </p:nvSpPr>
        <p:spPr>
          <a:xfrm>
            <a:off x="7127280" y="1064520"/>
            <a:ext cx="103356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370" strike="noStrike" u="none">
                <a:solidFill>
                  <a:srgbClr val="1f3654"/>
                </a:solidFill>
                <a:effectLst/>
                <a:uFillTx/>
                <a:latin typeface="Times New Roman"/>
              </a:rPr>
              <a:t>KEYWORDS</a:t>
            </a:r>
            <a:endParaRPr b="1" lang="en-US" sz="1370" strike="noStrike" u="none">
              <a:solidFill>
                <a:srgbClr val="1f3654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397" name=""/>
          <p:cNvSpPr txBox="1"/>
          <p:nvPr/>
        </p:nvSpPr>
        <p:spPr>
          <a:xfrm>
            <a:off x="7236720" y="1383840"/>
            <a:ext cx="807120" cy="15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1080" strike="noStrike" u="none">
                <a:solidFill>
                  <a:srgbClr val="52667f"/>
                </a:solidFill>
                <a:effectLst/>
                <a:uFillTx/>
                <a:latin typeface="Times New Roman"/>
              </a:rPr>
              <a:t>retrieval terms</a:t>
            </a:r>
            <a:endParaRPr b="0" i="1" lang="en-US" sz="1080" strike="noStrike" u="none">
              <a:solidFill>
                <a:srgbClr val="52667f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398" name=""/>
          <p:cNvSpPr/>
          <p:nvPr/>
        </p:nvSpPr>
        <p:spPr>
          <a:xfrm>
            <a:off x="9656280" y="909360"/>
            <a:ext cx="2190960" cy="803160"/>
          </a:xfrm>
          <a:custGeom>
            <a:avLst/>
            <a:gdLst/>
            <a:ahLst/>
            <a:rect l="0" t="0" r="r" b="b"/>
            <a:pathLst>
              <a:path w="6086" h="2231">
                <a:moveTo>
                  <a:pt x="3043" y="2231"/>
                </a:moveTo>
                <a:lnTo>
                  <a:pt x="5731" y="2231"/>
                </a:lnTo>
                <a:cubicBezTo>
                  <a:pt x="5927" y="2231"/>
                  <a:pt x="6086" y="2072"/>
                  <a:pt x="6086" y="1876"/>
                </a:cubicBezTo>
                <a:lnTo>
                  <a:pt x="6086" y="355"/>
                </a:lnTo>
                <a:cubicBezTo>
                  <a:pt x="6086" y="158"/>
                  <a:pt x="5927" y="0"/>
                  <a:pt x="5731" y="0"/>
                </a:cubicBezTo>
                <a:lnTo>
                  <a:pt x="355" y="0"/>
                </a:lnTo>
                <a:cubicBezTo>
                  <a:pt x="159" y="0"/>
                  <a:pt x="0" y="158"/>
                  <a:pt x="0" y="355"/>
                </a:cubicBezTo>
                <a:lnTo>
                  <a:pt x="0" y="1876"/>
                </a:lnTo>
                <a:cubicBezTo>
                  <a:pt x="0" y="2072"/>
                  <a:pt x="159" y="2231"/>
                  <a:pt x="355" y="2231"/>
                </a:cubicBezTo>
                <a:lnTo>
                  <a:pt x="3043" y="2231"/>
                </a:lnTo>
                <a:close/>
              </a:path>
            </a:pathLst>
          </a:custGeom>
          <a:solidFill>
            <a:srgbClr val="e7eef7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9" name=""/>
          <p:cNvSpPr/>
          <p:nvPr/>
        </p:nvSpPr>
        <p:spPr>
          <a:xfrm>
            <a:off x="9656280" y="909360"/>
            <a:ext cx="2190960" cy="803160"/>
          </a:xfrm>
          <a:custGeom>
            <a:avLst/>
            <a:gdLst/>
            <a:ahLst/>
            <a:rect l="0" t="0" r="r" b="b"/>
            <a:pathLst>
              <a:path w="6086" h="2231">
                <a:moveTo>
                  <a:pt x="3043" y="2231"/>
                </a:moveTo>
                <a:lnTo>
                  <a:pt x="5731" y="2231"/>
                </a:lnTo>
                <a:cubicBezTo>
                  <a:pt x="5927" y="2231"/>
                  <a:pt x="6086" y="2072"/>
                  <a:pt x="6086" y="1876"/>
                </a:cubicBezTo>
                <a:lnTo>
                  <a:pt x="6086" y="355"/>
                </a:lnTo>
                <a:cubicBezTo>
                  <a:pt x="6086" y="158"/>
                  <a:pt x="5927" y="0"/>
                  <a:pt x="5731" y="0"/>
                </a:cubicBezTo>
                <a:lnTo>
                  <a:pt x="355" y="0"/>
                </a:lnTo>
                <a:cubicBezTo>
                  <a:pt x="159" y="0"/>
                  <a:pt x="0" y="158"/>
                  <a:pt x="0" y="355"/>
                </a:cubicBezTo>
                <a:lnTo>
                  <a:pt x="0" y="1876"/>
                </a:lnTo>
                <a:cubicBezTo>
                  <a:pt x="0" y="2072"/>
                  <a:pt x="159" y="2231"/>
                  <a:pt x="355" y="2231"/>
                </a:cubicBezTo>
                <a:lnTo>
                  <a:pt x="3043" y="2231"/>
                </a:lnTo>
                <a:close/>
              </a:path>
            </a:pathLst>
          </a:custGeom>
          <a:noFill/>
          <a:ln w="27360">
            <a:solidFill>
              <a:srgbClr val="284d7a"/>
            </a:solidFill>
            <a:miter/>
          </a:ln>
        </p:spPr>
        <p:txBody>
          <a:bodyPr lIns="103680" rIns="103680" tIns="58680" bIns="586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0" name=""/>
          <p:cNvSpPr txBox="1"/>
          <p:nvPr/>
        </p:nvSpPr>
        <p:spPr>
          <a:xfrm>
            <a:off x="10267920" y="1064520"/>
            <a:ext cx="94680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370" strike="noStrike" u="none">
                <a:solidFill>
                  <a:srgbClr val="1f3654"/>
                </a:solidFill>
                <a:effectLst/>
                <a:uFillTx/>
                <a:latin typeface="Times New Roman"/>
              </a:rPr>
              <a:t>ABSTRACT</a:t>
            </a:r>
            <a:endParaRPr b="1" lang="en-US" sz="1370" strike="noStrike" u="none">
              <a:solidFill>
                <a:srgbClr val="1f3654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401" name=""/>
          <p:cNvSpPr txBox="1"/>
          <p:nvPr/>
        </p:nvSpPr>
        <p:spPr>
          <a:xfrm>
            <a:off x="10331640" y="1383840"/>
            <a:ext cx="804240" cy="15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1080" strike="noStrike" u="none">
                <a:solidFill>
                  <a:srgbClr val="52667f"/>
                </a:solidFill>
                <a:effectLst/>
                <a:uFillTx/>
                <a:latin typeface="Times New Roman"/>
              </a:rPr>
              <a:t>executed study</a:t>
            </a:r>
            <a:endParaRPr b="0" i="1" lang="en-US" sz="1080" strike="noStrike" u="none">
              <a:solidFill>
                <a:srgbClr val="52667f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402" name=""/>
          <p:cNvSpPr/>
          <p:nvPr/>
        </p:nvSpPr>
        <p:spPr>
          <a:xfrm>
            <a:off x="2444400" y="2333160"/>
            <a:ext cx="7302960" cy="1679400"/>
          </a:xfrm>
          <a:custGeom>
            <a:avLst/>
            <a:gdLst/>
            <a:ahLst/>
            <a:rect l="0" t="0" r="r" b="b"/>
            <a:pathLst>
              <a:path w="20286" h="4665">
                <a:moveTo>
                  <a:pt x="10144" y="4665"/>
                </a:moveTo>
                <a:lnTo>
                  <a:pt x="19779" y="4665"/>
                </a:lnTo>
                <a:cubicBezTo>
                  <a:pt x="20059" y="4665"/>
                  <a:pt x="20286" y="4438"/>
                  <a:pt x="20286" y="4158"/>
                </a:cubicBezTo>
                <a:lnTo>
                  <a:pt x="20286" y="508"/>
                </a:lnTo>
                <a:cubicBezTo>
                  <a:pt x="20286" y="228"/>
                  <a:pt x="20059" y="0"/>
                  <a:pt x="19779" y="0"/>
                </a:cubicBezTo>
                <a:lnTo>
                  <a:pt x="507" y="0"/>
                </a:lnTo>
                <a:cubicBezTo>
                  <a:pt x="227" y="0"/>
                  <a:pt x="0" y="228"/>
                  <a:pt x="0" y="508"/>
                </a:cubicBezTo>
                <a:lnTo>
                  <a:pt x="0" y="4158"/>
                </a:lnTo>
                <a:cubicBezTo>
                  <a:pt x="0" y="4438"/>
                  <a:pt x="227" y="4665"/>
                  <a:pt x="507" y="4665"/>
                </a:cubicBezTo>
                <a:lnTo>
                  <a:pt x="10144" y="4665"/>
                </a:lnTo>
                <a:close/>
              </a:path>
            </a:pathLst>
          </a:custGeom>
          <a:solidFill>
            <a:srgbClr val="f7f9fc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3" name=""/>
          <p:cNvSpPr/>
          <p:nvPr/>
        </p:nvSpPr>
        <p:spPr>
          <a:xfrm>
            <a:off x="2444400" y="2333160"/>
            <a:ext cx="7302960" cy="1679400"/>
          </a:xfrm>
          <a:custGeom>
            <a:avLst/>
            <a:gdLst/>
            <a:ahLst/>
            <a:rect l="0" t="0" r="r" b="b"/>
            <a:pathLst>
              <a:path w="20286" h="4665">
                <a:moveTo>
                  <a:pt x="10144" y="4665"/>
                </a:moveTo>
                <a:lnTo>
                  <a:pt x="19779" y="4665"/>
                </a:lnTo>
                <a:cubicBezTo>
                  <a:pt x="20059" y="4665"/>
                  <a:pt x="20286" y="4438"/>
                  <a:pt x="20286" y="4158"/>
                </a:cubicBezTo>
                <a:lnTo>
                  <a:pt x="20286" y="508"/>
                </a:lnTo>
                <a:cubicBezTo>
                  <a:pt x="20286" y="228"/>
                  <a:pt x="20059" y="0"/>
                  <a:pt x="19779" y="0"/>
                </a:cubicBezTo>
                <a:lnTo>
                  <a:pt x="507" y="0"/>
                </a:lnTo>
                <a:cubicBezTo>
                  <a:pt x="227" y="0"/>
                  <a:pt x="0" y="228"/>
                  <a:pt x="0" y="508"/>
                </a:cubicBezTo>
                <a:lnTo>
                  <a:pt x="0" y="4158"/>
                </a:lnTo>
                <a:cubicBezTo>
                  <a:pt x="0" y="4438"/>
                  <a:pt x="227" y="4665"/>
                  <a:pt x="507" y="4665"/>
                </a:cubicBezTo>
                <a:lnTo>
                  <a:pt x="10144" y="4665"/>
                </a:lnTo>
                <a:close/>
              </a:path>
            </a:pathLst>
          </a:custGeom>
          <a:noFill/>
          <a:ln w="27360">
            <a:solidFill>
              <a:srgbClr val="5b7696"/>
            </a:solidFill>
            <a:miter/>
          </a:ln>
        </p:spPr>
        <p:txBody>
          <a:bodyPr lIns="103680" rIns="103680" tIns="58680" bIns="586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4" name=""/>
          <p:cNvSpPr txBox="1"/>
          <p:nvPr/>
        </p:nvSpPr>
        <p:spPr>
          <a:xfrm>
            <a:off x="4662720" y="2470320"/>
            <a:ext cx="2884320" cy="263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70" strike="noStrike" u="none">
                <a:solidFill>
                  <a:srgbClr val="1f3654"/>
                </a:solidFill>
                <a:effectLst/>
                <a:uFillTx/>
                <a:latin typeface="Times New Roman"/>
              </a:rPr>
              <a:t>AUTHORITATIVE STUDY</a:t>
            </a:r>
            <a:endParaRPr b="1" lang="en-US" sz="1870" strike="noStrike" u="none">
              <a:solidFill>
                <a:srgbClr val="1f3654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405" name=""/>
          <p:cNvSpPr/>
          <p:nvPr/>
        </p:nvSpPr>
        <p:spPr>
          <a:xfrm>
            <a:off x="2882520" y="2917440"/>
            <a:ext cx="1132200" cy="474840"/>
          </a:xfrm>
          <a:custGeom>
            <a:avLst/>
            <a:gdLst/>
            <a:ahLst/>
            <a:rect l="0" t="0" r="r" b="b"/>
            <a:pathLst>
              <a:path w="3145" h="1319">
                <a:moveTo>
                  <a:pt x="1572" y="1319"/>
                </a:moveTo>
                <a:lnTo>
                  <a:pt x="2891" y="1319"/>
                </a:lnTo>
                <a:cubicBezTo>
                  <a:pt x="3031" y="1319"/>
                  <a:pt x="3145" y="1206"/>
                  <a:pt x="3145" y="1065"/>
                </a:cubicBezTo>
                <a:lnTo>
                  <a:pt x="3145" y="254"/>
                </a:lnTo>
                <a:cubicBezTo>
                  <a:pt x="3145" y="114"/>
                  <a:pt x="3031" y="0"/>
                  <a:pt x="2891" y="0"/>
                </a:cubicBezTo>
                <a:lnTo>
                  <a:pt x="254" y="0"/>
                </a:lnTo>
                <a:cubicBezTo>
                  <a:pt x="114" y="0"/>
                  <a:pt x="0" y="114"/>
                  <a:pt x="0" y="254"/>
                </a:cubicBezTo>
                <a:lnTo>
                  <a:pt x="0" y="1065"/>
                </a:lnTo>
                <a:cubicBezTo>
                  <a:pt x="0" y="1206"/>
                  <a:pt x="114" y="1319"/>
                  <a:pt x="254" y="1319"/>
                </a:cubicBezTo>
                <a:lnTo>
                  <a:pt x="1572" y="1319"/>
                </a:lnTo>
                <a:close/>
              </a:path>
            </a:pathLst>
          </a:custGeom>
          <a:solidFill>
            <a:srgbClr val="edf2f8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6" name=""/>
          <p:cNvSpPr/>
          <p:nvPr/>
        </p:nvSpPr>
        <p:spPr>
          <a:xfrm>
            <a:off x="2882520" y="2917440"/>
            <a:ext cx="1132200" cy="474840"/>
          </a:xfrm>
          <a:custGeom>
            <a:avLst/>
            <a:gdLst/>
            <a:ahLst/>
            <a:rect l="0" t="0" r="r" b="b"/>
            <a:pathLst>
              <a:path w="3145" h="1319">
                <a:moveTo>
                  <a:pt x="1572" y="1319"/>
                </a:moveTo>
                <a:lnTo>
                  <a:pt x="2891" y="1319"/>
                </a:lnTo>
                <a:cubicBezTo>
                  <a:pt x="3031" y="1319"/>
                  <a:pt x="3145" y="1206"/>
                  <a:pt x="3145" y="1065"/>
                </a:cubicBezTo>
                <a:lnTo>
                  <a:pt x="3145" y="254"/>
                </a:lnTo>
                <a:cubicBezTo>
                  <a:pt x="3145" y="114"/>
                  <a:pt x="3031" y="0"/>
                  <a:pt x="2891" y="0"/>
                </a:cubicBezTo>
                <a:lnTo>
                  <a:pt x="254" y="0"/>
                </a:lnTo>
                <a:cubicBezTo>
                  <a:pt x="114" y="0"/>
                  <a:pt x="0" y="114"/>
                  <a:pt x="0" y="254"/>
                </a:cubicBezTo>
                <a:lnTo>
                  <a:pt x="0" y="1065"/>
                </a:lnTo>
                <a:cubicBezTo>
                  <a:pt x="0" y="1206"/>
                  <a:pt x="114" y="1319"/>
                  <a:pt x="254" y="1319"/>
                </a:cubicBezTo>
                <a:lnTo>
                  <a:pt x="1572" y="1319"/>
                </a:lnTo>
                <a:close/>
              </a:path>
            </a:pathLst>
          </a:custGeom>
          <a:noFill/>
          <a:ln w="18360">
            <a:solidFill>
              <a:srgbClr val="284d7a"/>
            </a:solidFill>
            <a:miter/>
          </a:ln>
        </p:spPr>
        <p:txBody>
          <a:bodyPr lIns="99000" rIns="99000" tIns="54000" bIns="54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7" name=""/>
          <p:cNvSpPr txBox="1"/>
          <p:nvPr/>
        </p:nvSpPr>
        <p:spPr>
          <a:xfrm>
            <a:off x="3119760" y="3090960"/>
            <a:ext cx="676440" cy="145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10" strike="noStrike" u="none">
                <a:solidFill>
                  <a:srgbClr val="1f3654"/>
                </a:solidFill>
                <a:effectLst/>
                <a:uFillTx/>
                <a:latin typeface="Times New Roman"/>
              </a:rPr>
              <a:t>QUESTION</a:t>
            </a:r>
            <a:endParaRPr b="1" lang="en-US" sz="1010" strike="noStrike" u="none">
              <a:solidFill>
                <a:srgbClr val="1f3654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408" name=""/>
          <p:cNvSpPr/>
          <p:nvPr/>
        </p:nvSpPr>
        <p:spPr>
          <a:xfrm>
            <a:off x="4206240" y="2917440"/>
            <a:ext cx="1132200" cy="474840"/>
          </a:xfrm>
          <a:custGeom>
            <a:avLst/>
            <a:gdLst/>
            <a:ahLst/>
            <a:rect l="0" t="0" r="r" b="b"/>
            <a:pathLst>
              <a:path w="3145" h="1319">
                <a:moveTo>
                  <a:pt x="1572" y="1319"/>
                </a:moveTo>
                <a:lnTo>
                  <a:pt x="2891" y="1319"/>
                </a:lnTo>
                <a:cubicBezTo>
                  <a:pt x="3031" y="1319"/>
                  <a:pt x="3145" y="1206"/>
                  <a:pt x="3145" y="1065"/>
                </a:cubicBezTo>
                <a:lnTo>
                  <a:pt x="3145" y="254"/>
                </a:lnTo>
                <a:cubicBezTo>
                  <a:pt x="3145" y="114"/>
                  <a:pt x="3031" y="0"/>
                  <a:pt x="2891" y="0"/>
                </a:cubicBezTo>
                <a:lnTo>
                  <a:pt x="254" y="0"/>
                </a:lnTo>
                <a:cubicBezTo>
                  <a:pt x="114" y="0"/>
                  <a:pt x="0" y="114"/>
                  <a:pt x="0" y="254"/>
                </a:cubicBezTo>
                <a:lnTo>
                  <a:pt x="0" y="1065"/>
                </a:lnTo>
                <a:cubicBezTo>
                  <a:pt x="0" y="1206"/>
                  <a:pt x="114" y="1319"/>
                  <a:pt x="254" y="1319"/>
                </a:cubicBezTo>
                <a:lnTo>
                  <a:pt x="1572" y="1319"/>
                </a:lnTo>
                <a:close/>
              </a:path>
            </a:pathLst>
          </a:custGeom>
          <a:solidFill>
            <a:srgbClr val="edf2f8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9" name=""/>
          <p:cNvSpPr/>
          <p:nvPr/>
        </p:nvSpPr>
        <p:spPr>
          <a:xfrm>
            <a:off x="4206240" y="2917440"/>
            <a:ext cx="1132200" cy="474840"/>
          </a:xfrm>
          <a:custGeom>
            <a:avLst/>
            <a:gdLst/>
            <a:ahLst/>
            <a:rect l="0" t="0" r="r" b="b"/>
            <a:pathLst>
              <a:path w="3145" h="1319">
                <a:moveTo>
                  <a:pt x="1572" y="1319"/>
                </a:moveTo>
                <a:lnTo>
                  <a:pt x="2891" y="1319"/>
                </a:lnTo>
                <a:cubicBezTo>
                  <a:pt x="3031" y="1319"/>
                  <a:pt x="3145" y="1206"/>
                  <a:pt x="3145" y="1065"/>
                </a:cubicBezTo>
                <a:lnTo>
                  <a:pt x="3145" y="254"/>
                </a:lnTo>
                <a:cubicBezTo>
                  <a:pt x="3145" y="114"/>
                  <a:pt x="3031" y="0"/>
                  <a:pt x="2891" y="0"/>
                </a:cubicBezTo>
                <a:lnTo>
                  <a:pt x="254" y="0"/>
                </a:lnTo>
                <a:cubicBezTo>
                  <a:pt x="114" y="0"/>
                  <a:pt x="0" y="114"/>
                  <a:pt x="0" y="254"/>
                </a:cubicBezTo>
                <a:lnTo>
                  <a:pt x="0" y="1065"/>
                </a:lnTo>
                <a:cubicBezTo>
                  <a:pt x="0" y="1206"/>
                  <a:pt x="114" y="1319"/>
                  <a:pt x="254" y="1319"/>
                </a:cubicBezTo>
                <a:lnTo>
                  <a:pt x="1572" y="1319"/>
                </a:lnTo>
                <a:close/>
              </a:path>
            </a:pathLst>
          </a:custGeom>
          <a:noFill/>
          <a:ln w="18360">
            <a:solidFill>
              <a:srgbClr val="284d7a"/>
            </a:solidFill>
            <a:miter/>
          </a:ln>
        </p:spPr>
        <p:txBody>
          <a:bodyPr lIns="99000" rIns="99000" tIns="54000" bIns="54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0" name=""/>
          <p:cNvSpPr txBox="1"/>
          <p:nvPr/>
        </p:nvSpPr>
        <p:spPr>
          <a:xfrm>
            <a:off x="4443480" y="3017880"/>
            <a:ext cx="66132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939" strike="noStrike" u="none">
                <a:solidFill>
                  <a:srgbClr val="1f3654"/>
                </a:solidFill>
                <a:effectLst/>
                <a:uFillTx/>
                <a:latin typeface="Times New Roman"/>
              </a:rPr>
              <a:t>EXECUTED</a:t>
            </a:r>
            <a:endParaRPr b="1" lang="en-US" sz="939" strike="noStrike" u="none">
              <a:solidFill>
                <a:srgbClr val="1f3654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411" name=""/>
          <p:cNvSpPr txBox="1"/>
          <p:nvPr/>
        </p:nvSpPr>
        <p:spPr>
          <a:xfrm>
            <a:off x="4562280" y="3191400"/>
            <a:ext cx="42336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939" strike="noStrike" u="none">
                <a:solidFill>
                  <a:srgbClr val="1f3654"/>
                </a:solidFill>
                <a:effectLst/>
                <a:uFillTx/>
                <a:latin typeface="Times New Roman"/>
              </a:rPr>
              <a:t>ROUTE</a:t>
            </a:r>
            <a:endParaRPr b="1" lang="en-US" sz="939" strike="noStrike" u="none">
              <a:solidFill>
                <a:srgbClr val="1f3654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412" name=""/>
          <p:cNvSpPr/>
          <p:nvPr/>
        </p:nvSpPr>
        <p:spPr>
          <a:xfrm>
            <a:off x="5529960" y="2917440"/>
            <a:ext cx="1131840" cy="474840"/>
          </a:xfrm>
          <a:custGeom>
            <a:avLst/>
            <a:gdLst/>
            <a:ahLst/>
            <a:rect l="0" t="0" r="r" b="b"/>
            <a:pathLst>
              <a:path w="3144" h="1319">
                <a:moveTo>
                  <a:pt x="1573" y="1319"/>
                </a:moveTo>
                <a:lnTo>
                  <a:pt x="2890" y="1319"/>
                </a:lnTo>
                <a:cubicBezTo>
                  <a:pt x="3030" y="1319"/>
                  <a:pt x="3144" y="1206"/>
                  <a:pt x="3144" y="1065"/>
                </a:cubicBezTo>
                <a:lnTo>
                  <a:pt x="3144" y="254"/>
                </a:lnTo>
                <a:cubicBezTo>
                  <a:pt x="3144" y="114"/>
                  <a:pt x="3030" y="0"/>
                  <a:pt x="2890" y="0"/>
                </a:cubicBezTo>
                <a:lnTo>
                  <a:pt x="254" y="0"/>
                </a:lnTo>
                <a:cubicBezTo>
                  <a:pt x="114" y="0"/>
                  <a:pt x="0" y="114"/>
                  <a:pt x="0" y="254"/>
                </a:cubicBezTo>
                <a:lnTo>
                  <a:pt x="0" y="1065"/>
                </a:lnTo>
                <a:cubicBezTo>
                  <a:pt x="0" y="1206"/>
                  <a:pt x="114" y="1319"/>
                  <a:pt x="254" y="1319"/>
                </a:cubicBezTo>
                <a:lnTo>
                  <a:pt x="1573" y="1319"/>
                </a:lnTo>
                <a:close/>
              </a:path>
            </a:pathLst>
          </a:custGeom>
          <a:solidFill>
            <a:srgbClr val="edf2f8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3" name=""/>
          <p:cNvSpPr/>
          <p:nvPr/>
        </p:nvSpPr>
        <p:spPr>
          <a:xfrm>
            <a:off x="5529960" y="2917440"/>
            <a:ext cx="1131840" cy="474840"/>
          </a:xfrm>
          <a:custGeom>
            <a:avLst/>
            <a:gdLst/>
            <a:ahLst/>
            <a:rect l="0" t="0" r="r" b="b"/>
            <a:pathLst>
              <a:path w="3144" h="1319">
                <a:moveTo>
                  <a:pt x="1573" y="1319"/>
                </a:moveTo>
                <a:lnTo>
                  <a:pt x="2890" y="1319"/>
                </a:lnTo>
                <a:cubicBezTo>
                  <a:pt x="3030" y="1319"/>
                  <a:pt x="3144" y="1206"/>
                  <a:pt x="3144" y="1065"/>
                </a:cubicBezTo>
                <a:lnTo>
                  <a:pt x="3144" y="254"/>
                </a:lnTo>
                <a:cubicBezTo>
                  <a:pt x="3144" y="114"/>
                  <a:pt x="3030" y="0"/>
                  <a:pt x="2890" y="0"/>
                </a:cubicBezTo>
                <a:lnTo>
                  <a:pt x="254" y="0"/>
                </a:lnTo>
                <a:cubicBezTo>
                  <a:pt x="114" y="0"/>
                  <a:pt x="0" y="114"/>
                  <a:pt x="0" y="254"/>
                </a:cubicBezTo>
                <a:lnTo>
                  <a:pt x="0" y="1065"/>
                </a:lnTo>
                <a:cubicBezTo>
                  <a:pt x="0" y="1206"/>
                  <a:pt x="114" y="1319"/>
                  <a:pt x="254" y="1319"/>
                </a:cubicBezTo>
                <a:lnTo>
                  <a:pt x="1573" y="1319"/>
                </a:lnTo>
                <a:close/>
              </a:path>
            </a:pathLst>
          </a:custGeom>
          <a:noFill/>
          <a:ln w="18360">
            <a:solidFill>
              <a:srgbClr val="284d7a"/>
            </a:solidFill>
            <a:miter/>
          </a:ln>
        </p:spPr>
        <p:txBody>
          <a:bodyPr lIns="99000" rIns="99000" tIns="54000" bIns="54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4" name=""/>
          <p:cNvSpPr txBox="1"/>
          <p:nvPr/>
        </p:nvSpPr>
        <p:spPr>
          <a:xfrm>
            <a:off x="5767560" y="3090960"/>
            <a:ext cx="676440" cy="145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10" strike="noStrike" u="none">
                <a:solidFill>
                  <a:srgbClr val="1f3654"/>
                </a:solidFill>
                <a:effectLst/>
                <a:uFillTx/>
                <a:latin typeface="Times New Roman"/>
              </a:rPr>
              <a:t>EVIDENCE</a:t>
            </a:r>
            <a:endParaRPr b="1" lang="en-US" sz="1010" strike="noStrike" u="none">
              <a:solidFill>
                <a:srgbClr val="1f3654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415" name=""/>
          <p:cNvSpPr/>
          <p:nvPr/>
        </p:nvSpPr>
        <p:spPr>
          <a:xfrm>
            <a:off x="6853320" y="2917440"/>
            <a:ext cx="1132200" cy="474840"/>
          </a:xfrm>
          <a:custGeom>
            <a:avLst/>
            <a:gdLst/>
            <a:ahLst/>
            <a:rect l="0" t="0" r="r" b="b"/>
            <a:pathLst>
              <a:path w="3145" h="1319">
                <a:moveTo>
                  <a:pt x="1573" y="1319"/>
                </a:moveTo>
                <a:lnTo>
                  <a:pt x="2891" y="1319"/>
                </a:lnTo>
                <a:cubicBezTo>
                  <a:pt x="3031" y="1319"/>
                  <a:pt x="3145" y="1206"/>
                  <a:pt x="3145" y="1065"/>
                </a:cubicBezTo>
                <a:lnTo>
                  <a:pt x="3145" y="254"/>
                </a:lnTo>
                <a:cubicBezTo>
                  <a:pt x="3145" y="114"/>
                  <a:pt x="3031" y="0"/>
                  <a:pt x="2891" y="0"/>
                </a:cubicBezTo>
                <a:lnTo>
                  <a:pt x="254" y="0"/>
                </a:lnTo>
                <a:cubicBezTo>
                  <a:pt x="114" y="0"/>
                  <a:pt x="0" y="114"/>
                  <a:pt x="0" y="254"/>
                </a:cubicBezTo>
                <a:lnTo>
                  <a:pt x="0" y="1065"/>
                </a:lnTo>
                <a:cubicBezTo>
                  <a:pt x="0" y="1206"/>
                  <a:pt x="114" y="1319"/>
                  <a:pt x="254" y="1319"/>
                </a:cubicBezTo>
                <a:lnTo>
                  <a:pt x="1573" y="1319"/>
                </a:lnTo>
                <a:close/>
              </a:path>
            </a:pathLst>
          </a:custGeom>
          <a:solidFill>
            <a:srgbClr val="edf2f8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6" name=""/>
          <p:cNvSpPr/>
          <p:nvPr/>
        </p:nvSpPr>
        <p:spPr>
          <a:xfrm>
            <a:off x="6853320" y="2917440"/>
            <a:ext cx="1132200" cy="474840"/>
          </a:xfrm>
          <a:custGeom>
            <a:avLst/>
            <a:gdLst/>
            <a:ahLst/>
            <a:rect l="0" t="0" r="r" b="b"/>
            <a:pathLst>
              <a:path w="3145" h="1319">
                <a:moveTo>
                  <a:pt x="1573" y="1319"/>
                </a:moveTo>
                <a:lnTo>
                  <a:pt x="2891" y="1319"/>
                </a:lnTo>
                <a:cubicBezTo>
                  <a:pt x="3031" y="1319"/>
                  <a:pt x="3145" y="1206"/>
                  <a:pt x="3145" y="1065"/>
                </a:cubicBezTo>
                <a:lnTo>
                  <a:pt x="3145" y="254"/>
                </a:lnTo>
                <a:cubicBezTo>
                  <a:pt x="3145" y="114"/>
                  <a:pt x="3031" y="0"/>
                  <a:pt x="2891" y="0"/>
                </a:cubicBezTo>
                <a:lnTo>
                  <a:pt x="254" y="0"/>
                </a:lnTo>
                <a:cubicBezTo>
                  <a:pt x="114" y="0"/>
                  <a:pt x="0" y="114"/>
                  <a:pt x="0" y="254"/>
                </a:cubicBezTo>
                <a:lnTo>
                  <a:pt x="0" y="1065"/>
                </a:lnTo>
                <a:cubicBezTo>
                  <a:pt x="0" y="1206"/>
                  <a:pt x="114" y="1319"/>
                  <a:pt x="254" y="1319"/>
                </a:cubicBezTo>
                <a:lnTo>
                  <a:pt x="1573" y="1319"/>
                </a:lnTo>
                <a:close/>
              </a:path>
            </a:pathLst>
          </a:custGeom>
          <a:noFill/>
          <a:ln w="18360">
            <a:solidFill>
              <a:srgbClr val="284d7a"/>
            </a:solidFill>
            <a:miter/>
          </a:ln>
        </p:spPr>
        <p:txBody>
          <a:bodyPr lIns="99000" rIns="99000" tIns="54000" bIns="54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7" name=""/>
          <p:cNvSpPr txBox="1"/>
          <p:nvPr/>
        </p:nvSpPr>
        <p:spPr>
          <a:xfrm>
            <a:off x="7099920" y="3017880"/>
            <a:ext cx="65232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939" strike="noStrike" u="none">
                <a:solidFill>
                  <a:srgbClr val="1f3654"/>
                </a:solidFill>
                <a:effectLst/>
                <a:uFillTx/>
                <a:latin typeface="Times New Roman"/>
              </a:rPr>
              <a:t>PRINCIPAL</a:t>
            </a:r>
            <a:endParaRPr b="1" lang="en-US" sz="939" strike="noStrike" u="none">
              <a:solidFill>
                <a:srgbClr val="1f3654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418" name=""/>
          <p:cNvSpPr txBox="1"/>
          <p:nvPr/>
        </p:nvSpPr>
        <p:spPr>
          <a:xfrm>
            <a:off x="7191360" y="3191400"/>
            <a:ext cx="46548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939" strike="noStrike" u="none">
                <a:solidFill>
                  <a:srgbClr val="1f3654"/>
                </a:solidFill>
                <a:effectLst/>
                <a:uFillTx/>
                <a:latin typeface="Times New Roman"/>
              </a:rPr>
              <a:t>RESULT</a:t>
            </a:r>
            <a:endParaRPr b="1" lang="en-US" sz="939" strike="noStrike" u="none">
              <a:solidFill>
                <a:srgbClr val="1f3654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419" name=""/>
          <p:cNvSpPr/>
          <p:nvPr/>
        </p:nvSpPr>
        <p:spPr>
          <a:xfrm>
            <a:off x="8177040" y="2917440"/>
            <a:ext cx="1132200" cy="474840"/>
          </a:xfrm>
          <a:custGeom>
            <a:avLst/>
            <a:gdLst/>
            <a:ahLst/>
            <a:rect l="0" t="0" r="r" b="b"/>
            <a:pathLst>
              <a:path w="3145" h="1319">
                <a:moveTo>
                  <a:pt x="1573" y="1319"/>
                </a:moveTo>
                <a:lnTo>
                  <a:pt x="2891" y="1319"/>
                </a:lnTo>
                <a:cubicBezTo>
                  <a:pt x="3031" y="1319"/>
                  <a:pt x="3145" y="1206"/>
                  <a:pt x="3145" y="1065"/>
                </a:cubicBezTo>
                <a:lnTo>
                  <a:pt x="3145" y="254"/>
                </a:lnTo>
                <a:cubicBezTo>
                  <a:pt x="3145" y="114"/>
                  <a:pt x="3031" y="0"/>
                  <a:pt x="2891" y="0"/>
                </a:cubicBezTo>
                <a:lnTo>
                  <a:pt x="254" y="0"/>
                </a:lnTo>
                <a:cubicBezTo>
                  <a:pt x="114" y="0"/>
                  <a:pt x="0" y="114"/>
                  <a:pt x="0" y="254"/>
                </a:cubicBezTo>
                <a:lnTo>
                  <a:pt x="0" y="1065"/>
                </a:lnTo>
                <a:cubicBezTo>
                  <a:pt x="0" y="1206"/>
                  <a:pt x="114" y="1319"/>
                  <a:pt x="254" y="1319"/>
                </a:cubicBezTo>
                <a:lnTo>
                  <a:pt x="1573" y="1319"/>
                </a:lnTo>
                <a:close/>
              </a:path>
            </a:pathLst>
          </a:custGeom>
          <a:solidFill>
            <a:srgbClr val="edf2f8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0" name=""/>
          <p:cNvSpPr/>
          <p:nvPr/>
        </p:nvSpPr>
        <p:spPr>
          <a:xfrm>
            <a:off x="8177040" y="2917440"/>
            <a:ext cx="1132200" cy="474840"/>
          </a:xfrm>
          <a:custGeom>
            <a:avLst/>
            <a:gdLst/>
            <a:ahLst/>
            <a:rect l="0" t="0" r="r" b="b"/>
            <a:pathLst>
              <a:path w="3145" h="1319">
                <a:moveTo>
                  <a:pt x="1573" y="1319"/>
                </a:moveTo>
                <a:lnTo>
                  <a:pt x="2891" y="1319"/>
                </a:lnTo>
                <a:cubicBezTo>
                  <a:pt x="3031" y="1319"/>
                  <a:pt x="3145" y="1206"/>
                  <a:pt x="3145" y="1065"/>
                </a:cubicBezTo>
                <a:lnTo>
                  <a:pt x="3145" y="254"/>
                </a:lnTo>
                <a:cubicBezTo>
                  <a:pt x="3145" y="114"/>
                  <a:pt x="3031" y="0"/>
                  <a:pt x="2891" y="0"/>
                </a:cubicBezTo>
                <a:lnTo>
                  <a:pt x="254" y="0"/>
                </a:lnTo>
                <a:cubicBezTo>
                  <a:pt x="114" y="0"/>
                  <a:pt x="0" y="114"/>
                  <a:pt x="0" y="254"/>
                </a:cubicBezTo>
                <a:lnTo>
                  <a:pt x="0" y="1065"/>
                </a:lnTo>
                <a:cubicBezTo>
                  <a:pt x="0" y="1206"/>
                  <a:pt x="114" y="1319"/>
                  <a:pt x="254" y="1319"/>
                </a:cubicBezTo>
                <a:lnTo>
                  <a:pt x="1573" y="1319"/>
                </a:lnTo>
                <a:close/>
              </a:path>
            </a:pathLst>
          </a:custGeom>
          <a:noFill/>
          <a:ln w="18360">
            <a:solidFill>
              <a:srgbClr val="284d7a"/>
            </a:solidFill>
            <a:miter/>
          </a:ln>
        </p:spPr>
        <p:txBody>
          <a:bodyPr lIns="99000" rIns="99000" tIns="54000" bIns="54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1" name=""/>
          <p:cNvSpPr txBox="1"/>
          <p:nvPr/>
        </p:nvSpPr>
        <p:spPr>
          <a:xfrm>
            <a:off x="8377920" y="3090960"/>
            <a:ext cx="735840" cy="145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10" strike="noStrike" u="none">
                <a:solidFill>
                  <a:srgbClr val="1f3654"/>
                </a:solidFill>
                <a:effectLst/>
                <a:uFillTx/>
                <a:latin typeface="Times New Roman"/>
              </a:rPr>
              <a:t>BOUNDARY</a:t>
            </a:r>
            <a:endParaRPr b="1" lang="en-US" sz="1010" strike="noStrike" u="none">
              <a:solidFill>
                <a:srgbClr val="1f3654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422" name=""/>
          <p:cNvSpPr txBox="1"/>
          <p:nvPr/>
        </p:nvSpPr>
        <p:spPr>
          <a:xfrm>
            <a:off x="3129120" y="3574800"/>
            <a:ext cx="5712120" cy="172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1220" strike="noStrike" u="none">
                <a:solidFill>
                  <a:srgbClr val="52667f"/>
                </a:solidFill>
                <a:effectLst/>
                <a:uFillTx/>
                <a:latin typeface="Times New Roman"/>
              </a:rPr>
              <a:t>shorter layers may omit detail; none may change identity, count, uncertainty or claim scope</a:t>
            </a:r>
            <a:endParaRPr b="0" i="1" lang="en-US" sz="1220" strike="noStrike" u="none">
              <a:solidFill>
                <a:srgbClr val="52667f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423" name=""/>
          <p:cNvSpPr/>
          <p:nvPr/>
        </p:nvSpPr>
        <p:spPr>
          <a:xfrm flipH="1" flipV="1">
            <a:off x="1440000" y="1749240"/>
            <a:ext cx="2556360" cy="547560"/>
          </a:xfrm>
          <a:prstGeom prst="line">
            <a:avLst/>
          </a:prstGeom>
          <a:ln w="22680">
            <a:solidFill>
              <a:srgbClr val="284d7a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1160" rIns="101160" tIns="56160" bIns="5616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4" name=""/>
          <p:cNvSpPr/>
          <p:nvPr/>
        </p:nvSpPr>
        <p:spPr>
          <a:xfrm>
            <a:off x="1417680" y="1680480"/>
            <a:ext cx="247320" cy="223200"/>
          </a:xfrm>
          <a:custGeom>
            <a:avLst/>
            <a:gdLst/>
            <a:ahLst/>
            <a:rect l="0" t="0" r="r" b="b"/>
            <a:pathLst>
              <a:path w="687" h="620">
                <a:moveTo>
                  <a:pt x="554" y="620"/>
                </a:moveTo>
                <a:lnTo>
                  <a:pt x="0" y="177"/>
                </a:lnTo>
                <a:lnTo>
                  <a:pt x="687" y="0"/>
                </a:lnTo>
                <a:lnTo>
                  <a:pt x="554" y="620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5" name=""/>
          <p:cNvSpPr/>
          <p:nvPr/>
        </p:nvSpPr>
        <p:spPr>
          <a:xfrm flipH="1" flipV="1">
            <a:off x="4543920" y="1749240"/>
            <a:ext cx="730440" cy="547560"/>
          </a:xfrm>
          <a:prstGeom prst="line">
            <a:avLst/>
          </a:prstGeom>
          <a:ln w="22680">
            <a:solidFill>
              <a:srgbClr val="284d7a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1160" rIns="101160" tIns="56160" bIns="5616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6" name=""/>
          <p:cNvSpPr/>
          <p:nvPr/>
        </p:nvSpPr>
        <p:spPr>
          <a:xfrm>
            <a:off x="4525920" y="1735200"/>
            <a:ext cx="250920" cy="228240"/>
          </a:xfrm>
          <a:custGeom>
            <a:avLst/>
            <a:gdLst/>
            <a:ahLst/>
            <a:rect l="0" t="0" r="r" b="b"/>
            <a:pathLst>
              <a:path w="697" h="634">
                <a:moveTo>
                  <a:pt x="317" y="634"/>
                </a:moveTo>
                <a:lnTo>
                  <a:pt x="0" y="0"/>
                </a:lnTo>
                <a:lnTo>
                  <a:pt x="697" y="127"/>
                </a:lnTo>
                <a:lnTo>
                  <a:pt x="317" y="634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7" name=""/>
          <p:cNvSpPr/>
          <p:nvPr/>
        </p:nvSpPr>
        <p:spPr>
          <a:xfrm>
            <a:off x="4525920" y="1735200"/>
            <a:ext cx="250920" cy="228240"/>
          </a:xfrm>
          <a:custGeom>
            <a:avLst/>
            <a:gdLst/>
            <a:ahLst/>
            <a:rect l="0" t="0" r="r" b="b"/>
            <a:pathLst>
              <a:path w="697" h="634">
                <a:moveTo>
                  <a:pt x="317" y="634"/>
                </a:moveTo>
                <a:lnTo>
                  <a:pt x="0" y="0"/>
                </a:lnTo>
                <a:lnTo>
                  <a:pt x="697" y="127"/>
                </a:lnTo>
                <a:lnTo>
                  <a:pt x="317" y="634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8" name=""/>
          <p:cNvSpPr/>
          <p:nvPr/>
        </p:nvSpPr>
        <p:spPr>
          <a:xfrm flipV="1">
            <a:off x="6917400" y="1749240"/>
            <a:ext cx="730440" cy="547560"/>
          </a:xfrm>
          <a:prstGeom prst="line">
            <a:avLst/>
          </a:prstGeom>
          <a:ln w="22680">
            <a:solidFill>
              <a:srgbClr val="284d7a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1160" rIns="101160" tIns="56160" bIns="5616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9" name=""/>
          <p:cNvSpPr/>
          <p:nvPr/>
        </p:nvSpPr>
        <p:spPr>
          <a:xfrm>
            <a:off x="7414920" y="1735200"/>
            <a:ext cx="250920" cy="228240"/>
          </a:xfrm>
          <a:custGeom>
            <a:avLst/>
            <a:gdLst/>
            <a:ahLst/>
            <a:rect l="0" t="0" r="r" b="b"/>
            <a:pathLst>
              <a:path w="697" h="634">
                <a:moveTo>
                  <a:pt x="0" y="127"/>
                </a:moveTo>
                <a:lnTo>
                  <a:pt x="697" y="0"/>
                </a:lnTo>
                <a:lnTo>
                  <a:pt x="380" y="634"/>
                </a:lnTo>
                <a:lnTo>
                  <a:pt x="0" y="127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0" name=""/>
          <p:cNvSpPr/>
          <p:nvPr/>
        </p:nvSpPr>
        <p:spPr>
          <a:xfrm>
            <a:off x="7414920" y="1735200"/>
            <a:ext cx="250920" cy="228240"/>
          </a:xfrm>
          <a:custGeom>
            <a:avLst/>
            <a:gdLst/>
            <a:ahLst/>
            <a:rect l="0" t="0" r="r" b="b"/>
            <a:pathLst>
              <a:path w="697" h="634">
                <a:moveTo>
                  <a:pt x="0" y="127"/>
                </a:moveTo>
                <a:lnTo>
                  <a:pt x="697" y="0"/>
                </a:lnTo>
                <a:lnTo>
                  <a:pt x="380" y="634"/>
                </a:lnTo>
                <a:lnTo>
                  <a:pt x="0" y="127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1" name=""/>
          <p:cNvSpPr/>
          <p:nvPr/>
        </p:nvSpPr>
        <p:spPr>
          <a:xfrm>
            <a:off x="7414920" y="1735200"/>
            <a:ext cx="250920" cy="228240"/>
          </a:xfrm>
          <a:custGeom>
            <a:avLst/>
            <a:gdLst/>
            <a:ahLst/>
            <a:rect l="0" t="0" r="r" b="b"/>
            <a:pathLst>
              <a:path w="697" h="634">
                <a:moveTo>
                  <a:pt x="0" y="127"/>
                </a:moveTo>
                <a:lnTo>
                  <a:pt x="697" y="0"/>
                </a:lnTo>
                <a:lnTo>
                  <a:pt x="380" y="634"/>
                </a:lnTo>
                <a:lnTo>
                  <a:pt x="0" y="127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2" name=""/>
          <p:cNvSpPr/>
          <p:nvPr/>
        </p:nvSpPr>
        <p:spPr>
          <a:xfrm flipV="1">
            <a:off x="8195400" y="1749240"/>
            <a:ext cx="2556360" cy="547560"/>
          </a:xfrm>
          <a:prstGeom prst="line">
            <a:avLst/>
          </a:prstGeom>
          <a:ln w="22680">
            <a:solidFill>
              <a:srgbClr val="284d7a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1160" rIns="101160" tIns="56160" bIns="5616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3" name=""/>
          <p:cNvSpPr/>
          <p:nvPr/>
        </p:nvSpPr>
        <p:spPr>
          <a:xfrm>
            <a:off x="10526760" y="1680480"/>
            <a:ext cx="247320" cy="223200"/>
          </a:xfrm>
          <a:custGeom>
            <a:avLst/>
            <a:gdLst/>
            <a:ahLst/>
            <a:rect l="0" t="0" r="r" b="b"/>
            <a:pathLst>
              <a:path w="687" h="620">
                <a:moveTo>
                  <a:pt x="0" y="0"/>
                </a:moveTo>
                <a:lnTo>
                  <a:pt x="687" y="177"/>
                </a:lnTo>
                <a:lnTo>
                  <a:pt x="133" y="620"/>
                </a:lnTo>
                <a:lnTo>
                  <a:pt x="0" y="0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4" name=""/>
          <p:cNvSpPr/>
          <p:nvPr/>
        </p:nvSpPr>
        <p:spPr>
          <a:xfrm>
            <a:off x="10526760" y="1680480"/>
            <a:ext cx="247320" cy="223200"/>
          </a:xfrm>
          <a:custGeom>
            <a:avLst/>
            <a:gdLst/>
            <a:ahLst/>
            <a:rect l="0" t="0" r="r" b="b"/>
            <a:pathLst>
              <a:path w="687" h="620">
                <a:moveTo>
                  <a:pt x="0" y="0"/>
                </a:moveTo>
                <a:lnTo>
                  <a:pt x="687" y="177"/>
                </a:lnTo>
                <a:lnTo>
                  <a:pt x="133" y="620"/>
                </a:lnTo>
                <a:lnTo>
                  <a:pt x="0" y="0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5" name=""/>
          <p:cNvSpPr/>
          <p:nvPr/>
        </p:nvSpPr>
        <p:spPr>
          <a:xfrm>
            <a:off x="10526760" y="1680480"/>
            <a:ext cx="247320" cy="223200"/>
          </a:xfrm>
          <a:custGeom>
            <a:avLst/>
            <a:gdLst/>
            <a:ahLst/>
            <a:rect l="0" t="0" r="r" b="b"/>
            <a:pathLst>
              <a:path w="687" h="620">
                <a:moveTo>
                  <a:pt x="0" y="0"/>
                </a:moveTo>
                <a:lnTo>
                  <a:pt x="687" y="177"/>
                </a:lnTo>
                <a:lnTo>
                  <a:pt x="133" y="620"/>
                </a:lnTo>
                <a:lnTo>
                  <a:pt x="0" y="0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6" name=""/>
          <p:cNvSpPr/>
          <p:nvPr/>
        </p:nvSpPr>
        <p:spPr>
          <a:xfrm>
            <a:off x="10526760" y="1680480"/>
            <a:ext cx="247320" cy="223200"/>
          </a:xfrm>
          <a:custGeom>
            <a:avLst/>
            <a:gdLst/>
            <a:ahLst/>
            <a:rect l="0" t="0" r="r" b="b"/>
            <a:pathLst>
              <a:path w="687" h="620">
                <a:moveTo>
                  <a:pt x="0" y="0"/>
                </a:moveTo>
                <a:lnTo>
                  <a:pt x="687" y="177"/>
                </a:lnTo>
                <a:lnTo>
                  <a:pt x="133" y="620"/>
                </a:lnTo>
                <a:lnTo>
                  <a:pt x="0" y="0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7" name=""/>
          <p:cNvSpPr/>
          <p:nvPr/>
        </p:nvSpPr>
        <p:spPr>
          <a:xfrm>
            <a:off x="162000" y="4542120"/>
            <a:ext cx="1679760" cy="766800"/>
          </a:xfrm>
          <a:custGeom>
            <a:avLst/>
            <a:gdLst/>
            <a:ahLst/>
            <a:rect l="0" t="0" r="r" b="b"/>
            <a:pathLst>
              <a:path w="4666" h="2130">
                <a:moveTo>
                  <a:pt x="2333" y="2130"/>
                </a:moveTo>
                <a:lnTo>
                  <a:pt x="4311" y="2130"/>
                </a:lnTo>
                <a:cubicBezTo>
                  <a:pt x="4507" y="2130"/>
                  <a:pt x="4666" y="1971"/>
                  <a:pt x="4666" y="1775"/>
                </a:cubicBezTo>
                <a:lnTo>
                  <a:pt x="4666" y="355"/>
                </a:lnTo>
                <a:cubicBezTo>
                  <a:pt x="4666" y="159"/>
                  <a:pt x="4507" y="0"/>
                  <a:pt x="4311" y="0"/>
                </a:cubicBezTo>
                <a:lnTo>
                  <a:pt x="355" y="0"/>
                </a:lnTo>
                <a:cubicBezTo>
                  <a:pt x="159" y="0"/>
                  <a:pt x="0" y="159"/>
                  <a:pt x="0" y="355"/>
                </a:cubicBezTo>
                <a:lnTo>
                  <a:pt x="0" y="1775"/>
                </a:lnTo>
                <a:cubicBezTo>
                  <a:pt x="0" y="1971"/>
                  <a:pt x="159" y="2130"/>
                  <a:pt x="355" y="2130"/>
                </a:cubicBezTo>
                <a:lnTo>
                  <a:pt x="2333" y="2130"/>
                </a:lnTo>
                <a:close/>
              </a:path>
            </a:pathLst>
          </a:custGeom>
          <a:solidFill>
            <a:srgbClr val="e7eef7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8" name=""/>
          <p:cNvSpPr/>
          <p:nvPr/>
        </p:nvSpPr>
        <p:spPr>
          <a:xfrm>
            <a:off x="162000" y="4542120"/>
            <a:ext cx="1679760" cy="766800"/>
          </a:xfrm>
          <a:custGeom>
            <a:avLst/>
            <a:gdLst/>
            <a:ahLst/>
            <a:rect l="0" t="0" r="r" b="b"/>
            <a:pathLst>
              <a:path w="4666" h="2130">
                <a:moveTo>
                  <a:pt x="2333" y="2130"/>
                </a:moveTo>
                <a:lnTo>
                  <a:pt x="4311" y="2130"/>
                </a:lnTo>
                <a:cubicBezTo>
                  <a:pt x="4507" y="2130"/>
                  <a:pt x="4666" y="1971"/>
                  <a:pt x="4666" y="1775"/>
                </a:cubicBezTo>
                <a:lnTo>
                  <a:pt x="4666" y="355"/>
                </a:lnTo>
                <a:cubicBezTo>
                  <a:pt x="4666" y="159"/>
                  <a:pt x="4507" y="0"/>
                  <a:pt x="4311" y="0"/>
                </a:cubicBezTo>
                <a:lnTo>
                  <a:pt x="355" y="0"/>
                </a:lnTo>
                <a:cubicBezTo>
                  <a:pt x="159" y="0"/>
                  <a:pt x="0" y="159"/>
                  <a:pt x="0" y="355"/>
                </a:cubicBezTo>
                <a:lnTo>
                  <a:pt x="0" y="1775"/>
                </a:lnTo>
                <a:cubicBezTo>
                  <a:pt x="0" y="1971"/>
                  <a:pt x="159" y="2130"/>
                  <a:pt x="355" y="2130"/>
                </a:cubicBezTo>
                <a:lnTo>
                  <a:pt x="2333" y="2130"/>
                </a:lnTo>
                <a:close/>
              </a:path>
            </a:pathLst>
          </a:custGeom>
          <a:noFill/>
          <a:ln w="27360">
            <a:solidFill>
              <a:srgbClr val="284d7a"/>
            </a:solidFill>
            <a:miter/>
          </a:ln>
        </p:spPr>
        <p:txBody>
          <a:bodyPr lIns="103680" rIns="103680" tIns="58680" bIns="586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9" name=""/>
          <p:cNvSpPr txBox="1"/>
          <p:nvPr/>
        </p:nvSpPr>
        <p:spPr>
          <a:xfrm>
            <a:off x="390240" y="4706640"/>
            <a:ext cx="1244520" cy="172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220" strike="noStrike" u="none">
                <a:solidFill>
                  <a:srgbClr val="1f3654"/>
                </a:solidFill>
                <a:effectLst/>
                <a:uFillTx/>
                <a:latin typeface="Times New Roman"/>
              </a:rPr>
              <a:t>INTRODUCTION</a:t>
            </a:r>
            <a:endParaRPr b="1" lang="en-US" sz="1220" strike="noStrike" u="none">
              <a:solidFill>
                <a:srgbClr val="1f3654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440" name=""/>
          <p:cNvSpPr txBox="1"/>
          <p:nvPr/>
        </p:nvSpPr>
        <p:spPr>
          <a:xfrm>
            <a:off x="801000" y="4998600"/>
            <a:ext cx="408600" cy="145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1010" strike="noStrike" u="none">
                <a:solidFill>
                  <a:srgbClr val="52667f"/>
                </a:solidFill>
                <a:effectLst/>
                <a:uFillTx/>
                <a:latin typeface="Times New Roman"/>
              </a:rPr>
              <a:t>promise</a:t>
            </a:r>
            <a:endParaRPr b="0" i="1" lang="en-US" sz="1010" strike="noStrike" u="none">
              <a:solidFill>
                <a:srgbClr val="52667f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441" name=""/>
          <p:cNvSpPr/>
          <p:nvPr/>
        </p:nvSpPr>
        <p:spPr>
          <a:xfrm flipH="1">
            <a:off x="1001880" y="4049280"/>
            <a:ext cx="2446560" cy="456480"/>
          </a:xfrm>
          <a:prstGeom prst="line">
            <a:avLst/>
          </a:prstGeom>
          <a:ln w="22680">
            <a:solidFill>
              <a:srgbClr val="284d7a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1160" rIns="101160" tIns="56160" bIns="5616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2" name=""/>
          <p:cNvSpPr/>
          <p:nvPr/>
        </p:nvSpPr>
        <p:spPr>
          <a:xfrm>
            <a:off x="979560" y="4356000"/>
            <a:ext cx="245160" cy="224280"/>
          </a:xfrm>
          <a:custGeom>
            <a:avLst/>
            <a:gdLst/>
            <a:ahLst/>
            <a:rect l="0" t="0" r="r" b="b"/>
            <a:pathLst>
              <a:path w="681" h="623">
                <a:moveTo>
                  <a:pt x="681" y="623"/>
                </a:moveTo>
                <a:lnTo>
                  <a:pt x="0" y="427"/>
                </a:lnTo>
                <a:lnTo>
                  <a:pt x="565" y="0"/>
                </a:lnTo>
                <a:lnTo>
                  <a:pt x="681" y="623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3" name=""/>
          <p:cNvSpPr/>
          <p:nvPr/>
        </p:nvSpPr>
        <p:spPr>
          <a:xfrm>
            <a:off x="979560" y="4356000"/>
            <a:ext cx="245160" cy="224280"/>
          </a:xfrm>
          <a:custGeom>
            <a:avLst/>
            <a:gdLst/>
            <a:ahLst/>
            <a:rect l="0" t="0" r="r" b="b"/>
            <a:pathLst>
              <a:path w="681" h="623">
                <a:moveTo>
                  <a:pt x="681" y="623"/>
                </a:moveTo>
                <a:lnTo>
                  <a:pt x="0" y="427"/>
                </a:lnTo>
                <a:lnTo>
                  <a:pt x="565" y="0"/>
                </a:lnTo>
                <a:lnTo>
                  <a:pt x="681" y="623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4" name=""/>
          <p:cNvSpPr/>
          <p:nvPr/>
        </p:nvSpPr>
        <p:spPr>
          <a:xfrm>
            <a:off x="979560" y="4356000"/>
            <a:ext cx="245160" cy="224280"/>
          </a:xfrm>
          <a:custGeom>
            <a:avLst/>
            <a:gdLst/>
            <a:ahLst/>
            <a:rect l="0" t="0" r="r" b="b"/>
            <a:pathLst>
              <a:path w="681" h="623">
                <a:moveTo>
                  <a:pt x="681" y="623"/>
                </a:moveTo>
                <a:lnTo>
                  <a:pt x="0" y="427"/>
                </a:lnTo>
                <a:lnTo>
                  <a:pt x="565" y="0"/>
                </a:lnTo>
                <a:lnTo>
                  <a:pt x="681" y="623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5" name=""/>
          <p:cNvSpPr/>
          <p:nvPr/>
        </p:nvSpPr>
        <p:spPr>
          <a:xfrm>
            <a:off x="979560" y="4356000"/>
            <a:ext cx="245160" cy="224280"/>
          </a:xfrm>
          <a:custGeom>
            <a:avLst/>
            <a:gdLst/>
            <a:ahLst/>
            <a:rect l="0" t="0" r="r" b="b"/>
            <a:pathLst>
              <a:path w="681" h="623">
                <a:moveTo>
                  <a:pt x="681" y="623"/>
                </a:moveTo>
                <a:lnTo>
                  <a:pt x="0" y="427"/>
                </a:lnTo>
                <a:lnTo>
                  <a:pt x="565" y="0"/>
                </a:lnTo>
                <a:lnTo>
                  <a:pt x="681" y="623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6" name=""/>
          <p:cNvSpPr/>
          <p:nvPr/>
        </p:nvSpPr>
        <p:spPr>
          <a:xfrm>
            <a:off x="979560" y="4356000"/>
            <a:ext cx="245160" cy="224280"/>
          </a:xfrm>
          <a:custGeom>
            <a:avLst/>
            <a:gdLst/>
            <a:ahLst/>
            <a:rect l="0" t="0" r="r" b="b"/>
            <a:pathLst>
              <a:path w="681" h="623">
                <a:moveTo>
                  <a:pt x="681" y="623"/>
                </a:moveTo>
                <a:lnTo>
                  <a:pt x="0" y="427"/>
                </a:lnTo>
                <a:lnTo>
                  <a:pt x="565" y="0"/>
                </a:lnTo>
                <a:lnTo>
                  <a:pt x="681" y="623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7" name=""/>
          <p:cNvSpPr/>
          <p:nvPr/>
        </p:nvSpPr>
        <p:spPr>
          <a:xfrm>
            <a:off x="2206800" y="4542120"/>
            <a:ext cx="1680120" cy="766800"/>
          </a:xfrm>
          <a:custGeom>
            <a:avLst/>
            <a:gdLst/>
            <a:ahLst/>
            <a:rect l="0" t="0" r="r" b="b"/>
            <a:pathLst>
              <a:path w="4667" h="2130">
                <a:moveTo>
                  <a:pt x="2334" y="2130"/>
                </a:moveTo>
                <a:lnTo>
                  <a:pt x="4312" y="2130"/>
                </a:lnTo>
                <a:cubicBezTo>
                  <a:pt x="4508" y="2130"/>
                  <a:pt x="4667" y="1971"/>
                  <a:pt x="4667" y="1775"/>
                </a:cubicBezTo>
                <a:lnTo>
                  <a:pt x="4667" y="355"/>
                </a:lnTo>
                <a:cubicBezTo>
                  <a:pt x="4667" y="159"/>
                  <a:pt x="4508" y="0"/>
                  <a:pt x="4312" y="0"/>
                </a:cubicBezTo>
                <a:lnTo>
                  <a:pt x="355" y="0"/>
                </a:lnTo>
                <a:cubicBezTo>
                  <a:pt x="159" y="0"/>
                  <a:pt x="0" y="159"/>
                  <a:pt x="0" y="355"/>
                </a:cubicBezTo>
                <a:lnTo>
                  <a:pt x="0" y="1775"/>
                </a:lnTo>
                <a:cubicBezTo>
                  <a:pt x="0" y="1971"/>
                  <a:pt x="159" y="2130"/>
                  <a:pt x="355" y="2130"/>
                </a:cubicBezTo>
                <a:lnTo>
                  <a:pt x="2334" y="2130"/>
                </a:lnTo>
                <a:close/>
              </a:path>
            </a:pathLst>
          </a:custGeom>
          <a:solidFill>
            <a:srgbClr val="e7eef7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8" name=""/>
          <p:cNvSpPr/>
          <p:nvPr/>
        </p:nvSpPr>
        <p:spPr>
          <a:xfrm>
            <a:off x="2206800" y="4542120"/>
            <a:ext cx="1680120" cy="766800"/>
          </a:xfrm>
          <a:custGeom>
            <a:avLst/>
            <a:gdLst/>
            <a:ahLst/>
            <a:rect l="0" t="0" r="r" b="b"/>
            <a:pathLst>
              <a:path w="4667" h="2130">
                <a:moveTo>
                  <a:pt x="2334" y="2130"/>
                </a:moveTo>
                <a:lnTo>
                  <a:pt x="4312" y="2130"/>
                </a:lnTo>
                <a:cubicBezTo>
                  <a:pt x="4508" y="2130"/>
                  <a:pt x="4667" y="1971"/>
                  <a:pt x="4667" y="1775"/>
                </a:cubicBezTo>
                <a:lnTo>
                  <a:pt x="4667" y="355"/>
                </a:lnTo>
                <a:cubicBezTo>
                  <a:pt x="4667" y="159"/>
                  <a:pt x="4508" y="0"/>
                  <a:pt x="4312" y="0"/>
                </a:cubicBezTo>
                <a:lnTo>
                  <a:pt x="355" y="0"/>
                </a:lnTo>
                <a:cubicBezTo>
                  <a:pt x="159" y="0"/>
                  <a:pt x="0" y="159"/>
                  <a:pt x="0" y="355"/>
                </a:cubicBezTo>
                <a:lnTo>
                  <a:pt x="0" y="1775"/>
                </a:lnTo>
                <a:cubicBezTo>
                  <a:pt x="0" y="1971"/>
                  <a:pt x="159" y="2130"/>
                  <a:pt x="355" y="2130"/>
                </a:cubicBezTo>
                <a:lnTo>
                  <a:pt x="2334" y="2130"/>
                </a:lnTo>
                <a:close/>
              </a:path>
            </a:pathLst>
          </a:custGeom>
          <a:noFill/>
          <a:ln w="27360">
            <a:solidFill>
              <a:srgbClr val="284d7a"/>
            </a:solidFill>
            <a:miter/>
          </a:ln>
        </p:spPr>
        <p:txBody>
          <a:bodyPr lIns="103680" rIns="103680" tIns="58680" bIns="586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9" name=""/>
          <p:cNvSpPr txBox="1"/>
          <p:nvPr/>
        </p:nvSpPr>
        <p:spPr>
          <a:xfrm>
            <a:off x="2709000" y="4706640"/>
            <a:ext cx="694800" cy="172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220" strike="noStrike" u="none">
                <a:solidFill>
                  <a:srgbClr val="1f3654"/>
                </a:solidFill>
                <a:effectLst/>
                <a:uFillTx/>
                <a:latin typeface="Times New Roman"/>
              </a:rPr>
              <a:t>RESULTS</a:t>
            </a:r>
            <a:endParaRPr b="1" lang="en-US" sz="1220" strike="noStrike" u="none">
              <a:solidFill>
                <a:srgbClr val="1f3654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450" name=""/>
          <p:cNvSpPr txBox="1"/>
          <p:nvPr/>
        </p:nvSpPr>
        <p:spPr>
          <a:xfrm>
            <a:off x="2827800" y="4998600"/>
            <a:ext cx="448560" cy="145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1010" strike="noStrike" u="none">
                <a:solidFill>
                  <a:srgbClr val="52667f"/>
                </a:solidFill>
                <a:effectLst/>
                <a:uFillTx/>
                <a:latin typeface="Times New Roman"/>
              </a:rPr>
              <a:t>evidence</a:t>
            </a:r>
            <a:endParaRPr b="0" i="1" lang="en-US" sz="1010" strike="noStrike" u="none">
              <a:solidFill>
                <a:srgbClr val="52667f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451" name=""/>
          <p:cNvSpPr/>
          <p:nvPr/>
        </p:nvSpPr>
        <p:spPr>
          <a:xfrm flipH="1">
            <a:off x="3047040" y="4049280"/>
            <a:ext cx="1451520" cy="456480"/>
          </a:xfrm>
          <a:prstGeom prst="line">
            <a:avLst/>
          </a:prstGeom>
          <a:ln w="22680">
            <a:solidFill>
              <a:srgbClr val="284d7a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1160" rIns="101160" tIns="56160" bIns="5616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2" name=""/>
          <p:cNvSpPr/>
          <p:nvPr/>
        </p:nvSpPr>
        <p:spPr>
          <a:xfrm>
            <a:off x="3025080" y="4335120"/>
            <a:ext cx="252000" cy="217800"/>
          </a:xfrm>
          <a:custGeom>
            <a:avLst/>
            <a:gdLst/>
            <a:ahLst/>
            <a:rect l="0" t="0" r="r" b="b"/>
            <a:pathLst>
              <a:path w="700" h="605">
                <a:moveTo>
                  <a:pt x="700" y="605"/>
                </a:moveTo>
                <a:lnTo>
                  <a:pt x="0" y="493"/>
                </a:lnTo>
                <a:lnTo>
                  <a:pt x="510" y="0"/>
                </a:lnTo>
                <a:lnTo>
                  <a:pt x="700" y="605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3" name=""/>
          <p:cNvSpPr/>
          <p:nvPr/>
        </p:nvSpPr>
        <p:spPr>
          <a:xfrm>
            <a:off x="3025080" y="4335120"/>
            <a:ext cx="252000" cy="217800"/>
          </a:xfrm>
          <a:custGeom>
            <a:avLst/>
            <a:gdLst/>
            <a:ahLst/>
            <a:rect l="0" t="0" r="r" b="b"/>
            <a:pathLst>
              <a:path w="700" h="605">
                <a:moveTo>
                  <a:pt x="700" y="605"/>
                </a:moveTo>
                <a:lnTo>
                  <a:pt x="0" y="493"/>
                </a:lnTo>
                <a:lnTo>
                  <a:pt x="510" y="0"/>
                </a:lnTo>
                <a:lnTo>
                  <a:pt x="700" y="605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4" name=""/>
          <p:cNvSpPr/>
          <p:nvPr/>
        </p:nvSpPr>
        <p:spPr>
          <a:xfrm>
            <a:off x="3025080" y="4335120"/>
            <a:ext cx="252000" cy="217800"/>
          </a:xfrm>
          <a:custGeom>
            <a:avLst/>
            <a:gdLst/>
            <a:ahLst/>
            <a:rect l="0" t="0" r="r" b="b"/>
            <a:pathLst>
              <a:path w="700" h="605">
                <a:moveTo>
                  <a:pt x="700" y="605"/>
                </a:moveTo>
                <a:lnTo>
                  <a:pt x="0" y="493"/>
                </a:lnTo>
                <a:lnTo>
                  <a:pt x="510" y="0"/>
                </a:lnTo>
                <a:lnTo>
                  <a:pt x="700" y="605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5" name=""/>
          <p:cNvSpPr/>
          <p:nvPr/>
        </p:nvSpPr>
        <p:spPr>
          <a:xfrm>
            <a:off x="3025080" y="4335120"/>
            <a:ext cx="252000" cy="217800"/>
          </a:xfrm>
          <a:custGeom>
            <a:avLst/>
            <a:gdLst/>
            <a:ahLst/>
            <a:rect l="0" t="0" r="r" b="b"/>
            <a:pathLst>
              <a:path w="700" h="605">
                <a:moveTo>
                  <a:pt x="700" y="605"/>
                </a:moveTo>
                <a:lnTo>
                  <a:pt x="0" y="493"/>
                </a:lnTo>
                <a:lnTo>
                  <a:pt x="510" y="0"/>
                </a:lnTo>
                <a:lnTo>
                  <a:pt x="700" y="605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6" name=""/>
          <p:cNvSpPr/>
          <p:nvPr/>
        </p:nvSpPr>
        <p:spPr>
          <a:xfrm>
            <a:off x="3025080" y="4335120"/>
            <a:ext cx="252000" cy="217800"/>
          </a:xfrm>
          <a:custGeom>
            <a:avLst/>
            <a:gdLst/>
            <a:ahLst/>
            <a:rect l="0" t="0" r="r" b="b"/>
            <a:pathLst>
              <a:path w="700" h="605">
                <a:moveTo>
                  <a:pt x="700" y="605"/>
                </a:moveTo>
                <a:lnTo>
                  <a:pt x="0" y="493"/>
                </a:lnTo>
                <a:lnTo>
                  <a:pt x="510" y="0"/>
                </a:lnTo>
                <a:lnTo>
                  <a:pt x="700" y="605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7" name=""/>
          <p:cNvSpPr/>
          <p:nvPr/>
        </p:nvSpPr>
        <p:spPr>
          <a:xfrm>
            <a:off x="3025080" y="4335120"/>
            <a:ext cx="252000" cy="217800"/>
          </a:xfrm>
          <a:custGeom>
            <a:avLst/>
            <a:gdLst/>
            <a:ahLst/>
            <a:rect l="0" t="0" r="r" b="b"/>
            <a:pathLst>
              <a:path w="700" h="605">
                <a:moveTo>
                  <a:pt x="700" y="605"/>
                </a:moveTo>
                <a:lnTo>
                  <a:pt x="0" y="493"/>
                </a:lnTo>
                <a:lnTo>
                  <a:pt x="510" y="0"/>
                </a:lnTo>
                <a:lnTo>
                  <a:pt x="700" y="605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8" name=""/>
          <p:cNvSpPr/>
          <p:nvPr/>
        </p:nvSpPr>
        <p:spPr>
          <a:xfrm>
            <a:off x="4251960" y="4542120"/>
            <a:ext cx="1679760" cy="766800"/>
          </a:xfrm>
          <a:custGeom>
            <a:avLst/>
            <a:gdLst/>
            <a:ahLst/>
            <a:rect l="0" t="0" r="r" b="b"/>
            <a:pathLst>
              <a:path w="4666" h="2130">
                <a:moveTo>
                  <a:pt x="2333" y="2130"/>
                </a:moveTo>
                <a:lnTo>
                  <a:pt x="4311" y="2130"/>
                </a:lnTo>
                <a:cubicBezTo>
                  <a:pt x="4507" y="2130"/>
                  <a:pt x="4666" y="1971"/>
                  <a:pt x="4666" y="1775"/>
                </a:cubicBezTo>
                <a:lnTo>
                  <a:pt x="4666" y="355"/>
                </a:lnTo>
                <a:cubicBezTo>
                  <a:pt x="4666" y="159"/>
                  <a:pt x="4507" y="0"/>
                  <a:pt x="4311" y="0"/>
                </a:cubicBezTo>
                <a:lnTo>
                  <a:pt x="355" y="0"/>
                </a:lnTo>
                <a:cubicBezTo>
                  <a:pt x="159" y="0"/>
                  <a:pt x="0" y="159"/>
                  <a:pt x="0" y="355"/>
                </a:cubicBezTo>
                <a:lnTo>
                  <a:pt x="0" y="1775"/>
                </a:lnTo>
                <a:cubicBezTo>
                  <a:pt x="0" y="1971"/>
                  <a:pt x="159" y="2130"/>
                  <a:pt x="355" y="2130"/>
                </a:cubicBezTo>
                <a:lnTo>
                  <a:pt x="2333" y="2130"/>
                </a:lnTo>
                <a:close/>
              </a:path>
            </a:pathLst>
          </a:custGeom>
          <a:solidFill>
            <a:srgbClr val="e7eef7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9" name=""/>
          <p:cNvSpPr/>
          <p:nvPr/>
        </p:nvSpPr>
        <p:spPr>
          <a:xfrm>
            <a:off x="4251960" y="4542120"/>
            <a:ext cx="1679760" cy="766800"/>
          </a:xfrm>
          <a:custGeom>
            <a:avLst/>
            <a:gdLst/>
            <a:ahLst/>
            <a:rect l="0" t="0" r="r" b="b"/>
            <a:pathLst>
              <a:path w="4666" h="2130">
                <a:moveTo>
                  <a:pt x="2333" y="2130"/>
                </a:moveTo>
                <a:lnTo>
                  <a:pt x="4311" y="2130"/>
                </a:lnTo>
                <a:cubicBezTo>
                  <a:pt x="4507" y="2130"/>
                  <a:pt x="4666" y="1971"/>
                  <a:pt x="4666" y="1775"/>
                </a:cubicBezTo>
                <a:lnTo>
                  <a:pt x="4666" y="355"/>
                </a:lnTo>
                <a:cubicBezTo>
                  <a:pt x="4666" y="159"/>
                  <a:pt x="4507" y="0"/>
                  <a:pt x="4311" y="0"/>
                </a:cubicBezTo>
                <a:lnTo>
                  <a:pt x="355" y="0"/>
                </a:lnTo>
                <a:cubicBezTo>
                  <a:pt x="159" y="0"/>
                  <a:pt x="0" y="159"/>
                  <a:pt x="0" y="355"/>
                </a:cubicBezTo>
                <a:lnTo>
                  <a:pt x="0" y="1775"/>
                </a:lnTo>
                <a:cubicBezTo>
                  <a:pt x="0" y="1971"/>
                  <a:pt x="159" y="2130"/>
                  <a:pt x="355" y="2130"/>
                </a:cubicBezTo>
                <a:lnTo>
                  <a:pt x="2333" y="2130"/>
                </a:lnTo>
                <a:close/>
              </a:path>
            </a:pathLst>
          </a:custGeom>
          <a:noFill/>
          <a:ln w="27360">
            <a:solidFill>
              <a:srgbClr val="284d7a"/>
            </a:solidFill>
            <a:miter/>
          </a:ln>
        </p:spPr>
        <p:txBody>
          <a:bodyPr lIns="103680" rIns="103680" tIns="58680" bIns="586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0" name=""/>
          <p:cNvSpPr txBox="1"/>
          <p:nvPr/>
        </p:nvSpPr>
        <p:spPr>
          <a:xfrm>
            <a:off x="4626360" y="4706640"/>
            <a:ext cx="951120" cy="172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220" strike="noStrike" u="none">
                <a:solidFill>
                  <a:srgbClr val="1f3654"/>
                </a:solidFill>
                <a:effectLst/>
                <a:uFillTx/>
                <a:latin typeface="Times New Roman"/>
              </a:rPr>
              <a:t>DISCUSSION</a:t>
            </a:r>
            <a:endParaRPr b="1" lang="en-US" sz="1220" strike="noStrike" u="none">
              <a:solidFill>
                <a:srgbClr val="1f3654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461" name=""/>
          <p:cNvSpPr txBox="1"/>
          <p:nvPr/>
        </p:nvSpPr>
        <p:spPr>
          <a:xfrm>
            <a:off x="4872600" y="4998600"/>
            <a:ext cx="441720" cy="145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1010" strike="noStrike" u="none">
                <a:solidFill>
                  <a:srgbClr val="52667f"/>
                </a:solidFill>
                <a:effectLst/>
                <a:uFillTx/>
                <a:latin typeface="Times New Roman"/>
              </a:rPr>
              <a:t>meaning</a:t>
            </a:r>
            <a:endParaRPr b="0" i="1" lang="en-US" sz="1010" strike="noStrike" u="none">
              <a:solidFill>
                <a:srgbClr val="52667f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462" name=""/>
          <p:cNvSpPr/>
          <p:nvPr/>
        </p:nvSpPr>
        <p:spPr>
          <a:xfrm flipH="1">
            <a:off x="5091840" y="4049280"/>
            <a:ext cx="456480" cy="456480"/>
          </a:xfrm>
          <a:prstGeom prst="line">
            <a:avLst/>
          </a:prstGeom>
          <a:ln w="22680">
            <a:solidFill>
              <a:srgbClr val="284d7a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1160" rIns="101160" tIns="56160" bIns="5616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3" name=""/>
          <p:cNvSpPr/>
          <p:nvPr/>
        </p:nvSpPr>
        <p:spPr>
          <a:xfrm>
            <a:off x="5075640" y="4279680"/>
            <a:ext cx="242280" cy="242280"/>
          </a:xfrm>
          <a:custGeom>
            <a:avLst/>
            <a:gdLst/>
            <a:ahLst/>
            <a:rect l="0" t="0" r="r" b="b"/>
            <a:pathLst>
              <a:path w="673" h="673">
                <a:moveTo>
                  <a:pt x="673" y="448"/>
                </a:moveTo>
                <a:lnTo>
                  <a:pt x="0" y="673"/>
                </a:lnTo>
                <a:lnTo>
                  <a:pt x="224" y="0"/>
                </a:lnTo>
                <a:lnTo>
                  <a:pt x="673" y="448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4" name=""/>
          <p:cNvSpPr/>
          <p:nvPr/>
        </p:nvSpPr>
        <p:spPr>
          <a:xfrm>
            <a:off x="5075640" y="4279680"/>
            <a:ext cx="242280" cy="242280"/>
          </a:xfrm>
          <a:custGeom>
            <a:avLst/>
            <a:gdLst/>
            <a:ahLst/>
            <a:rect l="0" t="0" r="r" b="b"/>
            <a:pathLst>
              <a:path w="673" h="673">
                <a:moveTo>
                  <a:pt x="673" y="448"/>
                </a:moveTo>
                <a:lnTo>
                  <a:pt x="0" y="673"/>
                </a:lnTo>
                <a:lnTo>
                  <a:pt x="224" y="0"/>
                </a:lnTo>
                <a:lnTo>
                  <a:pt x="673" y="448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5" name=""/>
          <p:cNvSpPr/>
          <p:nvPr/>
        </p:nvSpPr>
        <p:spPr>
          <a:xfrm>
            <a:off x="5075640" y="4279680"/>
            <a:ext cx="242280" cy="242280"/>
          </a:xfrm>
          <a:custGeom>
            <a:avLst/>
            <a:gdLst/>
            <a:ahLst/>
            <a:rect l="0" t="0" r="r" b="b"/>
            <a:pathLst>
              <a:path w="673" h="673">
                <a:moveTo>
                  <a:pt x="673" y="448"/>
                </a:moveTo>
                <a:lnTo>
                  <a:pt x="0" y="673"/>
                </a:lnTo>
                <a:lnTo>
                  <a:pt x="224" y="0"/>
                </a:lnTo>
                <a:lnTo>
                  <a:pt x="673" y="448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6" name=""/>
          <p:cNvSpPr/>
          <p:nvPr/>
        </p:nvSpPr>
        <p:spPr>
          <a:xfrm>
            <a:off x="5075640" y="4279680"/>
            <a:ext cx="242280" cy="242280"/>
          </a:xfrm>
          <a:custGeom>
            <a:avLst/>
            <a:gdLst/>
            <a:ahLst/>
            <a:rect l="0" t="0" r="r" b="b"/>
            <a:pathLst>
              <a:path w="673" h="673">
                <a:moveTo>
                  <a:pt x="673" y="448"/>
                </a:moveTo>
                <a:lnTo>
                  <a:pt x="0" y="673"/>
                </a:lnTo>
                <a:lnTo>
                  <a:pt x="224" y="0"/>
                </a:lnTo>
                <a:lnTo>
                  <a:pt x="673" y="448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7" name=""/>
          <p:cNvSpPr/>
          <p:nvPr/>
        </p:nvSpPr>
        <p:spPr>
          <a:xfrm>
            <a:off x="5075640" y="4279680"/>
            <a:ext cx="242280" cy="242280"/>
          </a:xfrm>
          <a:custGeom>
            <a:avLst/>
            <a:gdLst/>
            <a:ahLst/>
            <a:rect l="0" t="0" r="r" b="b"/>
            <a:pathLst>
              <a:path w="673" h="673">
                <a:moveTo>
                  <a:pt x="673" y="448"/>
                </a:moveTo>
                <a:lnTo>
                  <a:pt x="0" y="673"/>
                </a:lnTo>
                <a:lnTo>
                  <a:pt x="224" y="0"/>
                </a:lnTo>
                <a:lnTo>
                  <a:pt x="673" y="448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8" name=""/>
          <p:cNvSpPr/>
          <p:nvPr/>
        </p:nvSpPr>
        <p:spPr>
          <a:xfrm>
            <a:off x="5075640" y="4279680"/>
            <a:ext cx="242280" cy="242280"/>
          </a:xfrm>
          <a:custGeom>
            <a:avLst/>
            <a:gdLst/>
            <a:ahLst/>
            <a:rect l="0" t="0" r="r" b="b"/>
            <a:pathLst>
              <a:path w="673" h="673">
                <a:moveTo>
                  <a:pt x="673" y="448"/>
                </a:moveTo>
                <a:lnTo>
                  <a:pt x="0" y="673"/>
                </a:lnTo>
                <a:lnTo>
                  <a:pt x="224" y="0"/>
                </a:lnTo>
                <a:lnTo>
                  <a:pt x="673" y="448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9" name=""/>
          <p:cNvSpPr/>
          <p:nvPr/>
        </p:nvSpPr>
        <p:spPr>
          <a:xfrm>
            <a:off x="5075640" y="4279680"/>
            <a:ext cx="242280" cy="242280"/>
          </a:xfrm>
          <a:custGeom>
            <a:avLst/>
            <a:gdLst/>
            <a:ahLst/>
            <a:rect l="0" t="0" r="r" b="b"/>
            <a:pathLst>
              <a:path w="673" h="673">
                <a:moveTo>
                  <a:pt x="673" y="448"/>
                </a:moveTo>
                <a:lnTo>
                  <a:pt x="0" y="673"/>
                </a:lnTo>
                <a:lnTo>
                  <a:pt x="224" y="0"/>
                </a:lnTo>
                <a:lnTo>
                  <a:pt x="673" y="448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0" name=""/>
          <p:cNvSpPr/>
          <p:nvPr/>
        </p:nvSpPr>
        <p:spPr>
          <a:xfrm>
            <a:off x="6296400" y="4542120"/>
            <a:ext cx="1680120" cy="766800"/>
          </a:xfrm>
          <a:custGeom>
            <a:avLst/>
            <a:gdLst/>
            <a:ahLst/>
            <a:rect l="0" t="0" r="r" b="b"/>
            <a:pathLst>
              <a:path w="4667" h="2130">
                <a:moveTo>
                  <a:pt x="2333" y="2130"/>
                </a:moveTo>
                <a:lnTo>
                  <a:pt x="4311" y="2130"/>
                </a:lnTo>
                <a:cubicBezTo>
                  <a:pt x="4508" y="2130"/>
                  <a:pt x="4667" y="1971"/>
                  <a:pt x="4667" y="1775"/>
                </a:cubicBezTo>
                <a:lnTo>
                  <a:pt x="4667" y="355"/>
                </a:lnTo>
                <a:cubicBezTo>
                  <a:pt x="4667" y="159"/>
                  <a:pt x="4508" y="0"/>
                  <a:pt x="4311" y="0"/>
                </a:cubicBezTo>
                <a:lnTo>
                  <a:pt x="355" y="0"/>
                </a:lnTo>
                <a:cubicBezTo>
                  <a:pt x="159" y="0"/>
                  <a:pt x="0" y="159"/>
                  <a:pt x="0" y="355"/>
                </a:cubicBezTo>
                <a:lnTo>
                  <a:pt x="0" y="1775"/>
                </a:lnTo>
                <a:cubicBezTo>
                  <a:pt x="0" y="1971"/>
                  <a:pt x="159" y="2130"/>
                  <a:pt x="355" y="2130"/>
                </a:cubicBezTo>
                <a:lnTo>
                  <a:pt x="2333" y="2130"/>
                </a:lnTo>
                <a:close/>
              </a:path>
            </a:pathLst>
          </a:custGeom>
          <a:solidFill>
            <a:srgbClr val="e7eef7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1" name=""/>
          <p:cNvSpPr/>
          <p:nvPr/>
        </p:nvSpPr>
        <p:spPr>
          <a:xfrm>
            <a:off x="6296400" y="4542120"/>
            <a:ext cx="1680120" cy="766800"/>
          </a:xfrm>
          <a:custGeom>
            <a:avLst/>
            <a:gdLst/>
            <a:ahLst/>
            <a:rect l="0" t="0" r="r" b="b"/>
            <a:pathLst>
              <a:path w="4667" h="2130">
                <a:moveTo>
                  <a:pt x="2333" y="2130"/>
                </a:moveTo>
                <a:lnTo>
                  <a:pt x="4311" y="2130"/>
                </a:lnTo>
                <a:cubicBezTo>
                  <a:pt x="4508" y="2130"/>
                  <a:pt x="4667" y="1971"/>
                  <a:pt x="4667" y="1775"/>
                </a:cubicBezTo>
                <a:lnTo>
                  <a:pt x="4667" y="355"/>
                </a:lnTo>
                <a:cubicBezTo>
                  <a:pt x="4667" y="159"/>
                  <a:pt x="4508" y="0"/>
                  <a:pt x="4311" y="0"/>
                </a:cubicBezTo>
                <a:lnTo>
                  <a:pt x="355" y="0"/>
                </a:lnTo>
                <a:cubicBezTo>
                  <a:pt x="159" y="0"/>
                  <a:pt x="0" y="159"/>
                  <a:pt x="0" y="355"/>
                </a:cubicBezTo>
                <a:lnTo>
                  <a:pt x="0" y="1775"/>
                </a:lnTo>
                <a:cubicBezTo>
                  <a:pt x="0" y="1971"/>
                  <a:pt x="159" y="2130"/>
                  <a:pt x="355" y="2130"/>
                </a:cubicBezTo>
                <a:lnTo>
                  <a:pt x="2333" y="2130"/>
                </a:lnTo>
                <a:close/>
              </a:path>
            </a:pathLst>
          </a:custGeom>
          <a:noFill/>
          <a:ln w="27360">
            <a:solidFill>
              <a:srgbClr val="284d7a"/>
            </a:solidFill>
            <a:miter/>
          </a:ln>
        </p:spPr>
        <p:txBody>
          <a:bodyPr lIns="103680" rIns="103680" tIns="58680" bIns="586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2" name=""/>
          <p:cNvSpPr txBox="1"/>
          <p:nvPr/>
        </p:nvSpPr>
        <p:spPr>
          <a:xfrm>
            <a:off x="6616080" y="4706640"/>
            <a:ext cx="1048680" cy="172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220" strike="noStrike" u="none">
                <a:solidFill>
                  <a:srgbClr val="1f3654"/>
                </a:solidFill>
                <a:effectLst/>
                <a:uFillTx/>
                <a:latin typeface="Times New Roman"/>
              </a:rPr>
              <a:t>LIMITATIONS</a:t>
            </a:r>
            <a:endParaRPr b="1" lang="en-US" sz="1220" strike="noStrike" u="none">
              <a:solidFill>
                <a:srgbClr val="1f3654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473" name=""/>
          <p:cNvSpPr txBox="1"/>
          <p:nvPr/>
        </p:nvSpPr>
        <p:spPr>
          <a:xfrm>
            <a:off x="6899040" y="4998600"/>
            <a:ext cx="491400" cy="145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1010" strike="noStrike" u="none">
                <a:solidFill>
                  <a:srgbClr val="52667f"/>
                </a:solidFill>
                <a:effectLst/>
                <a:uFillTx/>
                <a:latin typeface="Times New Roman"/>
              </a:rPr>
              <a:t>boundary</a:t>
            </a:r>
            <a:endParaRPr b="0" i="1" lang="en-US" sz="1010" strike="noStrike" u="none">
              <a:solidFill>
                <a:srgbClr val="52667f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474" name=""/>
          <p:cNvSpPr/>
          <p:nvPr/>
        </p:nvSpPr>
        <p:spPr>
          <a:xfrm>
            <a:off x="6597720" y="4049280"/>
            <a:ext cx="538560" cy="456480"/>
          </a:xfrm>
          <a:prstGeom prst="line">
            <a:avLst/>
          </a:prstGeom>
          <a:ln w="22680">
            <a:solidFill>
              <a:srgbClr val="284d7a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1160" rIns="101160" tIns="56160" bIns="5616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5" name=""/>
          <p:cNvSpPr/>
          <p:nvPr/>
        </p:nvSpPr>
        <p:spPr>
          <a:xfrm>
            <a:off x="6905880" y="4285800"/>
            <a:ext cx="248040" cy="234720"/>
          </a:xfrm>
          <a:custGeom>
            <a:avLst/>
            <a:gdLst/>
            <a:ahLst/>
            <a:rect l="0" t="0" r="r" b="b"/>
            <a:pathLst>
              <a:path w="689" h="652">
                <a:moveTo>
                  <a:pt x="410" y="0"/>
                </a:moveTo>
                <a:lnTo>
                  <a:pt x="689" y="652"/>
                </a:lnTo>
                <a:lnTo>
                  <a:pt x="0" y="484"/>
                </a:lnTo>
                <a:lnTo>
                  <a:pt x="410" y="0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6" name=""/>
          <p:cNvSpPr/>
          <p:nvPr/>
        </p:nvSpPr>
        <p:spPr>
          <a:xfrm>
            <a:off x="6905880" y="4285800"/>
            <a:ext cx="248040" cy="234720"/>
          </a:xfrm>
          <a:custGeom>
            <a:avLst/>
            <a:gdLst/>
            <a:ahLst/>
            <a:rect l="0" t="0" r="r" b="b"/>
            <a:pathLst>
              <a:path w="689" h="652">
                <a:moveTo>
                  <a:pt x="410" y="0"/>
                </a:moveTo>
                <a:lnTo>
                  <a:pt x="689" y="652"/>
                </a:lnTo>
                <a:lnTo>
                  <a:pt x="0" y="484"/>
                </a:lnTo>
                <a:lnTo>
                  <a:pt x="410" y="0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7" name=""/>
          <p:cNvSpPr/>
          <p:nvPr/>
        </p:nvSpPr>
        <p:spPr>
          <a:xfrm>
            <a:off x="6905880" y="4285800"/>
            <a:ext cx="248040" cy="234720"/>
          </a:xfrm>
          <a:custGeom>
            <a:avLst/>
            <a:gdLst/>
            <a:ahLst/>
            <a:rect l="0" t="0" r="r" b="b"/>
            <a:pathLst>
              <a:path w="689" h="652">
                <a:moveTo>
                  <a:pt x="410" y="0"/>
                </a:moveTo>
                <a:lnTo>
                  <a:pt x="689" y="652"/>
                </a:lnTo>
                <a:lnTo>
                  <a:pt x="0" y="484"/>
                </a:lnTo>
                <a:lnTo>
                  <a:pt x="410" y="0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8" name=""/>
          <p:cNvSpPr/>
          <p:nvPr/>
        </p:nvSpPr>
        <p:spPr>
          <a:xfrm>
            <a:off x="6905880" y="4285800"/>
            <a:ext cx="248040" cy="234720"/>
          </a:xfrm>
          <a:custGeom>
            <a:avLst/>
            <a:gdLst/>
            <a:ahLst/>
            <a:rect l="0" t="0" r="r" b="b"/>
            <a:pathLst>
              <a:path w="689" h="652">
                <a:moveTo>
                  <a:pt x="410" y="0"/>
                </a:moveTo>
                <a:lnTo>
                  <a:pt x="689" y="652"/>
                </a:lnTo>
                <a:lnTo>
                  <a:pt x="0" y="484"/>
                </a:lnTo>
                <a:lnTo>
                  <a:pt x="410" y="0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9" name=""/>
          <p:cNvSpPr/>
          <p:nvPr/>
        </p:nvSpPr>
        <p:spPr>
          <a:xfrm>
            <a:off x="6905880" y="4285800"/>
            <a:ext cx="248040" cy="234720"/>
          </a:xfrm>
          <a:custGeom>
            <a:avLst/>
            <a:gdLst/>
            <a:ahLst/>
            <a:rect l="0" t="0" r="r" b="b"/>
            <a:pathLst>
              <a:path w="689" h="652">
                <a:moveTo>
                  <a:pt x="410" y="0"/>
                </a:moveTo>
                <a:lnTo>
                  <a:pt x="689" y="652"/>
                </a:lnTo>
                <a:lnTo>
                  <a:pt x="0" y="484"/>
                </a:lnTo>
                <a:lnTo>
                  <a:pt x="410" y="0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0" name=""/>
          <p:cNvSpPr/>
          <p:nvPr/>
        </p:nvSpPr>
        <p:spPr>
          <a:xfrm>
            <a:off x="6905880" y="4285800"/>
            <a:ext cx="248040" cy="234720"/>
          </a:xfrm>
          <a:custGeom>
            <a:avLst/>
            <a:gdLst/>
            <a:ahLst/>
            <a:rect l="0" t="0" r="r" b="b"/>
            <a:pathLst>
              <a:path w="689" h="652">
                <a:moveTo>
                  <a:pt x="410" y="0"/>
                </a:moveTo>
                <a:lnTo>
                  <a:pt x="689" y="652"/>
                </a:lnTo>
                <a:lnTo>
                  <a:pt x="0" y="484"/>
                </a:lnTo>
                <a:lnTo>
                  <a:pt x="410" y="0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1" name=""/>
          <p:cNvSpPr/>
          <p:nvPr/>
        </p:nvSpPr>
        <p:spPr>
          <a:xfrm>
            <a:off x="6905880" y="4285800"/>
            <a:ext cx="248040" cy="234720"/>
          </a:xfrm>
          <a:custGeom>
            <a:avLst/>
            <a:gdLst/>
            <a:ahLst/>
            <a:rect l="0" t="0" r="r" b="b"/>
            <a:pathLst>
              <a:path w="689" h="652">
                <a:moveTo>
                  <a:pt x="410" y="0"/>
                </a:moveTo>
                <a:lnTo>
                  <a:pt x="689" y="652"/>
                </a:lnTo>
                <a:lnTo>
                  <a:pt x="0" y="484"/>
                </a:lnTo>
                <a:lnTo>
                  <a:pt x="410" y="0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2" name=""/>
          <p:cNvSpPr/>
          <p:nvPr/>
        </p:nvSpPr>
        <p:spPr>
          <a:xfrm>
            <a:off x="6905880" y="4285800"/>
            <a:ext cx="248040" cy="234720"/>
          </a:xfrm>
          <a:custGeom>
            <a:avLst/>
            <a:gdLst/>
            <a:ahLst/>
            <a:rect l="0" t="0" r="r" b="b"/>
            <a:pathLst>
              <a:path w="689" h="652">
                <a:moveTo>
                  <a:pt x="410" y="0"/>
                </a:moveTo>
                <a:lnTo>
                  <a:pt x="689" y="652"/>
                </a:lnTo>
                <a:lnTo>
                  <a:pt x="0" y="484"/>
                </a:lnTo>
                <a:lnTo>
                  <a:pt x="410" y="0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3" name=""/>
          <p:cNvSpPr/>
          <p:nvPr/>
        </p:nvSpPr>
        <p:spPr>
          <a:xfrm>
            <a:off x="8341560" y="4542120"/>
            <a:ext cx="1679760" cy="766800"/>
          </a:xfrm>
          <a:custGeom>
            <a:avLst/>
            <a:gdLst/>
            <a:ahLst/>
            <a:rect l="0" t="0" r="r" b="b"/>
            <a:pathLst>
              <a:path w="4666" h="2130">
                <a:moveTo>
                  <a:pt x="2333" y="2130"/>
                </a:moveTo>
                <a:lnTo>
                  <a:pt x="4311" y="2130"/>
                </a:lnTo>
                <a:cubicBezTo>
                  <a:pt x="4507" y="2130"/>
                  <a:pt x="4666" y="1971"/>
                  <a:pt x="4666" y="1775"/>
                </a:cubicBezTo>
                <a:lnTo>
                  <a:pt x="4666" y="355"/>
                </a:lnTo>
                <a:cubicBezTo>
                  <a:pt x="4666" y="159"/>
                  <a:pt x="4507" y="0"/>
                  <a:pt x="4311" y="0"/>
                </a:cubicBezTo>
                <a:lnTo>
                  <a:pt x="355" y="0"/>
                </a:lnTo>
                <a:cubicBezTo>
                  <a:pt x="159" y="0"/>
                  <a:pt x="0" y="159"/>
                  <a:pt x="0" y="355"/>
                </a:cubicBezTo>
                <a:lnTo>
                  <a:pt x="0" y="1775"/>
                </a:lnTo>
                <a:cubicBezTo>
                  <a:pt x="0" y="1971"/>
                  <a:pt x="159" y="2130"/>
                  <a:pt x="355" y="2130"/>
                </a:cubicBezTo>
                <a:lnTo>
                  <a:pt x="2333" y="2130"/>
                </a:lnTo>
                <a:close/>
              </a:path>
            </a:pathLst>
          </a:custGeom>
          <a:solidFill>
            <a:srgbClr val="e7eef7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4" name=""/>
          <p:cNvSpPr/>
          <p:nvPr/>
        </p:nvSpPr>
        <p:spPr>
          <a:xfrm>
            <a:off x="8341560" y="4542120"/>
            <a:ext cx="1679760" cy="766800"/>
          </a:xfrm>
          <a:custGeom>
            <a:avLst/>
            <a:gdLst/>
            <a:ahLst/>
            <a:rect l="0" t="0" r="r" b="b"/>
            <a:pathLst>
              <a:path w="4666" h="2130">
                <a:moveTo>
                  <a:pt x="2333" y="2130"/>
                </a:moveTo>
                <a:lnTo>
                  <a:pt x="4311" y="2130"/>
                </a:lnTo>
                <a:cubicBezTo>
                  <a:pt x="4507" y="2130"/>
                  <a:pt x="4666" y="1971"/>
                  <a:pt x="4666" y="1775"/>
                </a:cubicBezTo>
                <a:lnTo>
                  <a:pt x="4666" y="355"/>
                </a:lnTo>
                <a:cubicBezTo>
                  <a:pt x="4666" y="159"/>
                  <a:pt x="4507" y="0"/>
                  <a:pt x="4311" y="0"/>
                </a:cubicBezTo>
                <a:lnTo>
                  <a:pt x="355" y="0"/>
                </a:lnTo>
                <a:cubicBezTo>
                  <a:pt x="159" y="0"/>
                  <a:pt x="0" y="159"/>
                  <a:pt x="0" y="355"/>
                </a:cubicBezTo>
                <a:lnTo>
                  <a:pt x="0" y="1775"/>
                </a:lnTo>
                <a:cubicBezTo>
                  <a:pt x="0" y="1971"/>
                  <a:pt x="159" y="2130"/>
                  <a:pt x="355" y="2130"/>
                </a:cubicBezTo>
                <a:lnTo>
                  <a:pt x="2333" y="2130"/>
                </a:lnTo>
                <a:close/>
              </a:path>
            </a:pathLst>
          </a:custGeom>
          <a:noFill/>
          <a:ln w="27360">
            <a:solidFill>
              <a:srgbClr val="284d7a"/>
            </a:solidFill>
            <a:miter/>
          </a:ln>
        </p:spPr>
        <p:txBody>
          <a:bodyPr lIns="103680" rIns="103680" tIns="58680" bIns="586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5" name=""/>
          <p:cNvSpPr txBox="1"/>
          <p:nvPr/>
        </p:nvSpPr>
        <p:spPr>
          <a:xfrm>
            <a:off x="8670240" y="4706640"/>
            <a:ext cx="1054440" cy="172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220" strike="noStrike" u="none">
                <a:solidFill>
                  <a:srgbClr val="1f3654"/>
                </a:solidFill>
                <a:effectLst/>
                <a:uFillTx/>
                <a:latin typeface="Times New Roman"/>
              </a:rPr>
              <a:t>CONCLUSION</a:t>
            </a:r>
            <a:endParaRPr b="1" lang="en-US" sz="1220" strike="noStrike" u="none">
              <a:solidFill>
                <a:srgbClr val="1f3654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486" name=""/>
          <p:cNvSpPr txBox="1"/>
          <p:nvPr/>
        </p:nvSpPr>
        <p:spPr>
          <a:xfrm>
            <a:off x="8770680" y="4998600"/>
            <a:ext cx="843480" cy="145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1010" strike="noStrike" u="none">
                <a:solidFill>
                  <a:srgbClr val="52667f"/>
                </a:solidFill>
                <a:effectLst/>
                <a:uFillTx/>
                <a:latin typeface="Times New Roman"/>
              </a:rPr>
              <a:t>bounded answer</a:t>
            </a:r>
            <a:endParaRPr b="0" i="1" lang="en-US" sz="1010" strike="noStrike" u="none">
              <a:solidFill>
                <a:srgbClr val="52667f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487" name=""/>
          <p:cNvSpPr/>
          <p:nvPr/>
        </p:nvSpPr>
        <p:spPr>
          <a:xfrm>
            <a:off x="7647840" y="4049280"/>
            <a:ext cx="1533600" cy="456480"/>
          </a:xfrm>
          <a:prstGeom prst="line">
            <a:avLst/>
          </a:prstGeom>
          <a:ln w="22680">
            <a:solidFill>
              <a:srgbClr val="284d7a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1160" rIns="101160" tIns="56160" bIns="5616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8" name=""/>
          <p:cNvSpPr/>
          <p:nvPr/>
        </p:nvSpPr>
        <p:spPr>
          <a:xfrm>
            <a:off x="8952120" y="4337640"/>
            <a:ext cx="251280" cy="218880"/>
          </a:xfrm>
          <a:custGeom>
            <a:avLst/>
            <a:gdLst/>
            <a:ahLst/>
            <a:rect l="0" t="0" r="r" b="b"/>
            <a:pathLst>
              <a:path w="698" h="608">
                <a:moveTo>
                  <a:pt x="180" y="0"/>
                </a:moveTo>
                <a:lnTo>
                  <a:pt x="698" y="485"/>
                </a:lnTo>
                <a:lnTo>
                  <a:pt x="0" y="608"/>
                </a:lnTo>
                <a:lnTo>
                  <a:pt x="180" y="0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9" name=""/>
          <p:cNvSpPr/>
          <p:nvPr/>
        </p:nvSpPr>
        <p:spPr>
          <a:xfrm>
            <a:off x="8952120" y="4337640"/>
            <a:ext cx="251280" cy="218880"/>
          </a:xfrm>
          <a:custGeom>
            <a:avLst/>
            <a:gdLst/>
            <a:ahLst/>
            <a:rect l="0" t="0" r="r" b="b"/>
            <a:pathLst>
              <a:path w="698" h="608">
                <a:moveTo>
                  <a:pt x="180" y="0"/>
                </a:moveTo>
                <a:lnTo>
                  <a:pt x="698" y="485"/>
                </a:lnTo>
                <a:lnTo>
                  <a:pt x="0" y="608"/>
                </a:lnTo>
                <a:lnTo>
                  <a:pt x="180" y="0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0" name=""/>
          <p:cNvSpPr/>
          <p:nvPr/>
        </p:nvSpPr>
        <p:spPr>
          <a:xfrm>
            <a:off x="8952120" y="4337640"/>
            <a:ext cx="251280" cy="218880"/>
          </a:xfrm>
          <a:custGeom>
            <a:avLst/>
            <a:gdLst/>
            <a:ahLst/>
            <a:rect l="0" t="0" r="r" b="b"/>
            <a:pathLst>
              <a:path w="698" h="608">
                <a:moveTo>
                  <a:pt x="180" y="0"/>
                </a:moveTo>
                <a:lnTo>
                  <a:pt x="698" y="485"/>
                </a:lnTo>
                <a:lnTo>
                  <a:pt x="0" y="608"/>
                </a:lnTo>
                <a:lnTo>
                  <a:pt x="180" y="0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1" name=""/>
          <p:cNvSpPr/>
          <p:nvPr/>
        </p:nvSpPr>
        <p:spPr>
          <a:xfrm>
            <a:off x="8952120" y="4337640"/>
            <a:ext cx="251280" cy="218880"/>
          </a:xfrm>
          <a:custGeom>
            <a:avLst/>
            <a:gdLst/>
            <a:ahLst/>
            <a:rect l="0" t="0" r="r" b="b"/>
            <a:pathLst>
              <a:path w="698" h="608">
                <a:moveTo>
                  <a:pt x="180" y="0"/>
                </a:moveTo>
                <a:lnTo>
                  <a:pt x="698" y="485"/>
                </a:lnTo>
                <a:lnTo>
                  <a:pt x="0" y="608"/>
                </a:lnTo>
                <a:lnTo>
                  <a:pt x="180" y="0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2" name=""/>
          <p:cNvSpPr/>
          <p:nvPr/>
        </p:nvSpPr>
        <p:spPr>
          <a:xfrm>
            <a:off x="8952120" y="4337640"/>
            <a:ext cx="251280" cy="218880"/>
          </a:xfrm>
          <a:custGeom>
            <a:avLst/>
            <a:gdLst/>
            <a:ahLst/>
            <a:rect l="0" t="0" r="r" b="b"/>
            <a:pathLst>
              <a:path w="698" h="608">
                <a:moveTo>
                  <a:pt x="180" y="0"/>
                </a:moveTo>
                <a:lnTo>
                  <a:pt x="698" y="485"/>
                </a:lnTo>
                <a:lnTo>
                  <a:pt x="0" y="608"/>
                </a:lnTo>
                <a:lnTo>
                  <a:pt x="180" y="0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3" name=""/>
          <p:cNvSpPr/>
          <p:nvPr/>
        </p:nvSpPr>
        <p:spPr>
          <a:xfrm>
            <a:off x="8952120" y="4337640"/>
            <a:ext cx="251280" cy="218880"/>
          </a:xfrm>
          <a:custGeom>
            <a:avLst/>
            <a:gdLst/>
            <a:ahLst/>
            <a:rect l="0" t="0" r="r" b="b"/>
            <a:pathLst>
              <a:path w="698" h="608">
                <a:moveTo>
                  <a:pt x="180" y="0"/>
                </a:moveTo>
                <a:lnTo>
                  <a:pt x="698" y="485"/>
                </a:lnTo>
                <a:lnTo>
                  <a:pt x="0" y="608"/>
                </a:lnTo>
                <a:lnTo>
                  <a:pt x="180" y="0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4" name=""/>
          <p:cNvSpPr/>
          <p:nvPr/>
        </p:nvSpPr>
        <p:spPr>
          <a:xfrm>
            <a:off x="8952120" y="4337640"/>
            <a:ext cx="251280" cy="218880"/>
          </a:xfrm>
          <a:custGeom>
            <a:avLst/>
            <a:gdLst/>
            <a:ahLst/>
            <a:rect l="0" t="0" r="r" b="b"/>
            <a:pathLst>
              <a:path w="698" h="608">
                <a:moveTo>
                  <a:pt x="180" y="0"/>
                </a:moveTo>
                <a:lnTo>
                  <a:pt x="698" y="485"/>
                </a:lnTo>
                <a:lnTo>
                  <a:pt x="0" y="608"/>
                </a:lnTo>
                <a:lnTo>
                  <a:pt x="180" y="0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5" name=""/>
          <p:cNvSpPr/>
          <p:nvPr/>
        </p:nvSpPr>
        <p:spPr>
          <a:xfrm>
            <a:off x="8952120" y="4337640"/>
            <a:ext cx="251280" cy="218880"/>
          </a:xfrm>
          <a:custGeom>
            <a:avLst/>
            <a:gdLst/>
            <a:ahLst/>
            <a:rect l="0" t="0" r="r" b="b"/>
            <a:pathLst>
              <a:path w="698" h="608">
                <a:moveTo>
                  <a:pt x="180" y="0"/>
                </a:moveTo>
                <a:lnTo>
                  <a:pt x="698" y="485"/>
                </a:lnTo>
                <a:lnTo>
                  <a:pt x="0" y="608"/>
                </a:lnTo>
                <a:lnTo>
                  <a:pt x="180" y="0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6" name=""/>
          <p:cNvSpPr/>
          <p:nvPr/>
        </p:nvSpPr>
        <p:spPr>
          <a:xfrm>
            <a:off x="8952120" y="4337640"/>
            <a:ext cx="251280" cy="218880"/>
          </a:xfrm>
          <a:custGeom>
            <a:avLst/>
            <a:gdLst/>
            <a:ahLst/>
            <a:rect l="0" t="0" r="r" b="b"/>
            <a:pathLst>
              <a:path w="698" h="608">
                <a:moveTo>
                  <a:pt x="180" y="0"/>
                </a:moveTo>
                <a:lnTo>
                  <a:pt x="698" y="485"/>
                </a:lnTo>
                <a:lnTo>
                  <a:pt x="0" y="608"/>
                </a:lnTo>
                <a:lnTo>
                  <a:pt x="180" y="0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7" name=""/>
          <p:cNvSpPr/>
          <p:nvPr/>
        </p:nvSpPr>
        <p:spPr>
          <a:xfrm>
            <a:off x="10276920" y="4542120"/>
            <a:ext cx="1679760" cy="766800"/>
          </a:xfrm>
          <a:custGeom>
            <a:avLst/>
            <a:gdLst/>
            <a:ahLst/>
            <a:rect l="0" t="0" r="r" b="b"/>
            <a:pathLst>
              <a:path w="4666" h="2130">
                <a:moveTo>
                  <a:pt x="2333" y="2130"/>
                </a:moveTo>
                <a:lnTo>
                  <a:pt x="4311" y="2130"/>
                </a:lnTo>
                <a:cubicBezTo>
                  <a:pt x="4507" y="2130"/>
                  <a:pt x="4666" y="1971"/>
                  <a:pt x="4666" y="1775"/>
                </a:cubicBezTo>
                <a:lnTo>
                  <a:pt x="4666" y="355"/>
                </a:lnTo>
                <a:cubicBezTo>
                  <a:pt x="4666" y="159"/>
                  <a:pt x="4507" y="0"/>
                  <a:pt x="4311" y="0"/>
                </a:cubicBezTo>
                <a:lnTo>
                  <a:pt x="355" y="0"/>
                </a:lnTo>
                <a:cubicBezTo>
                  <a:pt x="159" y="0"/>
                  <a:pt x="0" y="159"/>
                  <a:pt x="0" y="355"/>
                </a:cubicBezTo>
                <a:lnTo>
                  <a:pt x="0" y="1775"/>
                </a:lnTo>
                <a:cubicBezTo>
                  <a:pt x="0" y="1971"/>
                  <a:pt x="159" y="2130"/>
                  <a:pt x="355" y="2130"/>
                </a:cubicBezTo>
                <a:lnTo>
                  <a:pt x="2333" y="2130"/>
                </a:lnTo>
                <a:close/>
              </a:path>
            </a:pathLst>
          </a:custGeom>
          <a:solidFill>
            <a:srgbClr val="e7eef7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8" name=""/>
          <p:cNvSpPr/>
          <p:nvPr/>
        </p:nvSpPr>
        <p:spPr>
          <a:xfrm>
            <a:off x="10276920" y="4542120"/>
            <a:ext cx="1679760" cy="766800"/>
          </a:xfrm>
          <a:custGeom>
            <a:avLst/>
            <a:gdLst/>
            <a:ahLst/>
            <a:rect l="0" t="0" r="r" b="b"/>
            <a:pathLst>
              <a:path w="4666" h="2130">
                <a:moveTo>
                  <a:pt x="2333" y="2130"/>
                </a:moveTo>
                <a:lnTo>
                  <a:pt x="4311" y="2130"/>
                </a:lnTo>
                <a:cubicBezTo>
                  <a:pt x="4507" y="2130"/>
                  <a:pt x="4666" y="1971"/>
                  <a:pt x="4666" y="1775"/>
                </a:cubicBezTo>
                <a:lnTo>
                  <a:pt x="4666" y="355"/>
                </a:lnTo>
                <a:cubicBezTo>
                  <a:pt x="4666" y="159"/>
                  <a:pt x="4507" y="0"/>
                  <a:pt x="4311" y="0"/>
                </a:cubicBezTo>
                <a:lnTo>
                  <a:pt x="355" y="0"/>
                </a:lnTo>
                <a:cubicBezTo>
                  <a:pt x="159" y="0"/>
                  <a:pt x="0" y="159"/>
                  <a:pt x="0" y="355"/>
                </a:cubicBezTo>
                <a:lnTo>
                  <a:pt x="0" y="1775"/>
                </a:lnTo>
                <a:cubicBezTo>
                  <a:pt x="0" y="1971"/>
                  <a:pt x="159" y="2130"/>
                  <a:pt x="355" y="2130"/>
                </a:cubicBezTo>
                <a:lnTo>
                  <a:pt x="2333" y="2130"/>
                </a:lnTo>
                <a:close/>
              </a:path>
            </a:pathLst>
          </a:custGeom>
          <a:noFill/>
          <a:ln w="27360">
            <a:solidFill>
              <a:srgbClr val="284d7a"/>
            </a:solidFill>
            <a:miter/>
          </a:ln>
        </p:spPr>
        <p:txBody>
          <a:bodyPr lIns="103680" rIns="103680" tIns="58680" bIns="586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9" name=""/>
          <p:cNvSpPr txBox="1"/>
          <p:nvPr/>
        </p:nvSpPr>
        <p:spPr>
          <a:xfrm>
            <a:off x="10687680" y="4706640"/>
            <a:ext cx="873000" cy="172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220" strike="noStrike" u="none">
                <a:solidFill>
                  <a:srgbClr val="1f3654"/>
                </a:solidFill>
                <a:effectLst/>
                <a:uFillTx/>
                <a:latin typeface="Times New Roman"/>
              </a:rPr>
              <a:t>METADATA</a:t>
            </a:r>
            <a:endParaRPr b="1" lang="en-US" sz="1220" strike="noStrike" u="none">
              <a:solidFill>
                <a:srgbClr val="1f3654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500" name=""/>
          <p:cNvSpPr txBox="1"/>
          <p:nvPr/>
        </p:nvSpPr>
        <p:spPr>
          <a:xfrm>
            <a:off x="10788120" y="4998600"/>
            <a:ext cx="672840" cy="145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1010" strike="noStrike" u="none">
                <a:solidFill>
                  <a:srgbClr val="52667f"/>
                </a:solidFill>
                <a:effectLst/>
                <a:uFillTx/>
                <a:latin typeface="Times New Roman"/>
              </a:rPr>
              <a:t>same version</a:t>
            </a:r>
            <a:endParaRPr b="0" i="1" lang="en-US" sz="1010" strike="noStrike" u="none">
              <a:solidFill>
                <a:srgbClr val="52667f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501" name=""/>
          <p:cNvSpPr/>
          <p:nvPr/>
        </p:nvSpPr>
        <p:spPr>
          <a:xfrm>
            <a:off x="8743320" y="4049280"/>
            <a:ext cx="2373480" cy="456480"/>
          </a:xfrm>
          <a:prstGeom prst="line">
            <a:avLst/>
          </a:prstGeom>
          <a:ln w="22680">
            <a:solidFill>
              <a:srgbClr val="284d7a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1160" rIns="101160" tIns="56160" bIns="5616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2" name=""/>
          <p:cNvSpPr/>
          <p:nvPr/>
        </p:nvSpPr>
        <p:spPr>
          <a:xfrm>
            <a:off x="10893600" y="4354920"/>
            <a:ext cx="245520" cy="223920"/>
          </a:xfrm>
          <a:custGeom>
            <a:avLst/>
            <a:gdLst/>
            <a:ahLst/>
            <a:rect l="0" t="0" r="r" b="b"/>
            <a:pathLst>
              <a:path w="682" h="622">
                <a:moveTo>
                  <a:pt x="120" y="0"/>
                </a:moveTo>
                <a:lnTo>
                  <a:pt x="682" y="431"/>
                </a:lnTo>
                <a:lnTo>
                  <a:pt x="0" y="622"/>
                </a:lnTo>
                <a:lnTo>
                  <a:pt x="120" y="0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3" name=""/>
          <p:cNvSpPr/>
          <p:nvPr/>
        </p:nvSpPr>
        <p:spPr>
          <a:xfrm>
            <a:off x="10893600" y="4354920"/>
            <a:ext cx="245520" cy="223920"/>
          </a:xfrm>
          <a:custGeom>
            <a:avLst/>
            <a:gdLst/>
            <a:ahLst/>
            <a:rect l="0" t="0" r="r" b="b"/>
            <a:pathLst>
              <a:path w="682" h="622">
                <a:moveTo>
                  <a:pt x="120" y="0"/>
                </a:moveTo>
                <a:lnTo>
                  <a:pt x="682" y="431"/>
                </a:lnTo>
                <a:lnTo>
                  <a:pt x="0" y="622"/>
                </a:lnTo>
                <a:lnTo>
                  <a:pt x="120" y="0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4" name=""/>
          <p:cNvSpPr/>
          <p:nvPr/>
        </p:nvSpPr>
        <p:spPr>
          <a:xfrm>
            <a:off x="10893600" y="4354920"/>
            <a:ext cx="245520" cy="223920"/>
          </a:xfrm>
          <a:custGeom>
            <a:avLst/>
            <a:gdLst/>
            <a:ahLst/>
            <a:rect l="0" t="0" r="r" b="b"/>
            <a:pathLst>
              <a:path w="682" h="622">
                <a:moveTo>
                  <a:pt x="120" y="0"/>
                </a:moveTo>
                <a:lnTo>
                  <a:pt x="682" y="431"/>
                </a:lnTo>
                <a:lnTo>
                  <a:pt x="0" y="622"/>
                </a:lnTo>
                <a:lnTo>
                  <a:pt x="120" y="0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5" name=""/>
          <p:cNvSpPr/>
          <p:nvPr/>
        </p:nvSpPr>
        <p:spPr>
          <a:xfrm>
            <a:off x="10893600" y="4354920"/>
            <a:ext cx="245520" cy="223920"/>
          </a:xfrm>
          <a:custGeom>
            <a:avLst/>
            <a:gdLst/>
            <a:ahLst/>
            <a:rect l="0" t="0" r="r" b="b"/>
            <a:pathLst>
              <a:path w="682" h="622">
                <a:moveTo>
                  <a:pt x="120" y="0"/>
                </a:moveTo>
                <a:lnTo>
                  <a:pt x="682" y="431"/>
                </a:lnTo>
                <a:lnTo>
                  <a:pt x="0" y="622"/>
                </a:lnTo>
                <a:lnTo>
                  <a:pt x="120" y="0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6" name=""/>
          <p:cNvSpPr/>
          <p:nvPr/>
        </p:nvSpPr>
        <p:spPr>
          <a:xfrm>
            <a:off x="10893600" y="4354920"/>
            <a:ext cx="245520" cy="223920"/>
          </a:xfrm>
          <a:custGeom>
            <a:avLst/>
            <a:gdLst/>
            <a:ahLst/>
            <a:rect l="0" t="0" r="r" b="b"/>
            <a:pathLst>
              <a:path w="682" h="622">
                <a:moveTo>
                  <a:pt x="120" y="0"/>
                </a:moveTo>
                <a:lnTo>
                  <a:pt x="682" y="431"/>
                </a:lnTo>
                <a:lnTo>
                  <a:pt x="0" y="622"/>
                </a:lnTo>
                <a:lnTo>
                  <a:pt x="120" y="0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7" name=""/>
          <p:cNvSpPr/>
          <p:nvPr/>
        </p:nvSpPr>
        <p:spPr>
          <a:xfrm>
            <a:off x="10893600" y="4354920"/>
            <a:ext cx="245520" cy="223920"/>
          </a:xfrm>
          <a:custGeom>
            <a:avLst/>
            <a:gdLst/>
            <a:ahLst/>
            <a:rect l="0" t="0" r="r" b="b"/>
            <a:pathLst>
              <a:path w="682" h="622">
                <a:moveTo>
                  <a:pt x="120" y="0"/>
                </a:moveTo>
                <a:lnTo>
                  <a:pt x="682" y="431"/>
                </a:lnTo>
                <a:lnTo>
                  <a:pt x="0" y="622"/>
                </a:lnTo>
                <a:lnTo>
                  <a:pt x="120" y="0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8" name=""/>
          <p:cNvSpPr/>
          <p:nvPr/>
        </p:nvSpPr>
        <p:spPr>
          <a:xfrm>
            <a:off x="10893600" y="4354920"/>
            <a:ext cx="245520" cy="223920"/>
          </a:xfrm>
          <a:custGeom>
            <a:avLst/>
            <a:gdLst/>
            <a:ahLst/>
            <a:rect l="0" t="0" r="r" b="b"/>
            <a:pathLst>
              <a:path w="682" h="622">
                <a:moveTo>
                  <a:pt x="120" y="0"/>
                </a:moveTo>
                <a:lnTo>
                  <a:pt x="682" y="431"/>
                </a:lnTo>
                <a:lnTo>
                  <a:pt x="0" y="622"/>
                </a:lnTo>
                <a:lnTo>
                  <a:pt x="120" y="0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9" name=""/>
          <p:cNvSpPr/>
          <p:nvPr/>
        </p:nvSpPr>
        <p:spPr>
          <a:xfrm>
            <a:off x="10893600" y="4354920"/>
            <a:ext cx="245520" cy="223920"/>
          </a:xfrm>
          <a:custGeom>
            <a:avLst/>
            <a:gdLst/>
            <a:ahLst/>
            <a:rect l="0" t="0" r="r" b="b"/>
            <a:pathLst>
              <a:path w="682" h="622">
                <a:moveTo>
                  <a:pt x="120" y="0"/>
                </a:moveTo>
                <a:lnTo>
                  <a:pt x="682" y="431"/>
                </a:lnTo>
                <a:lnTo>
                  <a:pt x="0" y="622"/>
                </a:lnTo>
                <a:lnTo>
                  <a:pt x="120" y="0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0" name=""/>
          <p:cNvSpPr/>
          <p:nvPr/>
        </p:nvSpPr>
        <p:spPr>
          <a:xfrm>
            <a:off x="10893600" y="4354920"/>
            <a:ext cx="245520" cy="223920"/>
          </a:xfrm>
          <a:custGeom>
            <a:avLst/>
            <a:gdLst/>
            <a:ahLst/>
            <a:rect l="0" t="0" r="r" b="b"/>
            <a:pathLst>
              <a:path w="682" h="622">
                <a:moveTo>
                  <a:pt x="120" y="0"/>
                </a:moveTo>
                <a:lnTo>
                  <a:pt x="682" y="431"/>
                </a:lnTo>
                <a:lnTo>
                  <a:pt x="0" y="622"/>
                </a:lnTo>
                <a:lnTo>
                  <a:pt x="120" y="0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1" name=""/>
          <p:cNvSpPr/>
          <p:nvPr/>
        </p:nvSpPr>
        <p:spPr>
          <a:xfrm>
            <a:off x="10893600" y="4354920"/>
            <a:ext cx="245520" cy="223920"/>
          </a:xfrm>
          <a:custGeom>
            <a:avLst/>
            <a:gdLst/>
            <a:ahLst/>
            <a:rect l="0" t="0" r="r" b="b"/>
            <a:pathLst>
              <a:path w="682" h="622">
                <a:moveTo>
                  <a:pt x="120" y="0"/>
                </a:moveTo>
                <a:lnTo>
                  <a:pt x="682" y="431"/>
                </a:lnTo>
                <a:lnTo>
                  <a:pt x="0" y="622"/>
                </a:lnTo>
                <a:lnTo>
                  <a:pt x="120" y="0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2" name=""/>
          <p:cNvSpPr/>
          <p:nvPr/>
        </p:nvSpPr>
        <p:spPr>
          <a:xfrm>
            <a:off x="892440" y="5692320"/>
            <a:ext cx="7759440" cy="584280"/>
          </a:xfrm>
          <a:custGeom>
            <a:avLst/>
            <a:gdLst/>
            <a:ahLst/>
            <a:rect l="0" t="0" r="r" b="b"/>
            <a:pathLst>
              <a:path w="21554" h="1623">
                <a:moveTo>
                  <a:pt x="10777" y="1623"/>
                </a:moveTo>
                <a:lnTo>
                  <a:pt x="21199" y="1623"/>
                </a:lnTo>
                <a:cubicBezTo>
                  <a:pt x="21395" y="1623"/>
                  <a:pt x="21554" y="1464"/>
                  <a:pt x="21554" y="1268"/>
                </a:cubicBezTo>
                <a:lnTo>
                  <a:pt x="21554" y="355"/>
                </a:lnTo>
                <a:cubicBezTo>
                  <a:pt x="21554" y="159"/>
                  <a:pt x="21395" y="0"/>
                  <a:pt x="21199" y="0"/>
                </a:cubicBezTo>
                <a:lnTo>
                  <a:pt x="355" y="0"/>
                </a:lnTo>
                <a:cubicBezTo>
                  <a:pt x="159" y="0"/>
                  <a:pt x="0" y="159"/>
                  <a:pt x="0" y="355"/>
                </a:cubicBezTo>
                <a:lnTo>
                  <a:pt x="0" y="1268"/>
                </a:lnTo>
                <a:cubicBezTo>
                  <a:pt x="0" y="1464"/>
                  <a:pt x="159" y="1623"/>
                  <a:pt x="355" y="1623"/>
                </a:cubicBezTo>
                <a:lnTo>
                  <a:pt x="10777" y="1623"/>
                </a:lnTo>
                <a:close/>
              </a:path>
            </a:pathLst>
          </a:custGeom>
          <a:solidFill>
            <a:srgbClr val="eaf4eb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3" name=""/>
          <p:cNvSpPr/>
          <p:nvPr/>
        </p:nvSpPr>
        <p:spPr>
          <a:xfrm>
            <a:off x="892440" y="5692320"/>
            <a:ext cx="7759440" cy="584280"/>
          </a:xfrm>
          <a:custGeom>
            <a:avLst/>
            <a:gdLst/>
            <a:ahLst/>
            <a:rect l="0" t="0" r="r" b="b"/>
            <a:pathLst>
              <a:path w="21554" h="1623">
                <a:moveTo>
                  <a:pt x="10777" y="1623"/>
                </a:moveTo>
                <a:lnTo>
                  <a:pt x="21199" y="1623"/>
                </a:lnTo>
                <a:cubicBezTo>
                  <a:pt x="21395" y="1623"/>
                  <a:pt x="21554" y="1464"/>
                  <a:pt x="21554" y="1268"/>
                </a:cubicBezTo>
                <a:lnTo>
                  <a:pt x="21554" y="355"/>
                </a:lnTo>
                <a:cubicBezTo>
                  <a:pt x="21554" y="159"/>
                  <a:pt x="21395" y="0"/>
                  <a:pt x="21199" y="0"/>
                </a:cubicBezTo>
                <a:lnTo>
                  <a:pt x="355" y="0"/>
                </a:lnTo>
                <a:cubicBezTo>
                  <a:pt x="159" y="0"/>
                  <a:pt x="0" y="159"/>
                  <a:pt x="0" y="355"/>
                </a:cubicBezTo>
                <a:lnTo>
                  <a:pt x="0" y="1268"/>
                </a:lnTo>
                <a:cubicBezTo>
                  <a:pt x="0" y="1464"/>
                  <a:pt x="159" y="1623"/>
                  <a:pt x="355" y="1623"/>
                </a:cubicBezTo>
                <a:lnTo>
                  <a:pt x="10777" y="1623"/>
                </a:lnTo>
                <a:close/>
              </a:path>
            </a:pathLst>
          </a:custGeom>
          <a:noFill/>
          <a:ln w="27360">
            <a:solidFill>
              <a:srgbClr val="3b7650"/>
            </a:solidFill>
            <a:miter/>
          </a:ln>
        </p:spPr>
        <p:txBody>
          <a:bodyPr lIns="103680" rIns="103680" tIns="58680" bIns="586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4" name=""/>
          <p:cNvSpPr txBox="1"/>
          <p:nvPr/>
        </p:nvSpPr>
        <p:spPr>
          <a:xfrm>
            <a:off x="1668240" y="5801760"/>
            <a:ext cx="6161760" cy="181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290" strike="noStrike" u="none">
                <a:solidFill>
                  <a:srgbClr val="2d5a3e"/>
                </a:solidFill>
                <a:effectLst/>
                <a:uFillTx/>
                <a:latin typeface="Times New Roman"/>
              </a:rPr>
              <a:t>EQUIVALENCE TEST: one study, one verified authorship record, one bounded answer</a:t>
            </a:r>
            <a:endParaRPr b="1" lang="en-US" sz="1290" strike="noStrike" u="none">
              <a:solidFill>
                <a:srgbClr val="2d5a3e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515" name=""/>
          <p:cNvSpPr txBox="1"/>
          <p:nvPr/>
        </p:nvSpPr>
        <p:spPr>
          <a:xfrm>
            <a:off x="3037680" y="6048360"/>
            <a:ext cx="3350520" cy="15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1080" strike="noStrike" u="none">
                <a:solidFill>
                  <a:srgbClr val="2d5a3e"/>
                </a:solidFill>
                <a:effectLst/>
                <a:uFillTx/>
                <a:latin typeface="Times New Roman"/>
              </a:rPr>
              <a:t>compression may shorten; it may not strengthen or substitute</a:t>
            </a:r>
            <a:endParaRPr b="0" i="1" lang="en-US" sz="1080" strike="noStrike" u="none">
              <a:solidFill>
                <a:srgbClr val="2d5a3e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516" name=""/>
          <p:cNvSpPr/>
          <p:nvPr/>
        </p:nvSpPr>
        <p:spPr>
          <a:xfrm>
            <a:off x="9016920" y="5692320"/>
            <a:ext cx="2282400" cy="584280"/>
          </a:xfrm>
          <a:custGeom>
            <a:avLst/>
            <a:gdLst/>
            <a:ahLst/>
            <a:rect l="0" t="0" r="r" b="b"/>
            <a:pathLst>
              <a:path w="6340" h="1623">
                <a:moveTo>
                  <a:pt x="3170" y="1623"/>
                </a:moveTo>
                <a:lnTo>
                  <a:pt x="5985" y="1623"/>
                </a:lnTo>
                <a:cubicBezTo>
                  <a:pt x="6181" y="1623"/>
                  <a:pt x="6340" y="1464"/>
                  <a:pt x="6340" y="1268"/>
                </a:cubicBezTo>
                <a:lnTo>
                  <a:pt x="6340" y="355"/>
                </a:lnTo>
                <a:cubicBezTo>
                  <a:pt x="6340" y="159"/>
                  <a:pt x="6181" y="0"/>
                  <a:pt x="5985" y="0"/>
                </a:cubicBezTo>
                <a:lnTo>
                  <a:pt x="355" y="0"/>
                </a:lnTo>
                <a:cubicBezTo>
                  <a:pt x="159" y="0"/>
                  <a:pt x="0" y="159"/>
                  <a:pt x="0" y="355"/>
                </a:cubicBezTo>
                <a:lnTo>
                  <a:pt x="0" y="1268"/>
                </a:lnTo>
                <a:cubicBezTo>
                  <a:pt x="0" y="1464"/>
                  <a:pt x="159" y="1623"/>
                  <a:pt x="355" y="1623"/>
                </a:cubicBezTo>
                <a:lnTo>
                  <a:pt x="3170" y="1623"/>
                </a:lnTo>
                <a:close/>
              </a:path>
            </a:pathLst>
          </a:custGeom>
          <a:solidFill>
            <a:srgbClr val="fff7f6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7" name=""/>
          <p:cNvSpPr/>
          <p:nvPr/>
        </p:nvSpPr>
        <p:spPr>
          <a:xfrm>
            <a:off x="9016920" y="5692320"/>
            <a:ext cx="2282400" cy="584280"/>
          </a:xfrm>
          <a:custGeom>
            <a:avLst/>
            <a:gdLst/>
            <a:ahLst/>
            <a:rect l="0" t="0" r="r" b="b"/>
            <a:pathLst>
              <a:path w="6340" h="1623">
                <a:moveTo>
                  <a:pt x="3170" y="1623"/>
                </a:moveTo>
                <a:lnTo>
                  <a:pt x="5985" y="1623"/>
                </a:lnTo>
                <a:cubicBezTo>
                  <a:pt x="6181" y="1623"/>
                  <a:pt x="6340" y="1464"/>
                  <a:pt x="6340" y="1268"/>
                </a:cubicBezTo>
                <a:lnTo>
                  <a:pt x="6340" y="355"/>
                </a:lnTo>
                <a:cubicBezTo>
                  <a:pt x="6340" y="159"/>
                  <a:pt x="6181" y="0"/>
                  <a:pt x="5985" y="0"/>
                </a:cubicBezTo>
                <a:lnTo>
                  <a:pt x="355" y="0"/>
                </a:lnTo>
                <a:cubicBezTo>
                  <a:pt x="159" y="0"/>
                  <a:pt x="0" y="159"/>
                  <a:pt x="0" y="355"/>
                </a:cubicBezTo>
                <a:lnTo>
                  <a:pt x="0" y="1268"/>
                </a:lnTo>
                <a:cubicBezTo>
                  <a:pt x="0" y="1464"/>
                  <a:pt x="159" y="1623"/>
                  <a:pt x="355" y="1623"/>
                </a:cubicBezTo>
                <a:lnTo>
                  <a:pt x="3170" y="1623"/>
                </a:lnTo>
                <a:close/>
              </a:path>
            </a:pathLst>
          </a:custGeom>
          <a:noFill/>
          <a:ln w="27360">
            <a:solidFill>
              <a:srgbClr val="9a3d35"/>
            </a:solidFill>
            <a:miter/>
          </a:ln>
        </p:spPr>
        <p:txBody>
          <a:bodyPr lIns="103680" rIns="103680" tIns="58680" bIns="586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8" name=""/>
          <p:cNvSpPr txBox="1"/>
          <p:nvPr/>
        </p:nvSpPr>
        <p:spPr>
          <a:xfrm>
            <a:off x="9546480" y="5792760"/>
            <a:ext cx="1218600" cy="181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290" strike="noStrike" u="none">
                <a:solidFill>
                  <a:srgbClr val="7b302a"/>
                </a:solidFill>
                <a:effectLst/>
                <a:uFillTx/>
                <a:latin typeface="Times New Roman"/>
              </a:rPr>
              <a:t>DRIFT FOUND?</a:t>
            </a:r>
            <a:endParaRPr b="1" lang="en-US" sz="1290" strike="noStrike" u="none">
              <a:solidFill>
                <a:srgbClr val="7b302a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519" name=""/>
          <p:cNvSpPr txBox="1"/>
          <p:nvPr/>
        </p:nvSpPr>
        <p:spPr>
          <a:xfrm>
            <a:off x="9491760" y="6048360"/>
            <a:ext cx="1302120" cy="15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1080" strike="noStrike" u="none">
                <a:solidFill>
                  <a:srgbClr val="7b302a"/>
                </a:solidFill>
                <a:effectLst/>
                <a:uFillTx/>
                <a:latin typeface="Times New Roman"/>
              </a:rPr>
              <a:t>repair the earliest layer</a:t>
            </a:r>
            <a:endParaRPr b="0" i="1" lang="en-US" sz="1080" strike="noStrike" u="none">
              <a:solidFill>
                <a:srgbClr val="7b302a"/>
              </a:solidFill>
              <a:effectLst/>
              <a:uFillTx/>
              <a:latin typeface="Times New Roman"/>
              <a:ea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0" name=""/>
          <p:cNvSpPr/>
          <p:nvPr/>
        </p:nvSpPr>
        <p:spPr>
          <a:xfrm>
            <a:off x="166680" y="238320"/>
            <a:ext cx="11858400" cy="6380640"/>
          </a:xfrm>
          <a:custGeom>
            <a:avLst/>
            <a:gdLst/>
            <a:ahLst/>
            <a:rect l="0" t="0" r="r" b="b"/>
            <a:pathLst>
              <a:path w="32940" h="17724">
                <a:moveTo>
                  <a:pt x="0" y="0"/>
                </a:moveTo>
                <a:lnTo>
                  <a:pt x="32940" y="0"/>
                </a:lnTo>
                <a:lnTo>
                  <a:pt x="32940" y="17724"/>
                </a:lnTo>
                <a:lnTo>
                  <a:pt x="0" y="1772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1" name=""/>
          <p:cNvSpPr txBox="1"/>
          <p:nvPr/>
        </p:nvSpPr>
        <p:spPr>
          <a:xfrm>
            <a:off x="2679840" y="388440"/>
            <a:ext cx="679248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1720" strike="noStrike" u="none">
                <a:solidFill>
                  <a:srgbClr val="52667f"/>
                </a:solidFill>
                <a:effectLst/>
                <a:uFillTx/>
                <a:latin typeface="Times New Roman"/>
              </a:rPr>
              <a:t>current authority changes the wrapper; it does not rewrite the accepted study</a:t>
            </a:r>
            <a:endParaRPr b="0" i="1" lang="en-US" sz="1720" strike="noStrike" u="none">
              <a:solidFill>
                <a:srgbClr val="52667f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522" name=""/>
          <p:cNvSpPr/>
          <p:nvPr/>
        </p:nvSpPr>
        <p:spPr>
          <a:xfrm>
            <a:off x="348840" y="1040400"/>
            <a:ext cx="2080080" cy="1166760"/>
          </a:xfrm>
          <a:custGeom>
            <a:avLst/>
            <a:gdLst/>
            <a:ahLst/>
            <a:rect l="0" t="0" r="r" b="b"/>
            <a:pathLst>
              <a:path w="5778" h="3241">
                <a:moveTo>
                  <a:pt x="2889" y="3241"/>
                </a:moveTo>
                <a:lnTo>
                  <a:pt x="5423" y="3241"/>
                </a:lnTo>
                <a:cubicBezTo>
                  <a:pt x="5619" y="3241"/>
                  <a:pt x="5778" y="3083"/>
                  <a:pt x="5778" y="2887"/>
                </a:cubicBezTo>
                <a:lnTo>
                  <a:pt x="5778" y="355"/>
                </a:lnTo>
                <a:cubicBezTo>
                  <a:pt x="5778" y="159"/>
                  <a:pt x="5619" y="0"/>
                  <a:pt x="5423" y="0"/>
                </a:cubicBezTo>
                <a:lnTo>
                  <a:pt x="355" y="0"/>
                </a:lnTo>
                <a:cubicBezTo>
                  <a:pt x="159" y="0"/>
                  <a:pt x="0" y="159"/>
                  <a:pt x="0" y="355"/>
                </a:cubicBezTo>
                <a:lnTo>
                  <a:pt x="0" y="2887"/>
                </a:lnTo>
                <a:cubicBezTo>
                  <a:pt x="0" y="3083"/>
                  <a:pt x="159" y="3241"/>
                  <a:pt x="355" y="3241"/>
                </a:cubicBezTo>
                <a:lnTo>
                  <a:pt x="2889" y="3241"/>
                </a:lnTo>
                <a:close/>
              </a:path>
            </a:pathLst>
          </a:custGeom>
          <a:solidFill>
            <a:srgbClr val="e7eef7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3" name=""/>
          <p:cNvSpPr/>
          <p:nvPr/>
        </p:nvSpPr>
        <p:spPr>
          <a:xfrm>
            <a:off x="348840" y="1040400"/>
            <a:ext cx="2080080" cy="1166760"/>
          </a:xfrm>
          <a:custGeom>
            <a:avLst/>
            <a:gdLst/>
            <a:ahLst/>
            <a:rect l="0" t="0" r="r" b="b"/>
            <a:pathLst>
              <a:path w="5778" h="3241">
                <a:moveTo>
                  <a:pt x="2889" y="3241"/>
                </a:moveTo>
                <a:lnTo>
                  <a:pt x="5423" y="3241"/>
                </a:lnTo>
                <a:cubicBezTo>
                  <a:pt x="5619" y="3241"/>
                  <a:pt x="5778" y="3083"/>
                  <a:pt x="5778" y="2887"/>
                </a:cubicBezTo>
                <a:lnTo>
                  <a:pt x="5778" y="355"/>
                </a:lnTo>
                <a:cubicBezTo>
                  <a:pt x="5778" y="159"/>
                  <a:pt x="5619" y="0"/>
                  <a:pt x="5423" y="0"/>
                </a:cubicBezTo>
                <a:lnTo>
                  <a:pt x="355" y="0"/>
                </a:lnTo>
                <a:cubicBezTo>
                  <a:pt x="159" y="0"/>
                  <a:pt x="0" y="159"/>
                  <a:pt x="0" y="355"/>
                </a:cubicBezTo>
                <a:lnTo>
                  <a:pt x="0" y="2887"/>
                </a:lnTo>
                <a:cubicBezTo>
                  <a:pt x="0" y="3083"/>
                  <a:pt x="159" y="3241"/>
                  <a:pt x="355" y="3241"/>
                </a:cubicBezTo>
                <a:lnTo>
                  <a:pt x="2889" y="3241"/>
                </a:lnTo>
                <a:close/>
              </a:path>
            </a:pathLst>
          </a:custGeom>
          <a:noFill/>
          <a:ln w="27360">
            <a:solidFill>
              <a:srgbClr val="284d7a"/>
            </a:solidFill>
            <a:miter/>
          </a:ln>
        </p:spPr>
        <p:txBody>
          <a:bodyPr lIns="103680" rIns="103680" tIns="58680" bIns="586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4" name=""/>
          <p:cNvSpPr txBox="1"/>
          <p:nvPr/>
        </p:nvSpPr>
        <p:spPr>
          <a:xfrm>
            <a:off x="745920" y="1218240"/>
            <a:ext cx="1291320" cy="203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430" strike="noStrike" u="none">
                <a:solidFill>
                  <a:srgbClr val="1f3654"/>
                </a:solidFill>
                <a:effectLst/>
                <a:uFillTx/>
                <a:latin typeface="Times New Roman"/>
              </a:rPr>
              <a:t>AUTHOR-SIDE</a:t>
            </a:r>
            <a:endParaRPr b="1" lang="en-US" sz="1430" strike="noStrike" u="none">
              <a:solidFill>
                <a:srgbClr val="1f3654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525" name=""/>
          <p:cNvSpPr txBox="1"/>
          <p:nvPr/>
        </p:nvSpPr>
        <p:spPr>
          <a:xfrm>
            <a:off x="955800" y="1473480"/>
            <a:ext cx="884880" cy="203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430" strike="noStrike" u="none">
                <a:solidFill>
                  <a:srgbClr val="1f3654"/>
                </a:solidFill>
                <a:effectLst/>
                <a:uFillTx/>
                <a:latin typeface="Times New Roman"/>
              </a:rPr>
              <a:t>CLOSURE</a:t>
            </a:r>
            <a:endParaRPr b="1" lang="en-US" sz="1430" strike="noStrike" u="none">
              <a:solidFill>
                <a:srgbClr val="1f3654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526" name=""/>
          <p:cNvSpPr txBox="1"/>
          <p:nvPr/>
        </p:nvSpPr>
        <p:spPr>
          <a:xfrm>
            <a:off x="636480" y="1847160"/>
            <a:ext cx="1499760" cy="14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1010" strike="noStrike" u="none">
                <a:solidFill>
                  <a:srgbClr val="52667f"/>
                </a:solidFill>
                <a:effectLst/>
                <a:uFillTx/>
                <a:latin typeface="Times New Roman"/>
              </a:rPr>
              <a:t>accepted answer · proof state</a:t>
            </a:r>
            <a:endParaRPr b="0" i="1" lang="en-US" sz="1010" strike="noStrike" u="none">
              <a:solidFill>
                <a:srgbClr val="52667f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527" name=""/>
          <p:cNvSpPr/>
          <p:nvPr/>
        </p:nvSpPr>
        <p:spPr>
          <a:xfrm>
            <a:off x="2702520" y="1040400"/>
            <a:ext cx="2080080" cy="1166760"/>
          </a:xfrm>
          <a:custGeom>
            <a:avLst/>
            <a:gdLst/>
            <a:ahLst/>
            <a:rect l="0" t="0" r="r" b="b"/>
            <a:pathLst>
              <a:path w="5778" h="3241">
                <a:moveTo>
                  <a:pt x="2889" y="3241"/>
                </a:moveTo>
                <a:lnTo>
                  <a:pt x="5423" y="3241"/>
                </a:lnTo>
                <a:cubicBezTo>
                  <a:pt x="5619" y="3241"/>
                  <a:pt x="5778" y="3083"/>
                  <a:pt x="5778" y="2887"/>
                </a:cubicBezTo>
                <a:lnTo>
                  <a:pt x="5778" y="355"/>
                </a:lnTo>
                <a:cubicBezTo>
                  <a:pt x="5778" y="159"/>
                  <a:pt x="5619" y="0"/>
                  <a:pt x="5423" y="0"/>
                </a:cubicBezTo>
                <a:lnTo>
                  <a:pt x="355" y="0"/>
                </a:lnTo>
                <a:cubicBezTo>
                  <a:pt x="159" y="0"/>
                  <a:pt x="0" y="159"/>
                  <a:pt x="0" y="355"/>
                </a:cubicBezTo>
                <a:lnTo>
                  <a:pt x="0" y="2887"/>
                </a:lnTo>
                <a:cubicBezTo>
                  <a:pt x="0" y="3083"/>
                  <a:pt x="159" y="3241"/>
                  <a:pt x="355" y="3241"/>
                </a:cubicBezTo>
                <a:lnTo>
                  <a:pt x="2889" y="3241"/>
                </a:lnTo>
                <a:close/>
              </a:path>
            </a:pathLst>
          </a:custGeom>
          <a:solidFill>
            <a:srgbClr val="e7eef7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8" name=""/>
          <p:cNvSpPr/>
          <p:nvPr/>
        </p:nvSpPr>
        <p:spPr>
          <a:xfrm>
            <a:off x="2702520" y="1040400"/>
            <a:ext cx="2080080" cy="1166760"/>
          </a:xfrm>
          <a:custGeom>
            <a:avLst/>
            <a:gdLst/>
            <a:ahLst/>
            <a:rect l="0" t="0" r="r" b="b"/>
            <a:pathLst>
              <a:path w="5778" h="3241">
                <a:moveTo>
                  <a:pt x="2889" y="3241"/>
                </a:moveTo>
                <a:lnTo>
                  <a:pt x="5423" y="3241"/>
                </a:lnTo>
                <a:cubicBezTo>
                  <a:pt x="5619" y="3241"/>
                  <a:pt x="5778" y="3083"/>
                  <a:pt x="5778" y="2887"/>
                </a:cubicBezTo>
                <a:lnTo>
                  <a:pt x="5778" y="355"/>
                </a:lnTo>
                <a:cubicBezTo>
                  <a:pt x="5778" y="159"/>
                  <a:pt x="5619" y="0"/>
                  <a:pt x="5423" y="0"/>
                </a:cubicBezTo>
                <a:lnTo>
                  <a:pt x="355" y="0"/>
                </a:lnTo>
                <a:cubicBezTo>
                  <a:pt x="159" y="0"/>
                  <a:pt x="0" y="159"/>
                  <a:pt x="0" y="355"/>
                </a:cubicBezTo>
                <a:lnTo>
                  <a:pt x="0" y="2887"/>
                </a:lnTo>
                <a:cubicBezTo>
                  <a:pt x="0" y="3083"/>
                  <a:pt x="159" y="3241"/>
                  <a:pt x="355" y="3241"/>
                </a:cubicBezTo>
                <a:lnTo>
                  <a:pt x="2889" y="3241"/>
                </a:lnTo>
                <a:close/>
              </a:path>
            </a:pathLst>
          </a:custGeom>
          <a:noFill/>
          <a:ln w="27360">
            <a:solidFill>
              <a:srgbClr val="284d7a"/>
            </a:solidFill>
            <a:miter/>
          </a:ln>
        </p:spPr>
        <p:txBody>
          <a:bodyPr lIns="103680" rIns="103680" tIns="58680" bIns="586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9" name=""/>
          <p:cNvSpPr txBox="1"/>
          <p:nvPr/>
        </p:nvSpPr>
        <p:spPr>
          <a:xfrm>
            <a:off x="3300120" y="1218240"/>
            <a:ext cx="905040" cy="203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430" strike="noStrike" u="none">
                <a:solidFill>
                  <a:srgbClr val="1f3654"/>
                </a:solidFill>
                <a:effectLst/>
                <a:uFillTx/>
                <a:latin typeface="Times New Roman"/>
              </a:rPr>
              <a:t>CURRENT</a:t>
            </a:r>
            <a:endParaRPr b="1" lang="en-US" sz="1430" strike="noStrike" u="none">
              <a:solidFill>
                <a:srgbClr val="1f3654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530" name=""/>
          <p:cNvSpPr txBox="1"/>
          <p:nvPr/>
        </p:nvSpPr>
        <p:spPr>
          <a:xfrm>
            <a:off x="2953440" y="1473480"/>
            <a:ext cx="1584000" cy="203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430" strike="noStrike" u="none">
                <a:solidFill>
                  <a:srgbClr val="1f3654"/>
                </a:solidFill>
                <a:effectLst/>
                <a:uFillTx/>
                <a:latin typeface="Times New Roman"/>
              </a:rPr>
              <a:t>AUTHORITY MAP</a:t>
            </a:r>
            <a:endParaRPr b="1" lang="en-US" sz="1430" strike="noStrike" u="none">
              <a:solidFill>
                <a:srgbClr val="1f3654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531" name=""/>
          <p:cNvSpPr txBox="1"/>
          <p:nvPr/>
        </p:nvSpPr>
        <p:spPr>
          <a:xfrm>
            <a:off x="3236040" y="1847160"/>
            <a:ext cx="1010520" cy="14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1010" strike="noStrike" u="none">
                <a:solidFill>
                  <a:srgbClr val="52667f"/>
                </a:solidFill>
                <a:effectLst/>
                <a:uFillTx/>
                <a:latin typeface="Times New Roman"/>
              </a:rPr>
              <a:t>rules · forms · dates</a:t>
            </a:r>
            <a:endParaRPr b="0" i="1" lang="en-US" sz="1010" strike="noStrike" u="none">
              <a:solidFill>
                <a:srgbClr val="52667f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532" name=""/>
          <p:cNvSpPr/>
          <p:nvPr/>
        </p:nvSpPr>
        <p:spPr>
          <a:xfrm>
            <a:off x="5056200" y="1040400"/>
            <a:ext cx="2079360" cy="1166760"/>
          </a:xfrm>
          <a:custGeom>
            <a:avLst/>
            <a:gdLst/>
            <a:ahLst/>
            <a:rect l="0" t="0" r="r" b="b"/>
            <a:pathLst>
              <a:path w="5776" h="3241">
                <a:moveTo>
                  <a:pt x="2889" y="3241"/>
                </a:moveTo>
                <a:lnTo>
                  <a:pt x="5421" y="3241"/>
                </a:lnTo>
                <a:cubicBezTo>
                  <a:pt x="5617" y="3241"/>
                  <a:pt x="5776" y="3083"/>
                  <a:pt x="5776" y="2887"/>
                </a:cubicBezTo>
                <a:lnTo>
                  <a:pt x="5776" y="355"/>
                </a:lnTo>
                <a:cubicBezTo>
                  <a:pt x="5776" y="159"/>
                  <a:pt x="5617" y="0"/>
                  <a:pt x="5421" y="0"/>
                </a:cubicBezTo>
                <a:lnTo>
                  <a:pt x="355" y="0"/>
                </a:lnTo>
                <a:cubicBezTo>
                  <a:pt x="159" y="0"/>
                  <a:pt x="0" y="159"/>
                  <a:pt x="0" y="355"/>
                </a:cubicBezTo>
                <a:lnTo>
                  <a:pt x="0" y="2887"/>
                </a:lnTo>
                <a:cubicBezTo>
                  <a:pt x="0" y="3083"/>
                  <a:pt x="159" y="3241"/>
                  <a:pt x="355" y="3241"/>
                </a:cubicBezTo>
                <a:lnTo>
                  <a:pt x="2889" y="3241"/>
                </a:lnTo>
                <a:close/>
              </a:path>
            </a:pathLst>
          </a:custGeom>
          <a:solidFill>
            <a:srgbClr val="e7eef7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3" name=""/>
          <p:cNvSpPr/>
          <p:nvPr/>
        </p:nvSpPr>
        <p:spPr>
          <a:xfrm>
            <a:off x="5056200" y="1040400"/>
            <a:ext cx="2079360" cy="1166760"/>
          </a:xfrm>
          <a:custGeom>
            <a:avLst/>
            <a:gdLst/>
            <a:ahLst/>
            <a:rect l="0" t="0" r="r" b="b"/>
            <a:pathLst>
              <a:path w="5776" h="3241">
                <a:moveTo>
                  <a:pt x="2889" y="3241"/>
                </a:moveTo>
                <a:lnTo>
                  <a:pt x="5421" y="3241"/>
                </a:lnTo>
                <a:cubicBezTo>
                  <a:pt x="5617" y="3241"/>
                  <a:pt x="5776" y="3083"/>
                  <a:pt x="5776" y="2887"/>
                </a:cubicBezTo>
                <a:lnTo>
                  <a:pt x="5776" y="355"/>
                </a:lnTo>
                <a:cubicBezTo>
                  <a:pt x="5776" y="159"/>
                  <a:pt x="5617" y="0"/>
                  <a:pt x="5421" y="0"/>
                </a:cubicBezTo>
                <a:lnTo>
                  <a:pt x="355" y="0"/>
                </a:lnTo>
                <a:cubicBezTo>
                  <a:pt x="159" y="0"/>
                  <a:pt x="0" y="159"/>
                  <a:pt x="0" y="355"/>
                </a:cubicBezTo>
                <a:lnTo>
                  <a:pt x="0" y="2887"/>
                </a:lnTo>
                <a:cubicBezTo>
                  <a:pt x="0" y="3083"/>
                  <a:pt x="159" y="3241"/>
                  <a:pt x="355" y="3241"/>
                </a:cubicBezTo>
                <a:lnTo>
                  <a:pt x="2889" y="3241"/>
                </a:lnTo>
                <a:close/>
              </a:path>
            </a:pathLst>
          </a:custGeom>
          <a:noFill/>
          <a:ln w="27360">
            <a:solidFill>
              <a:srgbClr val="284d7a"/>
            </a:solidFill>
            <a:miter/>
          </a:ln>
        </p:spPr>
        <p:txBody>
          <a:bodyPr lIns="103680" rIns="103680" tIns="58680" bIns="586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4" name=""/>
          <p:cNvSpPr txBox="1"/>
          <p:nvPr/>
        </p:nvSpPr>
        <p:spPr>
          <a:xfrm>
            <a:off x="5526000" y="1218240"/>
            <a:ext cx="1159560" cy="203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430" strike="noStrike" u="none">
                <a:solidFill>
                  <a:srgbClr val="1f3654"/>
                </a:solidFill>
                <a:effectLst/>
                <a:uFillTx/>
                <a:latin typeface="Times New Roman"/>
              </a:rPr>
              <a:t>ASSESSABLE</a:t>
            </a:r>
            <a:endParaRPr b="1" lang="en-US" sz="1430" strike="noStrike" u="none">
              <a:solidFill>
                <a:srgbClr val="1f3654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535" name=""/>
          <p:cNvSpPr txBox="1"/>
          <p:nvPr/>
        </p:nvSpPr>
        <p:spPr>
          <a:xfrm>
            <a:off x="5708520" y="1473480"/>
            <a:ext cx="793080" cy="203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430" strike="noStrike" u="none">
                <a:solidFill>
                  <a:srgbClr val="1f3654"/>
                </a:solidFill>
                <a:effectLst/>
                <a:uFillTx/>
                <a:latin typeface="Times New Roman"/>
              </a:rPr>
              <a:t>RECORD</a:t>
            </a:r>
            <a:endParaRPr b="1" lang="en-US" sz="1430" strike="noStrike" u="none">
              <a:solidFill>
                <a:srgbClr val="1f3654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536" name=""/>
          <p:cNvSpPr txBox="1"/>
          <p:nvPr/>
        </p:nvSpPr>
        <p:spPr>
          <a:xfrm>
            <a:off x="5343480" y="1847160"/>
            <a:ext cx="1494000" cy="14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1010" strike="noStrike" u="none">
                <a:solidFill>
                  <a:srgbClr val="52667f"/>
                </a:solidFill>
                <a:effectLst/>
                <a:uFillTx/>
                <a:latin typeface="Times New Roman"/>
              </a:rPr>
              <a:t>official objects · declarations</a:t>
            </a:r>
            <a:endParaRPr b="0" i="1" lang="en-US" sz="1010" strike="noStrike" u="none">
              <a:solidFill>
                <a:srgbClr val="52667f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537" name=""/>
          <p:cNvSpPr/>
          <p:nvPr/>
        </p:nvSpPr>
        <p:spPr>
          <a:xfrm>
            <a:off x="7409160" y="1040400"/>
            <a:ext cx="2080080" cy="1166760"/>
          </a:xfrm>
          <a:custGeom>
            <a:avLst/>
            <a:gdLst/>
            <a:ahLst/>
            <a:rect l="0" t="0" r="r" b="b"/>
            <a:pathLst>
              <a:path w="5778" h="3241">
                <a:moveTo>
                  <a:pt x="2889" y="3241"/>
                </a:moveTo>
                <a:lnTo>
                  <a:pt x="5423" y="3241"/>
                </a:lnTo>
                <a:cubicBezTo>
                  <a:pt x="5619" y="3241"/>
                  <a:pt x="5778" y="3083"/>
                  <a:pt x="5778" y="2887"/>
                </a:cubicBezTo>
                <a:lnTo>
                  <a:pt x="5778" y="355"/>
                </a:lnTo>
                <a:cubicBezTo>
                  <a:pt x="5778" y="159"/>
                  <a:pt x="5619" y="0"/>
                  <a:pt x="5423" y="0"/>
                </a:cubicBezTo>
                <a:lnTo>
                  <a:pt x="355" y="0"/>
                </a:lnTo>
                <a:cubicBezTo>
                  <a:pt x="159" y="0"/>
                  <a:pt x="0" y="159"/>
                  <a:pt x="0" y="355"/>
                </a:cubicBezTo>
                <a:lnTo>
                  <a:pt x="0" y="2887"/>
                </a:lnTo>
                <a:cubicBezTo>
                  <a:pt x="0" y="3083"/>
                  <a:pt x="159" y="3241"/>
                  <a:pt x="355" y="3241"/>
                </a:cubicBezTo>
                <a:lnTo>
                  <a:pt x="2889" y="3241"/>
                </a:lnTo>
                <a:close/>
              </a:path>
            </a:pathLst>
          </a:custGeom>
          <a:solidFill>
            <a:srgbClr val="e7eef7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8" name=""/>
          <p:cNvSpPr/>
          <p:nvPr/>
        </p:nvSpPr>
        <p:spPr>
          <a:xfrm>
            <a:off x="7409160" y="1040400"/>
            <a:ext cx="2080080" cy="1166760"/>
          </a:xfrm>
          <a:custGeom>
            <a:avLst/>
            <a:gdLst/>
            <a:ahLst/>
            <a:rect l="0" t="0" r="r" b="b"/>
            <a:pathLst>
              <a:path w="5778" h="3241">
                <a:moveTo>
                  <a:pt x="2889" y="3241"/>
                </a:moveTo>
                <a:lnTo>
                  <a:pt x="5423" y="3241"/>
                </a:lnTo>
                <a:cubicBezTo>
                  <a:pt x="5619" y="3241"/>
                  <a:pt x="5778" y="3083"/>
                  <a:pt x="5778" y="2887"/>
                </a:cubicBezTo>
                <a:lnTo>
                  <a:pt x="5778" y="355"/>
                </a:lnTo>
                <a:cubicBezTo>
                  <a:pt x="5778" y="159"/>
                  <a:pt x="5619" y="0"/>
                  <a:pt x="5423" y="0"/>
                </a:cubicBezTo>
                <a:lnTo>
                  <a:pt x="355" y="0"/>
                </a:lnTo>
                <a:cubicBezTo>
                  <a:pt x="159" y="0"/>
                  <a:pt x="0" y="159"/>
                  <a:pt x="0" y="355"/>
                </a:cubicBezTo>
                <a:lnTo>
                  <a:pt x="0" y="2887"/>
                </a:lnTo>
                <a:cubicBezTo>
                  <a:pt x="0" y="3083"/>
                  <a:pt x="159" y="3241"/>
                  <a:pt x="355" y="3241"/>
                </a:cubicBezTo>
                <a:lnTo>
                  <a:pt x="2889" y="3241"/>
                </a:lnTo>
                <a:close/>
              </a:path>
            </a:pathLst>
          </a:custGeom>
          <a:noFill/>
          <a:ln w="27360">
            <a:solidFill>
              <a:srgbClr val="284d7a"/>
            </a:solidFill>
            <a:miter/>
          </a:ln>
        </p:spPr>
        <p:txBody>
          <a:bodyPr lIns="103680" rIns="103680" tIns="58680" bIns="586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9" name=""/>
          <p:cNvSpPr txBox="1"/>
          <p:nvPr/>
        </p:nvSpPr>
        <p:spPr>
          <a:xfrm>
            <a:off x="7742160" y="1218240"/>
            <a:ext cx="1443240" cy="203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430" strike="noStrike" u="none">
                <a:solidFill>
                  <a:srgbClr val="1f3654"/>
                </a:solidFill>
                <a:effectLst/>
                <a:uFillTx/>
                <a:latin typeface="Times New Roman"/>
              </a:rPr>
              <a:t>PERFORMANCE</a:t>
            </a:r>
            <a:endParaRPr b="1" lang="en-US" sz="1430" strike="noStrike" u="none">
              <a:solidFill>
                <a:srgbClr val="1f3654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540" name=""/>
          <p:cNvSpPr txBox="1"/>
          <p:nvPr/>
        </p:nvSpPr>
        <p:spPr>
          <a:xfrm>
            <a:off x="7878960" y="1473480"/>
            <a:ext cx="1166040" cy="203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430" strike="noStrike" u="none">
                <a:solidFill>
                  <a:srgbClr val="1f3654"/>
                </a:solidFill>
                <a:effectLst/>
                <a:uFillTx/>
                <a:latin typeface="Times New Roman"/>
              </a:rPr>
              <a:t>INTERFACES</a:t>
            </a:r>
            <a:endParaRPr b="1" lang="en-US" sz="1430" strike="noStrike" u="none">
              <a:solidFill>
                <a:srgbClr val="1f3654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541" name=""/>
          <p:cNvSpPr txBox="1"/>
          <p:nvPr/>
        </p:nvSpPr>
        <p:spPr>
          <a:xfrm>
            <a:off x="7851600" y="1847160"/>
            <a:ext cx="1188000" cy="14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1010" strike="noStrike" u="none">
                <a:solidFill>
                  <a:srgbClr val="52667f"/>
                </a:solidFill>
                <a:effectLst/>
                <a:uFillTx/>
                <a:latin typeface="Times New Roman"/>
              </a:rPr>
              <a:t>package · demo · slides</a:t>
            </a:r>
            <a:endParaRPr b="0" i="1" lang="en-US" sz="1010" strike="noStrike" u="none">
              <a:solidFill>
                <a:srgbClr val="52667f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542" name=""/>
          <p:cNvSpPr/>
          <p:nvPr/>
        </p:nvSpPr>
        <p:spPr>
          <a:xfrm>
            <a:off x="9762840" y="1040400"/>
            <a:ext cx="2080080" cy="1166760"/>
          </a:xfrm>
          <a:custGeom>
            <a:avLst/>
            <a:gdLst/>
            <a:ahLst/>
            <a:rect l="0" t="0" r="r" b="b"/>
            <a:pathLst>
              <a:path w="5778" h="3241">
                <a:moveTo>
                  <a:pt x="2889" y="3241"/>
                </a:moveTo>
                <a:lnTo>
                  <a:pt x="5423" y="3241"/>
                </a:lnTo>
                <a:cubicBezTo>
                  <a:pt x="5619" y="3241"/>
                  <a:pt x="5778" y="3083"/>
                  <a:pt x="5778" y="2887"/>
                </a:cubicBezTo>
                <a:lnTo>
                  <a:pt x="5778" y="355"/>
                </a:lnTo>
                <a:cubicBezTo>
                  <a:pt x="5778" y="159"/>
                  <a:pt x="5619" y="0"/>
                  <a:pt x="5423" y="0"/>
                </a:cubicBezTo>
                <a:lnTo>
                  <a:pt x="355" y="0"/>
                </a:lnTo>
                <a:cubicBezTo>
                  <a:pt x="159" y="0"/>
                  <a:pt x="0" y="159"/>
                  <a:pt x="0" y="355"/>
                </a:cubicBezTo>
                <a:lnTo>
                  <a:pt x="0" y="2887"/>
                </a:lnTo>
                <a:cubicBezTo>
                  <a:pt x="0" y="3083"/>
                  <a:pt x="159" y="3241"/>
                  <a:pt x="355" y="3241"/>
                </a:cubicBezTo>
                <a:lnTo>
                  <a:pt x="2889" y="3241"/>
                </a:lnTo>
                <a:close/>
              </a:path>
            </a:pathLst>
          </a:custGeom>
          <a:solidFill>
            <a:srgbClr val="e7eef7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3" name=""/>
          <p:cNvSpPr/>
          <p:nvPr/>
        </p:nvSpPr>
        <p:spPr>
          <a:xfrm>
            <a:off x="9762840" y="1040400"/>
            <a:ext cx="2080080" cy="1166760"/>
          </a:xfrm>
          <a:custGeom>
            <a:avLst/>
            <a:gdLst/>
            <a:ahLst/>
            <a:rect l="0" t="0" r="r" b="b"/>
            <a:pathLst>
              <a:path w="5778" h="3241">
                <a:moveTo>
                  <a:pt x="2889" y="3241"/>
                </a:moveTo>
                <a:lnTo>
                  <a:pt x="5423" y="3241"/>
                </a:lnTo>
                <a:cubicBezTo>
                  <a:pt x="5619" y="3241"/>
                  <a:pt x="5778" y="3083"/>
                  <a:pt x="5778" y="2887"/>
                </a:cubicBezTo>
                <a:lnTo>
                  <a:pt x="5778" y="355"/>
                </a:lnTo>
                <a:cubicBezTo>
                  <a:pt x="5778" y="159"/>
                  <a:pt x="5619" y="0"/>
                  <a:pt x="5423" y="0"/>
                </a:cubicBezTo>
                <a:lnTo>
                  <a:pt x="355" y="0"/>
                </a:lnTo>
                <a:cubicBezTo>
                  <a:pt x="159" y="0"/>
                  <a:pt x="0" y="159"/>
                  <a:pt x="0" y="355"/>
                </a:cubicBezTo>
                <a:lnTo>
                  <a:pt x="0" y="2887"/>
                </a:lnTo>
                <a:cubicBezTo>
                  <a:pt x="0" y="3083"/>
                  <a:pt x="159" y="3241"/>
                  <a:pt x="355" y="3241"/>
                </a:cubicBezTo>
                <a:lnTo>
                  <a:pt x="2889" y="3241"/>
                </a:lnTo>
                <a:close/>
              </a:path>
            </a:pathLst>
          </a:custGeom>
          <a:noFill/>
          <a:ln w="27360">
            <a:solidFill>
              <a:srgbClr val="284d7a"/>
            </a:solidFill>
            <a:miter/>
          </a:ln>
        </p:spPr>
        <p:txBody>
          <a:bodyPr lIns="103680" rIns="103680" tIns="58680" bIns="586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4" name=""/>
          <p:cNvSpPr txBox="1"/>
          <p:nvPr/>
        </p:nvSpPr>
        <p:spPr>
          <a:xfrm>
            <a:off x="10378800" y="1218240"/>
            <a:ext cx="874440" cy="203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430" strike="noStrike" u="none">
                <a:solidFill>
                  <a:srgbClr val="1f3654"/>
                </a:solidFill>
                <a:effectLst/>
                <a:uFillTx/>
                <a:latin typeface="Times New Roman"/>
              </a:rPr>
              <a:t>DEFENCE</a:t>
            </a:r>
            <a:endParaRPr b="1" lang="en-US" sz="1430" strike="noStrike" u="none">
              <a:solidFill>
                <a:srgbClr val="1f3654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545" name=""/>
          <p:cNvSpPr txBox="1"/>
          <p:nvPr/>
        </p:nvSpPr>
        <p:spPr>
          <a:xfrm>
            <a:off x="10287360" y="1473480"/>
            <a:ext cx="1047600" cy="203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430" strike="noStrike" u="none">
                <a:solidFill>
                  <a:srgbClr val="1f3654"/>
                </a:solidFill>
                <a:effectLst/>
                <a:uFillTx/>
                <a:latin typeface="Times New Roman"/>
              </a:rPr>
              <a:t>READINESS</a:t>
            </a:r>
            <a:endParaRPr b="1" lang="en-US" sz="1430" strike="noStrike" u="none">
              <a:solidFill>
                <a:srgbClr val="1f3654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546" name=""/>
          <p:cNvSpPr txBox="1"/>
          <p:nvPr/>
        </p:nvSpPr>
        <p:spPr>
          <a:xfrm>
            <a:off x="10068480" y="1847160"/>
            <a:ext cx="1465560" cy="14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1010" strike="noStrike" u="none">
                <a:solidFill>
                  <a:srgbClr val="52667f"/>
                </a:solidFill>
                <a:effectLst/>
                <a:uFillTx/>
                <a:latin typeface="Times New Roman"/>
              </a:rPr>
              <a:t>independent test · ownership</a:t>
            </a:r>
            <a:endParaRPr b="0" i="1" lang="en-US" sz="1010" strike="noStrike" u="none">
              <a:solidFill>
                <a:srgbClr val="52667f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547" name=""/>
          <p:cNvSpPr/>
          <p:nvPr/>
        </p:nvSpPr>
        <p:spPr>
          <a:xfrm>
            <a:off x="2428920" y="1623960"/>
            <a:ext cx="273600" cy="0"/>
          </a:xfrm>
          <a:prstGeom prst="line">
            <a:avLst/>
          </a:prstGeom>
          <a:ln w="27360">
            <a:solidFill>
              <a:srgbClr val="284d7a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3680" rIns="103680" tIns="-58680" bIns="-586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8" name=""/>
          <p:cNvSpPr/>
          <p:nvPr/>
        </p:nvSpPr>
        <p:spPr>
          <a:xfrm>
            <a:off x="2456280" y="1487160"/>
            <a:ext cx="273600" cy="273600"/>
          </a:xfrm>
          <a:custGeom>
            <a:avLst/>
            <a:gdLst/>
            <a:ahLst/>
            <a:rect l="0" t="0" r="r" b="b"/>
            <a:pathLst>
              <a:path w="760" h="760">
                <a:moveTo>
                  <a:pt x="0" y="0"/>
                </a:moveTo>
                <a:lnTo>
                  <a:pt x="760" y="380"/>
                </a:lnTo>
                <a:lnTo>
                  <a:pt x="0" y="760"/>
                </a:lnTo>
                <a:lnTo>
                  <a:pt x="0" y="0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9" name=""/>
          <p:cNvSpPr/>
          <p:nvPr/>
        </p:nvSpPr>
        <p:spPr>
          <a:xfrm>
            <a:off x="4782600" y="1623960"/>
            <a:ext cx="273600" cy="0"/>
          </a:xfrm>
          <a:prstGeom prst="line">
            <a:avLst/>
          </a:prstGeom>
          <a:ln w="27360">
            <a:solidFill>
              <a:srgbClr val="284d7a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3680" rIns="103680" tIns="-58680" bIns="-586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0" name=""/>
          <p:cNvSpPr/>
          <p:nvPr/>
        </p:nvSpPr>
        <p:spPr>
          <a:xfrm>
            <a:off x="4809960" y="1487160"/>
            <a:ext cx="273600" cy="273600"/>
          </a:xfrm>
          <a:custGeom>
            <a:avLst/>
            <a:gdLst/>
            <a:ahLst/>
            <a:rect l="0" t="0" r="r" b="b"/>
            <a:pathLst>
              <a:path w="760" h="760">
                <a:moveTo>
                  <a:pt x="0" y="0"/>
                </a:moveTo>
                <a:lnTo>
                  <a:pt x="760" y="380"/>
                </a:lnTo>
                <a:lnTo>
                  <a:pt x="0" y="760"/>
                </a:lnTo>
                <a:lnTo>
                  <a:pt x="0" y="0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1" name=""/>
          <p:cNvSpPr/>
          <p:nvPr/>
        </p:nvSpPr>
        <p:spPr>
          <a:xfrm>
            <a:off x="4809960" y="1487160"/>
            <a:ext cx="273600" cy="273600"/>
          </a:xfrm>
          <a:custGeom>
            <a:avLst/>
            <a:gdLst/>
            <a:ahLst/>
            <a:rect l="0" t="0" r="r" b="b"/>
            <a:pathLst>
              <a:path w="760" h="760">
                <a:moveTo>
                  <a:pt x="0" y="0"/>
                </a:moveTo>
                <a:lnTo>
                  <a:pt x="760" y="380"/>
                </a:lnTo>
                <a:lnTo>
                  <a:pt x="0" y="760"/>
                </a:lnTo>
                <a:lnTo>
                  <a:pt x="0" y="0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2" name=""/>
          <p:cNvSpPr/>
          <p:nvPr/>
        </p:nvSpPr>
        <p:spPr>
          <a:xfrm>
            <a:off x="7135560" y="1623960"/>
            <a:ext cx="273600" cy="0"/>
          </a:xfrm>
          <a:prstGeom prst="line">
            <a:avLst/>
          </a:prstGeom>
          <a:ln w="27360">
            <a:solidFill>
              <a:srgbClr val="284d7a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3680" rIns="103680" tIns="-58680" bIns="-586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3" name=""/>
          <p:cNvSpPr/>
          <p:nvPr/>
        </p:nvSpPr>
        <p:spPr>
          <a:xfrm>
            <a:off x="7162920" y="1487160"/>
            <a:ext cx="273600" cy="273600"/>
          </a:xfrm>
          <a:custGeom>
            <a:avLst/>
            <a:gdLst/>
            <a:ahLst/>
            <a:rect l="0" t="0" r="r" b="b"/>
            <a:pathLst>
              <a:path w="760" h="760">
                <a:moveTo>
                  <a:pt x="0" y="0"/>
                </a:moveTo>
                <a:lnTo>
                  <a:pt x="760" y="380"/>
                </a:lnTo>
                <a:lnTo>
                  <a:pt x="0" y="760"/>
                </a:lnTo>
                <a:lnTo>
                  <a:pt x="0" y="0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4" name=""/>
          <p:cNvSpPr/>
          <p:nvPr/>
        </p:nvSpPr>
        <p:spPr>
          <a:xfrm>
            <a:off x="7162920" y="1487160"/>
            <a:ext cx="273600" cy="273600"/>
          </a:xfrm>
          <a:custGeom>
            <a:avLst/>
            <a:gdLst/>
            <a:ahLst/>
            <a:rect l="0" t="0" r="r" b="b"/>
            <a:pathLst>
              <a:path w="760" h="760">
                <a:moveTo>
                  <a:pt x="0" y="0"/>
                </a:moveTo>
                <a:lnTo>
                  <a:pt x="760" y="380"/>
                </a:lnTo>
                <a:lnTo>
                  <a:pt x="0" y="760"/>
                </a:lnTo>
                <a:lnTo>
                  <a:pt x="0" y="0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5" name=""/>
          <p:cNvSpPr/>
          <p:nvPr/>
        </p:nvSpPr>
        <p:spPr>
          <a:xfrm>
            <a:off x="7162920" y="1487160"/>
            <a:ext cx="273600" cy="273600"/>
          </a:xfrm>
          <a:custGeom>
            <a:avLst/>
            <a:gdLst/>
            <a:ahLst/>
            <a:rect l="0" t="0" r="r" b="b"/>
            <a:pathLst>
              <a:path w="760" h="760">
                <a:moveTo>
                  <a:pt x="0" y="0"/>
                </a:moveTo>
                <a:lnTo>
                  <a:pt x="760" y="380"/>
                </a:lnTo>
                <a:lnTo>
                  <a:pt x="0" y="760"/>
                </a:lnTo>
                <a:lnTo>
                  <a:pt x="0" y="0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6" name=""/>
          <p:cNvSpPr/>
          <p:nvPr/>
        </p:nvSpPr>
        <p:spPr>
          <a:xfrm>
            <a:off x="9489240" y="1623960"/>
            <a:ext cx="273600" cy="0"/>
          </a:xfrm>
          <a:prstGeom prst="line">
            <a:avLst/>
          </a:prstGeom>
          <a:ln w="27360">
            <a:solidFill>
              <a:srgbClr val="284d7a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3680" rIns="103680" tIns="-58680" bIns="-586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7" name=""/>
          <p:cNvSpPr/>
          <p:nvPr/>
        </p:nvSpPr>
        <p:spPr>
          <a:xfrm>
            <a:off x="9516600" y="1487160"/>
            <a:ext cx="273600" cy="273600"/>
          </a:xfrm>
          <a:custGeom>
            <a:avLst/>
            <a:gdLst/>
            <a:ahLst/>
            <a:rect l="0" t="0" r="r" b="b"/>
            <a:pathLst>
              <a:path w="760" h="760">
                <a:moveTo>
                  <a:pt x="0" y="0"/>
                </a:moveTo>
                <a:lnTo>
                  <a:pt x="760" y="380"/>
                </a:lnTo>
                <a:lnTo>
                  <a:pt x="0" y="760"/>
                </a:lnTo>
                <a:lnTo>
                  <a:pt x="0" y="0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8" name=""/>
          <p:cNvSpPr/>
          <p:nvPr/>
        </p:nvSpPr>
        <p:spPr>
          <a:xfrm>
            <a:off x="9516600" y="1487160"/>
            <a:ext cx="273600" cy="273600"/>
          </a:xfrm>
          <a:custGeom>
            <a:avLst/>
            <a:gdLst/>
            <a:ahLst/>
            <a:rect l="0" t="0" r="r" b="b"/>
            <a:pathLst>
              <a:path w="760" h="760">
                <a:moveTo>
                  <a:pt x="0" y="0"/>
                </a:moveTo>
                <a:lnTo>
                  <a:pt x="760" y="380"/>
                </a:lnTo>
                <a:lnTo>
                  <a:pt x="0" y="760"/>
                </a:lnTo>
                <a:lnTo>
                  <a:pt x="0" y="0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9" name=""/>
          <p:cNvSpPr/>
          <p:nvPr/>
        </p:nvSpPr>
        <p:spPr>
          <a:xfrm>
            <a:off x="9516600" y="1487160"/>
            <a:ext cx="273600" cy="273600"/>
          </a:xfrm>
          <a:custGeom>
            <a:avLst/>
            <a:gdLst/>
            <a:ahLst/>
            <a:rect l="0" t="0" r="r" b="b"/>
            <a:pathLst>
              <a:path w="760" h="760">
                <a:moveTo>
                  <a:pt x="0" y="0"/>
                </a:moveTo>
                <a:lnTo>
                  <a:pt x="760" y="380"/>
                </a:lnTo>
                <a:lnTo>
                  <a:pt x="0" y="760"/>
                </a:lnTo>
                <a:lnTo>
                  <a:pt x="0" y="0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0" name=""/>
          <p:cNvSpPr/>
          <p:nvPr/>
        </p:nvSpPr>
        <p:spPr>
          <a:xfrm>
            <a:off x="9516600" y="1487160"/>
            <a:ext cx="273600" cy="273600"/>
          </a:xfrm>
          <a:custGeom>
            <a:avLst/>
            <a:gdLst/>
            <a:ahLst/>
            <a:rect l="0" t="0" r="r" b="b"/>
            <a:pathLst>
              <a:path w="760" h="760">
                <a:moveTo>
                  <a:pt x="0" y="0"/>
                </a:moveTo>
                <a:lnTo>
                  <a:pt x="760" y="380"/>
                </a:lnTo>
                <a:lnTo>
                  <a:pt x="0" y="760"/>
                </a:lnTo>
                <a:lnTo>
                  <a:pt x="0" y="0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1" name=""/>
          <p:cNvSpPr/>
          <p:nvPr/>
        </p:nvSpPr>
        <p:spPr>
          <a:xfrm>
            <a:off x="1261080" y="2699640"/>
            <a:ext cx="9669600" cy="765360"/>
          </a:xfrm>
          <a:custGeom>
            <a:avLst/>
            <a:gdLst/>
            <a:ahLst/>
            <a:rect l="0" t="0" r="r" b="b"/>
            <a:pathLst>
              <a:path w="26860" h="2126">
                <a:moveTo>
                  <a:pt x="13431" y="2126"/>
                </a:moveTo>
                <a:lnTo>
                  <a:pt x="26403" y="2126"/>
                </a:lnTo>
                <a:cubicBezTo>
                  <a:pt x="26655" y="2126"/>
                  <a:pt x="26860" y="1923"/>
                  <a:pt x="26860" y="1671"/>
                </a:cubicBezTo>
                <a:lnTo>
                  <a:pt x="26860" y="456"/>
                </a:lnTo>
                <a:cubicBezTo>
                  <a:pt x="26860" y="204"/>
                  <a:pt x="26655" y="0"/>
                  <a:pt x="26403" y="0"/>
                </a:cubicBezTo>
                <a:lnTo>
                  <a:pt x="457" y="0"/>
                </a:lnTo>
                <a:cubicBezTo>
                  <a:pt x="205" y="0"/>
                  <a:pt x="0" y="204"/>
                  <a:pt x="0" y="456"/>
                </a:cubicBezTo>
                <a:lnTo>
                  <a:pt x="0" y="1671"/>
                </a:lnTo>
                <a:cubicBezTo>
                  <a:pt x="0" y="1923"/>
                  <a:pt x="205" y="2126"/>
                  <a:pt x="457" y="2126"/>
                </a:cubicBezTo>
                <a:lnTo>
                  <a:pt x="13431" y="2126"/>
                </a:lnTo>
                <a:close/>
              </a:path>
            </a:pathLst>
          </a:custGeom>
          <a:solidFill>
            <a:srgbClr val="eaf4eb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2" name=""/>
          <p:cNvSpPr/>
          <p:nvPr/>
        </p:nvSpPr>
        <p:spPr>
          <a:xfrm>
            <a:off x="1261080" y="2699640"/>
            <a:ext cx="9669600" cy="765360"/>
          </a:xfrm>
          <a:custGeom>
            <a:avLst/>
            <a:gdLst/>
            <a:ahLst/>
            <a:rect l="0" t="0" r="r" b="b"/>
            <a:pathLst>
              <a:path w="26860" h="2126">
                <a:moveTo>
                  <a:pt x="13431" y="2126"/>
                </a:moveTo>
                <a:lnTo>
                  <a:pt x="26403" y="2126"/>
                </a:lnTo>
                <a:cubicBezTo>
                  <a:pt x="26655" y="2126"/>
                  <a:pt x="26860" y="1923"/>
                  <a:pt x="26860" y="1671"/>
                </a:cubicBezTo>
                <a:lnTo>
                  <a:pt x="26860" y="456"/>
                </a:lnTo>
                <a:cubicBezTo>
                  <a:pt x="26860" y="204"/>
                  <a:pt x="26655" y="0"/>
                  <a:pt x="26403" y="0"/>
                </a:cubicBezTo>
                <a:lnTo>
                  <a:pt x="457" y="0"/>
                </a:lnTo>
                <a:cubicBezTo>
                  <a:pt x="205" y="0"/>
                  <a:pt x="0" y="204"/>
                  <a:pt x="0" y="456"/>
                </a:cubicBezTo>
                <a:lnTo>
                  <a:pt x="0" y="1671"/>
                </a:lnTo>
                <a:cubicBezTo>
                  <a:pt x="0" y="1923"/>
                  <a:pt x="205" y="2126"/>
                  <a:pt x="457" y="2126"/>
                </a:cubicBezTo>
                <a:lnTo>
                  <a:pt x="13431" y="2126"/>
                </a:lnTo>
                <a:close/>
              </a:path>
            </a:pathLst>
          </a:custGeom>
          <a:noFill/>
          <a:ln w="27360">
            <a:solidFill>
              <a:srgbClr val="3b7650"/>
            </a:solidFill>
            <a:miter/>
          </a:ln>
        </p:spPr>
        <p:txBody>
          <a:bodyPr lIns="103680" rIns="103680" tIns="58680" bIns="586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3" name=""/>
          <p:cNvSpPr txBox="1"/>
          <p:nvPr/>
        </p:nvSpPr>
        <p:spPr>
          <a:xfrm>
            <a:off x="4312800" y="2804400"/>
            <a:ext cx="356976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790" strike="noStrike" u="none">
                <a:solidFill>
                  <a:srgbClr val="2d5a3e"/>
                </a:solidFill>
                <a:effectLst/>
                <a:uFillTx/>
                <a:latin typeface="Times New Roman"/>
              </a:rPr>
              <a:t>ONE BOUNDED CONTRIBUTION</a:t>
            </a:r>
            <a:endParaRPr b="1" lang="en-US" sz="1790" strike="noStrike" u="none">
              <a:solidFill>
                <a:srgbClr val="2d5a3e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564" name=""/>
          <p:cNvSpPr txBox="1"/>
          <p:nvPr/>
        </p:nvSpPr>
        <p:spPr>
          <a:xfrm>
            <a:off x="3354840" y="3141720"/>
            <a:ext cx="5293080" cy="172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1220" strike="noStrike" u="none">
                <a:solidFill>
                  <a:srgbClr val="2d5a3e"/>
                </a:solidFill>
                <a:effectLst/>
                <a:uFillTx/>
                <a:latin typeface="Times New Roman"/>
              </a:rPr>
              <a:t>one title · one route · one evidence body · one claim boundary · one assistance record</a:t>
            </a:r>
            <a:endParaRPr b="0" i="1" lang="en-US" sz="1220" strike="noStrike" u="none">
              <a:solidFill>
                <a:srgbClr val="2d5a3e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565" name=""/>
          <p:cNvSpPr/>
          <p:nvPr/>
        </p:nvSpPr>
        <p:spPr>
          <a:xfrm>
            <a:off x="896400" y="3975480"/>
            <a:ext cx="10398960" cy="966240"/>
          </a:xfrm>
          <a:custGeom>
            <a:avLst/>
            <a:gdLst/>
            <a:ahLst/>
            <a:rect l="0" t="0" r="r" b="b"/>
            <a:pathLst>
              <a:path w="28886" h="2684">
                <a:moveTo>
                  <a:pt x="14444" y="2684"/>
                </a:moveTo>
                <a:lnTo>
                  <a:pt x="28430" y="2684"/>
                </a:lnTo>
                <a:cubicBezTo>
                  <a:pt x="28682" y="2684"/>
                  <a:pt x="28886" y="2480"/>
                  <a:pt x="28886" y="2228"/>
                </a:cubicBezTo>
                <a:lnTo>
                  <a:pt x="28886" y="456"/>
                </a:lnTo>
                <a:cubicBezTo>
                  <a:pt x="28886" y="204"/>
                  <a:pt x="28682" y="0"/>
                  <a:pt x="28430" y="0"/>
                </a:cubicBezTo>
                <a:lnTo>
                  <a:pt x="456" y="0"/>
                </a:lnTo>
                <a:cubicBezTo>
                  <a:pt x="204" y="0"/>
                  <a:pt x="0" y="204"/>
                  <a:pt x="0" y="456"/>
                </a:cubicBezTo>
                <a:lnTo>
                  <a:pt x="0" y="2228"/>
                </a:lnTo>
                <a:cubicBezTo>
                  <a:pt x="0" y="2480"/>
                  <a:pt x="204" y="2684"/>
                  <a:pt x="456" y="2684"/>
                </a:cubicBezTo>
                <a:lnTo>
                  <a:pt x="14444" y="2684"/>
                </a:lnTo>
                <a:close/>
              </a:path>
            </a:pathLst>
          </a:custGeom>
          <a:solidFill>
            <a:srgbClr val="fff7f6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6" name=""/>
          <p:cNvSpPr/>
          <p:nvPr/>
        </p:nvSpPr>
        <p:spPr>
          <a:xfrm>
            <a:off x="896400" y="3975480"/>
            <a:ext cx="10398960" cy="966240"/>
          </a:xfrm>
          <a:custGeom>
            <a:avLst/>
            <a:gdLst/>
            <a:ahLst/>
            <a:rect l="0" t="0" r="r" b="b"/>
            <a:pathLst>
              <a:path w="28886" h="2684">
                <a:moveTo>
                  <a:pt x="14444" y="2684"/>
                </a:moveTo>
                <a:lnTo>
                  <a:pt x="28430" y="2684"/>
                </a:lnTo>
                <a:cubicBezTo>
                  <a:pt x="28682" y="2684"/>
                  <a:pt x="28886" y="2480"/>
                  <a:pt x="28886" y="2228"/>
                </a:cubicBezTo>
                <a:lnTo>
                  <a:pt x="28886" y="456"/>
                </a:lnTo>
                <a:cubicBezTo>
                  <a:pt x="28886" y="204"/>
                  <a:pt x="28682" y="0"/>
                  <a:pt x="28430" y="0"/>
                </a:cubicBezTo>
                <a:lnTo>
                  <a:pt x="456" y="0"/>
                </a:lnTo>
                <a:cubicBezTo>
                  <a:pt x="204" y="0"/>
                  <a:pt x="0" y="204"/>
                  <a:pt x="0" y="456"/>
                </a:cubicBezTo>
                <a:lnTo>
                  <a:pt x="0" y="2228"/>
                </a:lnTo>
                <a:cubicBezTo>
                  <a:pt x="0" y="2480"/>
                  <a:pt x="204" y="2684"/>
                  <a:pt x="456" y="2684"/>
                </a:cubicBezTo>
                <a:lnTo>
                  <a:pt x="14444" y="2684"/>
                </a:lnTo>
                <a:close/>
              </a:path>
            </a:pathLst>
          </a:custGeom>
          <a:noFill/>
          <a:ln w="27360">
            <a:solidFill>
              <a:srgbClr val="9a3d35"/>
            </a:solidFill>
            <a:miter/>
          </a:ln>
        </p:spPr>
        <p:txBody>
          <a:bodyPr lIns="103680" rIns="103680" tIns="58680" bIns="586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7" name=""/>
          <p:cNvSpPr txBox="1"/>
          <p:nvPr/>
        </p:nvSpPr>
        <p:spPr>
          <a:xfrm>
            <a:off x="5151960" y="4125960"/>
            <a:ext cx="1886040" cy="227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580" strike="noStrike" u="none">
                <a:solidFill>
                  <a:srgbClr val="7b302a"/>
                </a:solidFill>
                <a:effectLst/>
                <a:uFillTx/>
                <a:latin typeface="Times New Roman"/>
              </a:rPr>
              <a:t>STOP AND RETURN</a:t>
            </a:r>
            <a:endParaRPr b="1" lang="en-US" sz="1580" strike="noStrike" u="none">
              <a:solidFill>
                <a:srgbClr val="7b302a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568" name=""/>
          <p:cNvSpPr txBox="1"/>
          <p:nvPr/>
        </p:nvSpPr>
        <p:spPr>
          <a:xfrm>
            <a:off x="2999160" y="4444920"/>
            <a:ext cx="5922000" cy="172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1220" strike="noStrike" u="none">
                <a:solidFill>
                  <a:srgbClr val="6f2c27"/>
                </a:solidFill>
                <a:effectLst/>
                <a:uFillTx/>
                <a:latin typeface="Times New Roman"/>
              </a:rPr>
              <a:t>scientific identity drift · inaccurate declaration · unsafe evidence · unresolved authority conflict</a:t>
            </a:r>
            <a:endParaRPr b="0" i="1" lang="en-US" sz="1220" strike="noStrike" u="none">
              <a:solidFill>
                <a:srgbClr val="6f2c27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569" name=""/>
          <p:cNvSpPr txBox="1"/>
          <p:nvPr/>
        </p:nvSpPr>
        <p:spPr>
          <a:xfrm>
            <a:off x="3765240" y="4672800"/>
            <a:ext cx="4588920" cy="172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220" strike="noStrike" u="none">
                <a:solidFill>
                  <a:srgbClr val="8b2f28"/>
                </a:solidFill>
                <a:effectLst/>
                <a:uFillTx/>
                <a:latin typeface="Times New Roman"/>
              </a:rPr>
              <a:t>repair the earliest responsible gate before submission or performance</a:t>
            </a:r>
            <a:endParaRPr b="1" lang="en-US" sz="1220" strike="noStrike" u="none">
              <a:solidFill>
                <a:srgbClr val="8b2f28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570" name=""/>
          <p:cNvSpPr/>
          <p:nvPr/>
        </p:nvSpPr>
        <p:spPr>
          <a:xfrm flipV="1">
            <a:off x="6096240" y="3519720"/>
            <a:ext cx="0" cy="437400"/>
          </a:xfrm>
          <a:prstGeom prst="line">
            <a:avLst/>
          </a:prstGeom>
          <a:ln w="27360">
            <a:solidFill>
              <a:srgbClr val="9a3d3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3680" rIns="103680" tIns="58680" bIns="586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1" name=""/>
          <p:cNvSpPr/>
          <p:nvPr/>
        </p:nvSpPr>
        <p:spPr>
          <a:xfrm>
            <a:off x="5959080" y="3492360"/>
            <a:ext cx="273600" cy="273240"/>
          </a:xfrm>
          <a:custGeom>
            <a:avLst/>
            <a:gdLst/>
            <a:ahLst/>
            <a:rect l="0" t="0" r="r" b="b"/>
            <a:pathLst>
              <a:path w="760" h="759">
                <a:moveTo>
                  <a:pt x="0" y="759"/>
                </a:moveTo>
                <a:lnTo>
                  <a:pt x="381" y="0"/>
                </a:lnTo>
                <a:lnTo>
                  <a:pt x="760" y="759"/>
                </a:lnTo>
                <a:lnTo>
                  <a:pt x="0" y="759"/>
                </a:lnTo>
                <a:close/>
              </a:path>
            </a:pathLst>
          </a:custGeom>
          <a:solidFill>
            <a:srgbClr val="9a3d35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2" name=""/>
          <p:cNvSpPr/>
          <p:nvPr/>
        </p:nvSpPr>
        <p:spPr>
          <a:xfrm>
            <a:off x="622800" y="5433840"/>
            <a:ext cx="1824480" cy="638280"/>
          </a:xfrm>
          <a:custGeom>
            <a:avLst/>
            <a:gdLst/>
            <a:ahLst/>
            <a:rect l="0" t="0" r="r" b="b"/>
            <a:pathLst>
              <a:path w="5068" h="1773">
                <a:moveTo>
                  <a:pt x="2534" y="1773"/>
                </a:moveTo>
                <a:lnTo>
                  <a:pt x="4764" y="1773"/>
                </a:lnTo>
                <a:cubicBezTo>
                  <a:pt x="4931" y="1773"/>
                  <a:pt x="5068" y="1637"/>
                  <a:pt x="5068" y="1469"/>
                </a:cubicBezTo>
                <a:lnTo>
                  <a:pt x="5068" y="304"/>
                </a:lnTo>
                <a:cubicBezTo>
                  <a:pt x="5068" y="136"/>
                  <a:pt x="4931" y="0"/>
                  <a:pt x="4764" y="0"/>
                </a:cubicBezTo>
                <a:lnTo>
                  <a:pt x="304" y="0"/>
                </a:lnTo>
                <a:cubicBezTo>
                  <a:pt x="136" y="0"/>
                  <a:pt x="0" y="136"/>
                  <a:pt x="0" y="304"/>
                </a:cubicBezTo>
                <a:lnTo>
                  <a:pt x="0" y="1469"/>
                </a:lnTo>
                <a:cubicBezTo>
                  <a:pt x="0" y="1637"/>
                  <a:pt x="136" y="1773"/>
                  <a:pt x="304" y="1773"/>
                </a:cubicBezTo>
                <a:lnTo>
                  <a:pt x="2534" y="1773"/>
                </a:lnTo>
                <a:close/>
              </a:path>
            </a:pathLst>
          </a:custGeom>
          <a:solidFill>
            <a:srgbClr val="f7f9fc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3" name=""/>
          <p:cNvSpPr/>
          <p:nvPr/>
        </p:nvSpPr>
        <p:spPr>
          <a:xfrm>
            <a:off x="622800" y="5433840"/>
            <a:ext cx="1824480" cy="638280"/>
          </a:xfrm>
          <a:custGeom>
            <a:avLst/>
            <a:gdLst/>
            <a:ahLst/>
            <a:rect l="0" t="0" r="r" b="b"/>
            <a:pathLst>
              <a:path w="5068" h="1773">
                <a:moveTo>
                  <a:pt x="2534" y="1773"/>
                </a:moveTo>
                <a:lnTo>
                  <a:pt x="4764" y="1773"/>
                </a:lnTo>
                <a:cubicBezTo>
                  <a:pt x="4931" y="1773"/>
                  <a:pt x="5068" y="1637"/>
                  <a:pt x="5068" y="1469"/>
                </a:cubicBezTo>
                <a:lnTo>
                  <a:pt x="5068" y="304"/>
                </a:lnTo>
                <a:cubicBezTo>
                  <a:pt x="5068" y="136"/>
                  <a:pt x="4931" y="0"/>
                  <a:pt x="4764" y="0"/>
                </a:cubicBezTo>
                <a:lnTo>
                  <a:pt x="304" y="0"/>
                </a:lnTo>
                <a:cubicBezTo>
                  <a:pt x="136" y="0"/>
                  <a:pt x="0" y="136"/>
                  <a:pt x="0" y="304"/>
                </a:cubicBezTo>
                <a:lnTo>
                  <a:pt x="0" y="1469"/>
                </a:lnTo>
                <a:cubicBezTo>
                  <a:pt x="0" y="1637"/>
                  <a:pt x="136" y="1773"/>
                  <a:pt x="304" y="1773"/>
                </a:cubicBezTo>
                <a:lnTo>
                  <a:pt x="2534" y="1773"/>
                </a:lnTo>
                <a:close/>
              </a:path>
            </a:pathLst>
          </a:custGeom>
          <a:noFill/>
          <a:ln w="18360">
            <a:solidFill>
              <a:srgbClr val="5b7696"/>
            </a:solidFill>
            <a:miter/>
          </a:ln>
        </p:spPr>
        <p:txBody>
          <a:bodyPr lIns="99000" rIns="99000" tIns="54000" bIns="54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4" name=""/>
          <p:cNvSpPr txBox="1"/>
          <p:nvPr/>
        </p:nvSpPr>
        <p:spPr>
          <a:xfrm>
            <a:off x="1284120" y="5556960"/>
            <a:ext cx="48852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150" strike="noStrike" u="none">
                <a:solidFill>
                  <a:srgbClr val="1f3654"/>
                </a:solidFill>
                <a:effectLst/>
                <a:uFillTx/>
                <a:latin typeface="Times New Roman"/>
              </a:rPr>
              <a:t>RULES</a:t>
            </a:r>
            <a:endParaRPr b="1" lang="en-US" sz="1150" strike="noStrike" u="none">
              <a:solidFill>
                <a:srgbClr val="1f3654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575" name=""/>
          <p:cNvSpPr txBox="1"/>
          <p:nvPr/>
        </p:nvSpPr>
        <p:spPr>
          <a:xfrm>
            <a:off x="1329480" y="5812200"/>
            <a:ext cx="399240" cy="15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1080" strike="noStrike" u="none">
                <a:solidFill>
                  <a:srgbClr val="52667f"/>
                </a:solidFill>
                <a:effectLst/>
                <a:uFillTx/>
                <a:latin typeface="Times New Roman"/>
              </a:rPr>
              <a:t>current</a:t>
            </a:r>
            <a:endParaRPr b="0" i="1" lang="en-US" sz="1080" strike="noStrike" u="none">
              <a:solidFill>
                <a:srgbClr val="52667f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576" name=""/>
          <p:cNvSpPr/>
          <p:nvPr/>
        </p:nvSpPr>
        <p:spPr>
          <a:xfrm>
            <a:off x="2903400" y="5433840"/>
            <a:ext cx="1824480" cy="638280"/>
          </a:xfrm>
          <a:custGeom>
            <a:avLst/>
            <a:gdLst/>
            <a:ahLst/>
            <a:rect l="0" t="0" r="r" b="b"/>
            <a:pathLst>
              <a:path w="5068" h="1773">
                <a:moveTo>
                  <a:pt x="2534" y="1773"/>
                </a:moveTo>
                <a:lnTo>
                  <a:pt x="4763" y="1773"/>
                </a:lnTo>
                <a:cubicBezTo>
                  <a:pt x="4931" y="1773"/>
                  <a:pt x="5068" y="1637"/>
                  <a:pt x="5068" y="1469"/>
                </a:cubicBezTo>
                <a:lnTo>
                  <a:pt x="5068" y="304"/>
                </a:lnTo>
                <a:cubicBezTo>
                  <a:pt x="5068" y="136"/>
                  <a:pt x="4931" y="0"/>
                  <a:pt x="4763" y="0"/>
                </a:cubicBezTo>
                <a:lnTo>
                  <a:pt x="304" y="0"/>
                </a:lnTo>
                <a:cubicBezTo>
                  <a:pt x="136" y="0"/>
                  <a:pt x="0" y="136"/>
                  <a:pt x="0" y="304"/>
                </a:cubicBezTo>
                <a:lnTo>
                  <a:pt x="0" y="1469"/>
                </a:lnTo>
                <a:cubicBezTo>
                  <a:pt x="0" y="1637"/>
                  <a:pt x="136" y="1773"/>
                  <a:pt x="304" y="1773"/>
                </a:cubicBezTo>
                <a:lnTo>
                  <a:pt x="2534" y="1773"/>
                </a:lnTo>
                <a:close/>
              </a:path>
            </a:pathLst>
          </a:custGeom>
          <a:solidFill>
            <a:srgbClr val="f7f9fc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7" name=""/>
          <p:cNvSpPr/>
          <p:nvPr/>
        </p:nvSpPr>
        <p:spPr>
          <a:xfrm>
            <a:off x="2903400" y="5433840"/>
            <a:ext cx="1824480" cy="638280"/>
          </a:xfrm>
          <a:custGeom>
            <a:avLst/>
            <a:gdLst/>
            <a:ahLst/>
            <a:rect l="0" t="0" r="r" b="b"/>
            <a:pathLst>
              <a:path w="5068" h="1773">
                <a:moveTo>
                  <a:pt x="2534" y="1773"/>
                </a:moveTo>
                <a:lnTo>
                  <a:pt x="4763" y="1773"/>
                </a:lnTo>
                <a:cubicBezTo>
                  <a:pt x="4931" y="1773"/>
                  <a:pt x="5068" y="1637"/>
                  <a:pt x="5068" y="1469"/>
                </a:cubicBezTo>
                <a:lnTo>
                  <a:pt x="5068" y="304"/>
                </a:lnTo>
                <a:cubicBezTo>
                  <a:pt x="5068" y="136"/>
                  <a:pt x="4931" y="0"/>
                  <a:pt x="4763" y="0"/>
                </a:cubicBezTo>
                <a:lnTo>
                  <a:pt x="304" y="0"/>
                </a:lnTo>
                <a:cubicBezTo>
                  <a:pt x="136" y="0"/>
                  <a:pt x="0" y="136"/>
                  <a:pt x="0" y="304"/>
                </a:cubicBezTo>
                <a:lnTo>
                  <a:pt x="0" y="1469"/>
                </a:lnTo>
                <a:cubicBezTo>
                  <a:pt x="0" y="1637"/>
                  <a:pt x="136" y="1773"/>
                  <a:pt x="304" y="1773"/>
                </a:cubicBezTo>
                <a:lnTo>
                  <a:pt x="2534" y="1773"/>
                </a:lnTo>
                <a:close/>
              </a:path>
            </a:pathLst>
          </a:custGeom>
          <a:noFill/>
          <a:ln w="18360">
            <a:solidFill>
              <a:srgbClr val="5b7696"/>
            </a:solidFill>
            <a:miter/>
          </a:ln>
        </p:spPr>
        <p:txBody>
          <a:bodyPr lIns="99000" rIns="99000" tIns="54000" bIns="54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8" name=""/>
          <p:cNvSpPr txBox="1"/>
          <p:nvPr/>
        </p:nvSpPr>
        <p:spPr>
          <a:xfrm>
            <a:off x="3601080" y="5556960"/>
            <a:ext cx="42372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150" strike="noStrike" u="none">
                <a:solidFill>
                  <a:srgbClr val="1f3654"/>
                </a:solidFill>
                <a:effectLst/>
                <a:uFillTx/>
                <a:latin typeface="Times New Roman"/>
              </a:rPr>
              <a:t>FILES</a:t>
            </a:r>
            <a:endParaRPr b="1" lang="en-US" sz="1150" strike="noStrike" u="none">
              <a:solidFill>
                <a:srgbClr val="1f3654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579" name=""/>
          <p:cNvSpPr txBox="1"/>
          <p:nvPr/>
        </p:nvSpPr>
        <p:spPr>
          <a:xfrm>
            <a:off x="3546360" y="5812200"/>
            <a:ext cx="518760" cy="15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1080" strike="noStrike" u="none">
                <a:solidFill>
                  <a:srgbClr val="52667f"/>
                </a:solidFill>
                <a:effectLst/>
                <a:uFillTx/>
                <a:latin typeface="Times New Roman"/>
              </a:rPr>
              <a:t>identified</a:t>
            </a:r>
            <a:endParaRPr b="0" i="1" lang="en-US" sz="1080" strike="noStrike" u="none">
              <a:solidFill>
                <a:srgbClr val="52667f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580" name=""/>
          <p:cNvSpPr/>
          <p:nvPr/>
        </p:nvSpPr>
        <p:spPr>
          <a:xfrm>
            <a:off x="5184000" y="5433840"/>
            <a:ext cx="1823760" cy="638280"/>
          </a:xfrm>
          <a:custGeom>
            <a:avLst/>
            <a:gdLst/>
            <a:ahLst/>
            <a:rect l="0" t="0" r="r" b="b"/>
            <a:pathLst>
              <a:path w="5066" h="1773">
                <a:moveTo>
                  <a:pt x="2534" y="1773"/>
                </a:moveTo>
                <a:lnTo>
                  <a:pt x="4762" y="1773"/>
                </a:lnTo>
                <a:cubicBezTo>
                  <a:pt x="4930" y="1773"/>
                  <a:pt x="5066" y="1637"/>
                  <a:pt x="5066" y="1469"/>
                </a:cubicBezTo>
                <a:lnTo>
                  <a:pt x="5066" y="304"/>
                </a:lnTo>
                <a:cubicBezTo>
                  <a:pt x="5066" y="136"/>
                  <a:pt x="4930" y="0"/>
                  <a:pt x="4762" y="0"/>
                </a:cubicBezTo>
                <a:lnTo>
                  <a:pt x="304" y="0"/>
                </a:lnTo>
                <a:cubicBezTo>
                  <a:pt x="136" y="0"/>
                  <a:pt x="0" y="136"/>
                  <a:pt x="0" y="304"/>
                </a:cubicBezTo>
                <a:lnTo>
                  <a:pt x="0" y="1469"/>
                </a:lnTo>
                <a:cubicBezTo>
                  <a:pt x="0" y="1637"/>
                  <a:pt x="136" y="1773"/>
                  <a:pt x="304" y="1773"/>
                </a:cubicBezTo>
                <a:lnTo>
                  <a:pt x="2534" y="1773"/>
                </a:lnTo>
                <a:close/>
              </a:path>
            </a:pathLst>
          </a:custGeom>
          <a:solidFill>
            <a:srgbClr val="f7f9fc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1" name=""/>
          <p:cNvSpPr/>
          <p:nvPr/>
        </p:nvSpPr>
        <p:spPr>
          <a:xfrm>
            <a:off x="5184000" y="5433840"/>
            <a:ext cx="1823760" cy="638280"/>
          </a:xfrm>
          <a:custGeom>
            <a:avLst/>
            <a:gdLst/>
            <a:ahLst/>
            <a:rect l="0" t="0" r="r" b="b"/>
            <a:pathLst>
              <a:path w="5066" h="1773">
                <a:moveTo>
                  <a:pt x="2534" y="1773"/>
                </a:moveTo>
                <a:lnTo>
                  <a:pt x="4762" y="1773"/>
                </a:lnTo>
                <a:cubicBezTo>
                  <a:pt x="4930" y="1773"/>
                  <a:pt x="5066" y="1637"/>
                  <a:pt x="5066" y="1469"/>
                </a:cubicBezTo>
                <a:lnTo>
                  <a:pt x="5066" y="304"/>
                </a:lnTo>
                <a:cubicBezTo>
                  <a:pt x="5066" y="136"/>
                  <a:pt x="4930" y="0"/>
                  <a:pt x="4762" y="0"/>
                </a:cubicBezTo>
                <a:lnTo>
                  <a:pt x="304" y="0"/>
                </a:lnTo>
                <a:cubicBezTo>
                  <a:pt x="136" y="0"/>
                  <a:pt x="0" y="136"/>
                  <a:pt x="0" y="304"/>
                </a:cubicBezTo>
                <a:lnTo>
                  <a:pt x="0" y="1469"/>
                </a:lnTo>
                <a:cubicBezTo>
                  <a:pt x="0" y="1637"/>
                  <a:pt x="136" y="1773"/>
                  <a:pt x="304" y="1773"/>
                </a:cubicBezTo>
                <a:lnTo>
                  <a:pt x="2534" y="1773"/>
                </a:lnTo>
                <a:close/>
              </a:path>
            </a:pathLst>
          </a:custGeom>
          <a:noFill/>
          <a:ln w="18360">
            <a:solidFill>
              <a:srgbClr val="5b7696"/>
            </a:solidFill>
            <a:miter/>
          </a:ln>
        </p:spPr>
        <p:txBody>
          <a:bodyPr lIns="99000" rIns="99000" tIns="54000" bIns="54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2" name=""/>
          <p:cNvSpPr txBox="1"/>
          <p:nvPr/>
        </p:nvSpPr>
        <p:spPr>
          <a:xfrm>
            <a:off x="5498640" y="5556960"/>
            <a:ext cx="116856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150" strike="noStrike" u="none">
                <a:solidFill>
                  <a:srgbClr val="1f3654"/>
                </a:solidFill>
                <a:effectLst/>
                <a:uFillTx/>
                <a:latin typeface="Times New Roman"/>
              </a:rPr>
              <a:t>DECLARATIONS</a:t>
            </a:r>
            <a:endParaRPr b="1" lang="en-US" sz="1150" strike="noStrike" u="none">
              <a:solidFill>
                <a:srgbClr val="1f3654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583" name=""/>
          <p:cNvSpPr txBox="1"/>
          <p:nvPr/>
        </p:nvSpPr>
        <p:spPr>
          <a:xfrm>
            <a:off x="5845320" y="5812200"/>
            <a:ext cx="480600" cy="15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1080" strike="noStrike" u="none">
                <a:solidFill>
                  <a:srgbClr val="52667f"/>
                </a:solidFill>
                <a:effectLst/>
                <a:uFillTx/>
                <a:latin typeface="Times New Roman"/>
              </a:rPr>
              <a:t>accurate</a:t>
            </a:r>
            <a:endParaRPr b="0" i="1" lang="en-US" sz="1080" strike="noStrike" u="none">
              <a:solidFill>
                <a:srgbClr val="52667f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584" name=""/>
          <p:cNvSpPr/>
          <p:nvPr/>
        </p:nvSpPr>
        <p:spPr>
          <a:xfrm>
            <a:off x="7463880" y="5433840"/>
            <a:ext cx="1824480" cy="638280"/>
          </a:xfrm>
          <a:custGeom>
            <a:avLst/>
            <a:gdLst/>
            <a:ahLst/>
            <a:rect l="0" t="0" r="r" b="b"/>
            <a:pathLst>
              <a:path w="5068" h="1773">
                <a:moveTo>
                  <a:pt x="2534" y="1773"/>
                </a:moveTo>
                <a:lnTo>
                  <a:pt x="4764" y="1773"/>
                </a:lnTo>
                <a:cubicBezTo>
                  <a:pt x="4932" y="1773"/>
                  <a:pt x="5068" y="1637"/>
                  <a:pt x="5068" y="1469"/>
                </a:cubicBezTo>
                <a:lnTo>
                  <a:pt x="5068" y="304"/>
                </a:lnTo>
                <a:cubicBezTo>
                  <a:pt x="5068" y="136"/>
                  <a:pt x="4932" y="0"/>
                  <a:pt x="4764" y="0"/>
                </a:cubicBezTo>
                <a:lnTo>
                  <a:pt x="305" y="0"/>
                </a:lnTo>
                <a:cubicBezTo>
                  <a:pt x="137" y="0"/>
                  <a:pt x="0" y="136"/>
                  <a:pt x="0" y="304"/>
                </a:cubicBezTo>
                <a:lnTo>
                  <a:pt x="0" y="1469"/>
                </a:lnTo>
                <a:cubicBezTo>
                  <a:pt x="0" y="1637"/>
                  <a:pt x="137" y="1773"/>
                  <a:pt x="305" y="1773"/>
                </a:cubicBezTo>
                <a:lnTo>
                  <a:pt x="2534" y="1773"/>
                </a:lnTo>
                <a:close/>
              </a:path>
            </a:pathLst>
          </a:custGeom>
          <a:solidFill>
            <a:srgbClr val="f7f9fc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5" name=""/>
          <p:cNvSpPr/>
          <p:nvPr/>
        </p:nvSpPr>
        <p:spPr>
          <a:xfrm>
            <a:off x="7463880" y="5433840"/>
            <a:ext cx="1824480" cy="638280"/>
          </a:xfrm>
          <a:custGeom>
            <a:avLst/>
            <a:gdLst/>
            <a:ahLst/>
            <a:rect l="0" t="0" r="r" b="b"/>
            <a:pathLst>
              <a:path w="5068" h="1773">
                <a:moveTo>
                  <a:pt x="2534" y="1773"/>
                </a:moveTo>
                <a:lnTo>
                  <a:pt x="4764" y="1773"/>
                </a:lnTo>
                <a:cubicBezTo>
                  <a:pt x="4932" y="1773"/>
                  <a:pt x="5068" y="1637"/>
                  <a:pt x="5068" y="1469"/>
                </a:cubicBezTo>
                <a:lnTo>
                  <a:pt x="5068" y="304"/>
                </a:lnTo>
                <a:cubicBezTo>
                  <a:pt x="5068" y="136"/>
                  <a:pt x="4932" y="0"/>
                  <a:pt x="4764" y="0"/>
                </a:cubicBezTo>
                <a:lnTo>
                  <a:pt x="305" y="0"/>
                </a:lnTo>
                <a:cubicBezTo>
                  <a:pt x="137" y="0"/>
                  <a:pt x="0" y="136"/>
                  <a:pt x="0" y="304"/>
                </a:cubicBezTo>
                <a:lnTo>
                  <a:pt x="0" y="1469"/>
                </a:lnTo>
                <a:cubicBezTo>
                  <a:pt x="0" y="1637"/>
                  <a:pt x="137" y="1773"/>
                  <a:pt x="305" y="1773"/>
                </a:cubicBezTo>
                <a:lnTo>
                  <a:pt x="2534" y="1773"/>
                </a:lnTo>
                <a:close/>
              </a:path>
            </a:pathLst>
          </a:custGeom>
          <a:noFill/>
          <a:ln w="18360">
            <a:solidFill>
              <a:srgbClr val="5b7696"/>
            </a:solidFill>
            <a:miter/>
          </a:ln>
        </p:spPr>
        <p:txBody>
          <a:bodyPr lIns="99000" rIns="99000" tIns="54000" bIns="54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6" name=""/>
          <p:cNvSpPr txBox="1"/>
          <p:nvPr/>
        </p:nvSpPr>
        <p:spPr>
          <a:xfrm>
            <a:off x="7979400" y="5556960"/>
            <a:ext cx="77292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150" strike="noStrike" u="none">
                <a:solidFill>
                  <a:srgbClr val="1f3654"/>
                </a:solidFill>
                <a:effectLst/>
                <a:uFillTx/>
                <a:latin typeface="Times New Roman"/>
              </a:rPr>
              <a:t>EVIDENCE</a:t>
            </a:r>
            <a:endParaRPr b="1" lang="en-US" sz="1150" strike="noStrike" u="none">
              <a:solidFill>
                <a:srgbClr val="1f3654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587" name=""/>
          <p:cNvSpPr txBox="1"/>
          <p:nvPr/>
        </p:nvSpPr>
        <p:spPr>
          <a:xfrm>
            <a:off x="8198280" y="5812200"/>
            <a:ext cx="343800" cy="15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1080" strike="noStrike" u="none">
                <a:solidFill>
                  <a:srgbClr val="52667f"/>
                </a:solidFill>
                <a:effectLst/>
                <a:uFillTx/>
                <a:latin typeface="Times New Roman"/>
              </a:rPr>
              <a:t>lawful</a:t>
            </a:r>
            <a:endParaRPr b="0" i="1" lang="en-US" sz="1080" strike="noStrike" u="none">
              <a:solidFill>
                <a:srgbClr val="52667f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588" name=""/>
          <p:cNvSpPr/>
          <p:nvPr/>
        </p:nvSpPr>
        <p:spPr>
          <a:xfrm>
            <a:off x="9744480" y="5433840"/>
            <a:ext cx="1824480" cy="638280"/>
          </a:xfrm>
          <a:custGeom>
            <a:avLst/>
            <a:gdLst/>
            <a:ahLst/>
            <a:rect l="0" t="0" r="r" b="b"/>
            <a:pathLst>
              <a:path w="5068" h="1773">
                <a:moveTo>
                  <a:pt x="2534" y="1773"/>
                </a:moveTo>
                <a:lnTo>
                  <a:pt x="4764" y="1773"/>
                </a:lnTo>
                <a:cubicBezTo>
                  <a:pt x="4932" y="1773"/>
                  <a:pt x="5068" y="1637"/>
                  <a:pt x="5068" y="1469"/>
                </a:cubicBezTo>
                <a:lnTo>
                  <a:pt x="5068" y="304"/>
                </a:lnTo>
                <a:cubicBezTo>
                  <a:pt x="5068" y="136"/>
                  <a:pt x="4932" y="0"/>
                  <a:pt x="4764" y="0"/>
                </a:cubicBezTo>
                <a:lnTo>
                  <a:pt x="304" y="0"/>
                </a:lnTo>
                <a:cubicBezTo>
                  <a:pt x="137" y="0"/>
                  <a:pt x="0" y="136"/>
                  <a:pt x="0" y="304"/>
                </a:cubicBezTo>
                <a:lnTo>
                  <a:pt x="0" y="1469"/>
                </a:lnTo>
                <a:cubicBezTo>
                  <a:pt x="0" y="1637"/>
                  <a:pt x="137" y="1773"/>
                  <a:pt x="304" y="1773"/>
                </a:cubicBezTo>
                <a:lnTo>
                  <a:pt x="2534" y="1773"/>
                </a:lnTo>
                <a:close/>
              </a:path>
            </a:pathLst>
          </a:custGeom>
          <a:solidFill>
            <a:srgbClr val="f7f9fc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9" name=""/>
          <p:cNvSpPr/>
          <p:nvPr/>
        </p:nvSpPr>
        <p:spPr>
          <a:xfrm>
            <a:off x="9744480" y="5433840"/>
            <a:ext cx="1824480" cy="638280"/>
          </a:xfrm>
          <a:custGeom>
            <a:avLst/>
            <a:gdLst/>
            <a:ahLst/>
            <a:rect l="0" t="0" r="r" b="b"/>
            <a:pathLst>
              <a:path w="5068" h="1773">
                <a:moveTo>
                  <a:pt x="2534" y="1773"/>
                </a:moveTo>
                <a:lnTo>
                  <a:pt x="4764" y="1773"/>
                </a:lnTo>
                <a:cubicBezTo>
                  <a:pt x="4932" y="1773"/>
                  <a:pt x="5068" y="1637"/>
                  <a:pt x="5068" y="1469"/>
                </a:cubicBezTo>
                <a:lnTo>
                  <a:pt x="5068" y="304"/>
                </a:lnTo>
                <a:cubicBezTo>
                  <a:pt x="5068" y="136"/>
                  <a:pt x="4932" y="0"/>
                  <a:pt x="4764" y="0"/>
                </a:cubicBezTo>
                <a:lnTo>
                  <a:pt x="304" y="0"/>
                </a:lnTo>
                <a:cubicBezTo>
                  <a:pt x="137" y="0"/>
                  <a:pt x="0" y="136"/>
                  <a:pt x="0" y="304"/>
                </a:cubicBezTo>
                <a:lnTo>
                  <a:pt x="0" y="1469"/>
                </a:lnTo>
                <a:cubicBezTo>
                  <a:pt x="0" y="1637"/>
                  <a:pt x="137" y="1773"/>
                  <a:pt x="304" y="1773"/>
                </a:cubicBezTo>
                <a:lnTo>
                  <a:pt x="2534" y="1773"/>
                </a:lnTo>
                <a:close/>
              </a:path>
            </a:pathLst>
          </a:custGeom>
          <a:noFill/>
          <a:ln w="18360">
            <a:solidFill>
              <a:srgbClr val="5b7696"/>
            </a:solidFill>
            <a:miter/>
          </a:ln>
        </p:spPr>
        <p:txBody>
          <a:bodyPr lIns="99000" rIns="99000" tIns="54000" bIns="54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0" name=""/>
          <p:cNvSpPr txBox="1"/>
          <p:nvPr/>
        </p:nvSpPr>
        <p:spPr>
          <a:xfrm>
            <a:off x="10232640" y="5556960"/>
            <a:ext cx="83268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150" strike="noStrike" u="none">
                <a:solidFill>
                  <a:srgbClr val="1f3654"/>
                </a:solidFill>
                <a:effectLst/>
                <a:uFillTx/>
                <a:latin typeface="Times New Roman"/>
              </a:rPr>
              <a:t>RECOVERY</a:t>
            </a:r>
            <a:endParaRPr b="1" lang="en-US" sz="1150" strike="noStrike" u="none">
              <a:solidFill>
                <a:srgbClr val="1f3654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591" name=""/>
          <p:cNvSpPr txBox="1"/>
          <p:nvPr/>
        </p:nvSpPr>
        <p:spPr>
          <a:xfrm>
            <a:off x="10488240" y="5812200"/>
            <a:ext cx="320760" cy="15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1080" strike="noStrike" u="none">
                <a:solidFill>
                  <a:srgbClr val="52667f"/>
                </a:solidFill>
                <a:effectLst/>
                <a:uFillTx/>
                <a:latin typeface="Times New Roman"/>
              </a:rPr>
              <a:t>tested</a:t>
            </a:r>
            <a:endParaRPr b="0" i="1" lang="en-US" sz="1080" strike="noStrike" u="none">
              <a:solidFill>
                <a:srgbClr val="52667f"/>
              </a:solidFill>
              <a:effectLst/>
              <a:uFillTx/>
              <a:latin typeface="Times New Roman"/>
              <a:ea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2" name=""/>
          <p:cNvSpPr/>
          <p:nvPr/>
        </p:nvSpPr>
        <p:spPr>
          <a:xfrm>
            <a:off x="166680" y="238320"/>
            <a:ext cx="11858400" cy="6380640"/>
          </a:xfrm>
          <a:custGeom>
            <a:avLst/>
            <a:gdLst/>
            <a:ahLst/>
            <a:rect l="0" t="0" r="r" b="b"/>
            <a:pathLst>
              <a:path w="32940" h="17724">
                <a:moveTo>
                  <a:pt x="0" y="0"/>
                </a:moveTo>
                <a:lnTo>
                  <a:pt x="32940" y="0"/>
                </a:lnTo>
                <a:lnTo>
                  <a:pt x="32940" y="17724"/>
                </a:lnTo>
                <a:lnTo>
                  <a:pt x="0" y="1772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3" name=""/>
          <p:cNvSpPr txBox="1"/>
          <p:nvPr/>
        </p:nvSpPr>
        <p:spPr>
          <a:xfrm>
            <a:off x="3071880" y="388440"/>
            <a:ext cx="601200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1720" strike="noStrike" u="none">
                <a:solidFill>
                  <a:srgbClr val="52667f"/>
                </a:solidFill>
                <a:effectLst/>
                <a:uFillTx/>
                <a:latin typeface="Times New Roman"/>
              </a:rPr>
              <a:t>different interfaces may compress detail; none may change the study</a:t>
            </a:r>
            <a:endParaRPr b="0" i="1" lang="en-US" sz="1720" strike="noStrike" u="none">
              <a:solidFill>
                <a:srgbClr val="52667f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594" name=""/>
          <p:cNvSpPr/>
          <p:nvPr/>
        </p:nvSpPr>
        <p:spPr>
          <a:xfrm>
            <a:off x="804960" y="1076760"/>
            <a:ext cx="3831480" cy="1203480"/>
          </a:xfrm>
          <a:custGeom>
            <a:avLst/>
            <a:gdLst/>
            <a:ahLst/>
            <a:rect l="0" t="0" r="r" b="b"/>
            <a:pathLst>
              <a:path w="10643" h="3343">
                <a:moveTo>
                  <a:pt x="5322" y="3343"/>
                </a:moveTo>
                <a:lnTo>
                  <a:pt x="10187" y="3343"/>
                </a:lnTo>
                <a:cubicBezTo>
                  <a:pt x="10439" y="3343"/>
                  <a:pt x="10643" y="3139"/>
                  <a:pt x="10643" y="2887"/>
                </a:cubicBezTo>
                <a:lnTo>
                  <a:pt x="10643" y="456"/>
                </a:lnTo>
                <a:cubicBezTo>
                  <a:pt x="10643" y="204"/>
                  <a:pt x="10439" y="0"/>
                  <a:pt x="10187" y="0"/>
                </a:cubicBezTo>
                <a:lnTo>
                  <a:pt x="457" y="0"/>
                </a:lnTo>
                <a:cubicBezTo>
                  <a:pt x="205" y="0"/>
                  <a:pt x="0" y="204"/>
                  <a:pt x="0" y="456"/>
                </a:cubicBezTo>
                <a:lnTo>
                  <a:pt x="0" y="2887"/>
                </a:lnTo>
                <a:cubicBezTo>
                  <a:pt x="0" y="3139"/>
                  <a:pt x="205" y="3343"/>
                  <a:pt x="457" y="3343"/>
                </a:cubicBezTo>
                <a:lnTo>
                  <a:pt x="5322" y="3343"/>
                </a:lnTo>
                <a:close/>
              </a:path>
            </a:pathLst>
          </a:custGeom>
          <a:solidFill>
            <a:srgbClr val="e7eef7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5" name=""/>
          <p:cNvSpPr/>
          <p:nvPr/>
        </p:nvSpPr>
        <p:spPr>
          <a:xfrm>
            <a:off x="804960" y="1076760"/>
            <a:ext cx="3831480" cy="1203480"/>
          </a:xfrm>
          <a:custGeom>
            <a:avLst/>
            <a:gdLst/>
            <a:ahLst/>
            <a:rect l="0" t="0" r="r" b="b"/>
            <a:pathLst>
              <a:path w="10643" h="3343">
                <a:moveTo>
                  <a:pt x="5322" y="3343"/>
                </a:moveTo>
                <a:lnTo>
                  <a:pt x="10187" y="3343"/>
                </a:lnTo>
                <a:cubicBezTo>
                  <a:pt x="10439" y="3343"/>
                  <a:pt x="10643" y="3139"/>
                  <a:pt x="10643" y="2887"/>
                </a:cubicBezTo>
                <a:lnTo>
                  <a:pt x="10643" y="456"/>
                </a:lnTo>
                <a:cubicBezTo>
                  <a:pt x="10643" y="204"/>
                  <a:pt x="10439" y="0"/>
                  <a:pt x="10187" y="0"/>
                </a:cubicBezTo>
                <a:lnTo>
                  <a:pt x="457" y="0"/>
                </a:lnTo>
                <a:cubicBezTo>
                  <a:pt x="205" y="0"/>
                  <a:pt x="0" y="204"/>
                  <a:pt x="0" y="456"/>
                </a:cubicBezTo>
                <a:lnTo>
                  <a:pt x="0" y="2887"/>
                </a:lnTo>
                <a:cubicBezTo>
                  <a:pt x="0" y="3139"/>
                  <a:pt x="205" y="3343"/>
                  <a:pt x="457" y="3343"/>
                </a:cubicBezTo>
                <a:lnTo>
                  <a:pt x="5322" y="3343"/>
                </a:lnTo>
                <a:close/>
              </a:path>
            </a:pathLst>
          </a:custGeom>
          <a:noFill/>
          <a:ln w="27360">
            <a:solidFill>
              <a:srgbClr val="284d7a"/>
            </a:solidFill>
            <a:miter/>
          </a:ln>
        </p:spPr>
        <p:txBody>
          <a:bodyPr lIns="103680" rIns="103680" tIns="58680" bIns="586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6" name=""/>
          <p:cNvSpPr txBox="1"/>
          <p:nvPr/>
        </p:nvSpPr>
        <p:spPr>
          <a:xfrm>
            <a:off x="1521360" y="1281960"/>
            <a:ext cx="241776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510" strike="noStrike" u="none">
                <a:solidFill>
                  <a:srgbClr val="1f3654"/>
                </a:solidFill>
                <a:effectLst/>
                <a:uFillTx/>
                <a:latin typeface="Times New Roman"/>
              </a:rPr>
              <a:t>INSTITUTIONAL RECORD</a:t>
            </a:r>
            <a:endParaRPr b="1" lang="en-US" sz="1510" strike="noStrike" u="none">
              <a:solidFill>
                <a:srgbClr val="1f3654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597" name=""/>
          <p:cNvSpPr txBox="1"/>
          <p:nvPr/>
        </p:nvSpPr>
        <p:spPr>
          <a:xfrm>
            <a:off x="2041200" y="1664640"/>
            <a:ext cx="140688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1150" strike="noStrike" u="none">
                <a:solidFill>
                  <a:srgbClr val="52667f"/>
                </a:solidFill>
                <a:effectLst/>
                <a:uFillTx/>
                <a:latin typeface="Times New Roman"/>
              </a:rPr>
              <a:t>official artefacts · forms</a:t>
            </a:r>
            <a:endParaRPr b="0" i="1" lang="en-US" sz="1150" strike="noStrike" u="none">
              <a:solidFill>
                <a:srgbClr val="52667f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598" name=""/>
          <p:cNvSpPr txBox="1"/>
          <p:nvPr/>
        </p:nvSpPr>
        <p:spPr>
          <a:xfrm>
            <a:off x="1812960" y="1929240"/>
            <a:ext cx="1758960" cy="15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1080" strike="noStrike" u="none">
                <a:solidFill>
                  <a:srgbClr val="52667f"/>
                </a:solidFill>
                <a:effectLst/>
                <a:uFillTx/>
                <a:latin typeface="Times New Roman"/>
              </a:rPr>
              <a:t>title · identity · reviewed content</a:t>
            </a:r>
            <a:endParaRPr b="0" i="1" lang="en-US" sz="1080" strike="noStrike" u="none">
              <a:solidFill>
                <a:srgbClr val="52667f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599" name=""/>
          <p:cNvSpPr/>
          <p:nvPr/>
        </p:nvSpPr>
        <p:spPr>
          <a:xfrm>
            <a:off x="7555320" y="1076760"/>
            <a:ext cx="3831480" cy="1203480"/>
          </a:xfrm>
          <a:custGeom>
            <a:avLst/>
            <a:gdLst/>
            <a:ahLst/>
            <a:rect l="0" t="0" r="r" b="b"/>
            <a:pathLst>
              <a:path w="10643" h="3343">
                <a:moveTo>
                  <a:pt x="5321" y="3343"/>
                </a:moveTo>
                <a:lnTo>
                  <a:pt x="10186" y="3343"/>
                </a:lnTo>
                <a:cubicBezTo>
                  <a:pt x="10438" y="3343"/>
                  <a:pt x="10643" y="3139"/>
                  <a:pt x="10643" y="2887"/>
                </a:cubicBezTo>
                <a:lnTo>
                  <a:pt x="10643" y="456"/>
                </a:lnTo>
                <a:cubicBezTo>
                  <a:pt x="10643" y="204"/>
                  <a:pt x="10438" y="0"/>
                  <a:pt x="10186" y="0"/>
                </a:cubicBezTo>
                <a:lnTo>
                  <a:pt x="456" y="0"/>
                </a:lnTo>
                <a:cubicBezTo>
                  <a:pt x="204" y="0"/>
                  <a:pt x="0" y="204"/>
                  <a:pt x="0" y="456"/>
                </a:cubicBezTo>
                <a:lnTo>
                  <a:pt x="0" y="2887"/>
                </a:lnTo>
                <a:cubicBezTo>
                  <a:pt x="0" y="3139"/>
                  <a:pt x="204" y="3343"/>
                  <a:pt x="456" y="3343"/>
                </a:cubicBezTo>
                <a:lnTo>
                  <a:pt x="5321" y="3343"/>
                </a:lnTo>
                <a:close/>
              </a:path>
            </a:pathLst>
          </a:custGeom>
          <a:solidFill>
            <a:srgbClr val="e7eef7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0" name=""/>
          <p:cNvSpPr/>
          <p:nvPr/>
        </p:nvSpPr>
        <p:spPr>
          <a:xfrm>
            <a:off x="7555320" y="1076760"/>
            <a:ext cx="3831480" cy="1203480"/>
          </a:xfrm>
          <a:custGeom>
            <a:avLst/>
            <a:gdLst/>
            <a:ahLst/>
            <a:rect l="0" t="0" r="r" b="b"/>
            <a:pathLst>
              <a:path w="10643" h="3343">
                <a:moveTo>
                  <a:pt x="5321" y="3343"/>
                </a:moveTo>
                <a:lnTo>
                  <a:pt x="10186" y="3343"/>
                </a:lnTo>
                <a:cubicBezTo>
                  <a:pt x="10438" y="3343"/>
                  <a:pt x="10643" y="3139"/>
                  <a:pt x="10643" y="2887"/>
                </a:cubicBezTo>
                <a:lnTo>
                  <a:pt x="10643" y="456"/>
                </a:lnTo>
                <a:cubicBezTo>
                  <a:pt x="10643" y="204"/>
                  <a:pt x="10438" y="0"/>
                  <a:pt x="10186" y="0"/>
                </a:cubicBezTo>
                <a:lnTo>
                  <a:pt x="456" y="0"/>
                </a:lnTo>
                <a:cubicBezTo>
                  <a:pt x="204" y="0"/>
                  <a:pt x="0" y="204"/>
                  <a:pt x="0" y="456"/>
                </a:cubicBezTo>
                <a:lnTo>
                  <a:pt x="0" y="2887"/>
                </a:lnTo>
                <a:cubicBezTo>
                  <a:pt x="0" y="3139"/>
                  <a:pt x="204" y="3343"/>
                  <a:pt x="456" y="3343"/>
                </a:cubicBezTo>
                <a:lnTo>
                  <a:pt x="5321" y="3343"/>
                </a:lnTo>
                <a:close/>
              </a:path>
            </a:pathLst>
          </a:custGeom>
          <a:noFill/>
          <a:ln w="27360">
            <a:solidFill>
              <a:srgbClr val="284d7a"/>
            </a:solidFill>
            <a:miter/>
          </a:ln>
        </p:spPr>
        <p:txBody>
          <a:bodyPr lIns="103680" rIns="103680" tIns="58680" bIns="586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1" name=""/>
          <p:cNvSpPr txBox="1"/>
          <p:nvPr/>
        </p:nvSpPr>
        <p:spPr>
          <a:xfrm>
            <a:off x="8043480" y="1281960"/>
            <a:ext cx="288144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510" strike="noStrike" u="none">
                <a:solidFill>
                  <a:srgbClr val="1f3654"/>
                </a:solidFill>
                <a:effectLst/>
                <a:uFillTx/>
                <a:latin typeface="Times New Roman"/>
              </a:rPr>
              <a:t>PRIVATE EVIDENCE PACKAGE</a:t>
            </a:r>
            <a:endParaRPr b="1" lang="en-US" sz="1510" strike="noStrike" u="none">
              <a:solidFill>
                <a:srgbClr val="1f3654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602" name=""/>
          <p:cNvSpPr txBox="1"/>
          <p:nvPr/>
        </p:nvSpPr>
        <p:spPr>
          <a:xfrm>
            <a:off x="8618040" y="1664640"/>
            <a:ext cx="171252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1150" strike="noStrike" u="none">
                <a:solidFill>
                  <a:srgbClr val="52667f"/>
                </a:solidFill>
                <a:effectLst/>
                <a:uFillTx/>
                <a:latin typeface="Times New Roman"/>
              </a:rPr>
              <a:t>release · corpus · provenance</a:t>
            </a:r>
            <a:endParaRPr b="0" i="1" lang="en-US" sz="1150" strike="noStrike" u="none">
              <a:solidFill>
                <a:srgbClr val="52667f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603" name=""/>
          <p:cNvSpPr txBox="1"/>
          <p:nvPr/>
        </p:nvSpPr>
        <p:spPr>
          <a:xfrm>
            <a:off x="8763840" y="1929240"/>
            <a:ext cx="1359360" cy="15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1080" strike="noStrike" u="none">
                <a:solidFill>
                  <a:srgbClr val="52667f"/>
                </a:solidFill>
                <a:effectLst/>
                <a:uFillTx/>
                <a:latin typeface="Times New Roman"/>
              </a:rPr>
              <a:t>access · rights · recovery</a:t>
            </a:r>
            <a:endParaRPr b="0" i="1" lang="en-US" sz="1080" strike="noStrike" u="none">
              <a:solidFill>
                <a:srgbClr val="52667f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604" name=""/>
          <p:cNvSpPr/>
          <p:nvPr/>
        </p:nvSpPr>
        <p:spPr>
          <a:xfrm>
            <a:off x="804960" y="4157640"/>
            <a:ext cx="3831480" cy="1203480"/>
          </a:xfrm>
          <a:custGeom>
            <a:avLst/>
            <a:gdLst/>
            <a:ahLst/>
            <a:rect l="0" t="0" r="r" b="b"/>
            <a:pathLst>
              <a:path w="10643" h="3343">
                <a:moveTo>
                  <a:pt x="5322" y="3343"/>
                </a:moveTo>
                <a:lnTo>
                  <a:pt x="10187" y="3343"/>
                </a:lnTo>
                <a:cubicBezTo>
                  <a:pt x="10439" y="3343"/>
                  <a:pt x="10643" y="3139"/>
                  <a:pt x="10643" y="2887"/>
                </a:cubicBezTo>
                <a:lnTo>
                  <a:pt x="10643" y="456"/>
                </a:lnTo>
                <a:cubicBezTo>
                  <a:pt x="10643" y="204"/>
                  <a:pt x="10439" y="0"/>
                  <a:pt x="10187" y="0"/>
                </a:cubicBezTo>
                <a:lnTo>
                  <a:pt x="457" y="0"/>
                </a:lnTo>
                <a:cubicBezTo>
                  <a:pt x="205" y="0"/>
                  <a:pt x="0" y="204"/>
                  <a:pt x="0" y="456"/>
                </a:cubicBezTo>
                <a:lnTo>
                  <a:pt x="0" y="2887"/>
                </a:lnTo>
                <a:cubicBezTo>
                  <a:pt x="0" y="3139"/>
                  <a:pt x="205" y="3343"/>
                  <a:pt x="457" y="3343"/>
                </a:cubicBezTo>
                <a:lnTo>
                  <a:pt x="5322" y="3343"/>
                </a:lnTo>
                <a:close/>
              </a:path>
            </a:pathLst>
          </a:custGeom>
          <a:solidFill>
            <a:srgbClr val="e7eef7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5" name=""/>
          <p:cNvSpPr/>
          <p:nvPr/>
        </p:nvSpPr>
        <p:spPr>
          <a:xfrm>
            <a:off x="804960" y="4157640"/>
            <a:ext cx="3831480" cy="1203480"/>
          </a:xfrm>
          <a:custGeom>
            <a:avLst/>
            <a:gdLst/>
            <a:ahLst/>
            <a:rect l="0" t="0" r="r" b="b"/>
            <a:pathLst>
              <a:path w="10643" h="3343">
                <a:moveTo>
                  <a:pt x="5322" y="3343"/>
                </a:moveTo>
                <a:lnTo>
                  <a:pt x="10187" y="3343"/>
                </a:lnTo>
                <a:cubicBezTo>
                  <a:pt x="10439" y="3343"/>
                  <a:pt x="10643" y="3139"/>
                  <a:pt x="10643" y="2887"/>
                </a:cubicBezTo>
                <a:lnTo>
                  <a:pt x="10643" y="456"/>
                </a:lnTo>
                <a:cubicBezTo>
                  <a:pt x="10643" y="204"/>
                  <a:pt x="10439" y="0"/>
                  <a:pt x="10187" y="0"/>
                </a:cubicBezTo>
                <a:lnTo>
                  <a:pt x="457" y="0"/>
                </a:lnTo>
                <a:cubicBezTo>
                  <a:pt x="205" y="0"/>
                  <a:pt x="0" y="204"/>
                  <a:pt x="0" y="456"/>
                </a:cubicBezTo>
                <a:lnTo>
                  <a:pt x="0" y="2887"/>
                </a:lnTo>
                <a:cubicBezTo>
                  <a:pt x="0" y="3139"/>
                  <a:pt x="205" y="3343"/>
                  <a:pt x="457" y="3343"/>
                </a:cubicBezTo>
                <a:lnTo>
                  <a:pt x="5322" y="3343"/>
                </a:lnTo>
                <a:close/>
              </a:path>
            </a:pathLst>
          </a:custGeom>
          <a:noFill/>
          <a:ln w="27360">
            <a:solidFill>
              <a:srgbClr val="284d7a"/>
            </a:solidFill>
            <a:miter/>
          </a:ln>
        </p:spPr>
        <p:txBody>
          <a:bodyPr lIns="103680" rIns="103680" tIns="58680" bIns="586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6" name=""/>
          <p:cNvSpPr txBox="1"/>
          <p:nvPr/>
        </p:nvSpPr>
        <p:spPr>
          <a:xfrm>
            <a:off x="1420920" y="4362840"/>
            <a:ext cx="261432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510" strike="noStrike" u="none">
                <a:solidFill>
                  <a:srgbClr val="1f3654"/>
                </a:solidFill>
                <a:effectLst/>
                <a:uFillTx/>
                <a:latin typeface="Times New Roman"/>
              </a:rPr>
              <a:t>DEMONSTRATION + SLIDES</a:t>
            </a:r>
            <a:endParaRPr b="1" lang="en-US" sz="1510" strike="noStrike" u="none">
              <a:solidFill>
                <a:srgbClr val="1f3654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607" name=""/>
          <p:cNvSpPr txBox="1"/>
          <p:nvPr/>
        </p:nvSpPr>
        <p:spPr>
          <a:xfrm>
            <a:off x="2022840" y="4745520"/>
            <a:ext cx="143892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1150" strike="noStrike" u="none">
                <a:solidFill>
                  <a:srgbClr val="52667f"/>
                </a:solidFill>
                <a:effectLst/>
                <a:uFillTx/>
                <a:latin typeface="Times New Roman"/>
              </a:rPr>
              <a:t>selected evidential paths</a:t>
            </a:r>
            <a:endParaRPr b="0" i="1" lang="en-US" sz="1150" strike="noStrike" u="none">
              <a:solidFill>
                <a:srgbClr val="52667f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608" name=""/>
          <p:cNvSpPr txBox="1"/>
          <p:nvPr/>
        </p:nvSpPr>
        <p:spPr>
          <a:xfrm>
            <a:off x="1877040" y="5010120"/>
            <a:ext cx="1622520" cy="15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1080" strike="noStrike" u="none">
                <a:solidFill>
                  <a:srgbClr val="52667f"/>
                </a:solidFill>
                <a:effectLst/>
                <a:uFillTx/>
                <a:latin typeface="Times New Roman"/>
              </a:rPr>
              <a:t>same units · result · boundary</a:t>
            </a:r>
            <a:endParaRPr b="0" i="1" lang="en-US" sz="1080" strike="noStrike" u="none">
              <a:solidFill>
                <a:srgbClr val="52667f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609" name=""/>
          <p:cNvSpPr/>
          <p:nvPr/>
        </p:nvSpPr>
        <p:spPr>
          <a:xfrm>
            <a:off x="7555320" y="4157640"/>
            <a:ext cx="3831480" cy="1203480"/>
          </a:xfrm>
          <a:custGeom>
            <a:avLst/>
            <a:gdLst/>
            <a:ahLst/>
            <a:rect l="0" t="0" r="r" b="b"/>
            <a:pathLst>
              <a:path w="10643" h="3343">
                <a:moveTo>
                  <a:pt x="5321" y="3343"/>
                </a:moveTo>
                <a:lnTo>
                  <a:pt x="10186" y="3343"/>
                </a:lnTo>
                <a:cubicBezTo>
                  <a:pt x="10438" y="3343"/>
                  <a:pt x="10643" y="3139"/>
                  <a:pt x="10643" y="2887"/>
                </a:cubicBezTo>
                <a:lnTo>
                  <a:pt x="10643" y="456"/>
                </a:lnTo>
                <a:cubicBezTo>
                  <a:pt x="10643" y="204"/>
                  <a:pt x="10438" y="0"/>
                  <a:pt x="10186" y="0"/>
                </a:cubicBezTo>
                <a:lnTo>
                  <a:pt x="456" y="0"/>
                </a:lnTo>
                <a:cubicBezTo>
                  <a:pt x="204" y="0"/>
                  <a:pt x="0" y="204"/>
                  <a:pt x="0" y="456"/>
                </a:cubicBezTo>
                <a:lnTo>
                  <a:pt x="0" y="2887"/>
                </a:lnTo>
                <a:cubicBezTo>
                  <a:pt x="0" y="3139"/>
                  <a:pt x="204" y="3343"/>
                  <a:pt x="456" y="3343"/>
                </a:cubicBezTo>
                <a:lnTo>
                  <a:pt x="5321" y="3343"/>
                </a:lnTo>
                <a:close/>
              </a:path>
            </a:pathLst>
          </a:custGeom>
          <a:solidFill>
            <a:srgbClr val="e7eef7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0" name=""/>
          <p:cNvSpPr/>
          <p:nvPr/>
        </p:nvSpPr>
        <p:spPr>
          <a:xfrm>
            <a:off x="7555320" y="4157640"/>
            <a:ext cx="3831480" cy="1203480"/>
          </a:xfrm>
          <a:custGeom>
            <a:avLst/>
            <a:gdLst/>
            <a:ahLst/>
            <a:rect l="0" t="0" r="r" b="b"/>
            <a:pathLst>
              <a:path w="10643" h="3343">
                <a:moveTo>
                  <a:pt x="5321" y="3343"/>
                </a:moveTo>
                <a:lnTo>
                  <a:pt x="10186" y="3343"/>
                </a:lnTo>
                <a:cubicBezTo>
                  <a:pt x="10438" y="3343"/>
                  <a:pt x="10643" y="3139"/>
                  <a:pt x="10643" y="2887"/>
                </a:cubicBezTo>
                <a:lnTo>
                  <a:pt x="10643" y="456"/>
                </a:lnTo>
                <a:cubicBezTo>
                  <a:pt x="10643" y="204"/>
                  <a:pt x="10438" y="0"/>
                  <a:pt x="10186" y="0"/>
                </a:cubicBezTo>
                <a:lnTo>
                  <a:pt x="456" y="0"/>
                </a:lnTo>
                <a:cubicBezTo>
                  <a:pt x="204" y="0"/>
                  <a:pt x="0" y="204"/>
                  <a:pt x="0" y="456"/>
                </a:cubicBezTo>
                <a:lnTo>
                  <a:pt x="0" y="2887"/>
                </a:lnTo>
                <a:cubicBezTo>
                  <a:pt x="0" y="3139"/>
                  <a:pt x="204" y="3343"/>
                  <a:pt x="456" y="3343"/>
                </a:cubicBezTo>
                <a:lnTo>
                  <a:pt x="5321" y="3343"/>
                </a:lnTo>
                <a:close/>
              </a:path>
            </a:pathLst>
          </a:custGeom>
          <a:noFill/>
          <a:ln w="27360">
            <a:solidFill>
              <a:srgbClr val="284d7a"/>
            </a:solidFill>
            <a:miter/>
          </a:ln>
        </p:spPr>
        <p:txBody>
          <a:bodyPr lIns="103680" rIns="103680" tIns="58680" bIns="586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1" name=""/>
          <p:cNvSpPr txBox="1"/>
          <p:nvPr/>
        </p:nvSpPr>
        <p:spPr>
          <a:xfrm>
            <a:off x="8709120" y="4362840"/>
            <a:ext cx="153216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510" strike="noStrike" u="none">
                <a:solidFill>
                  <a:srgbClr val="1f3654"/>
                </a:solidFill>
                <a:effectLst/>
                <a:uFillTx/>
                <a:latin typeface="Times New Roman"/>
              </a:rPr>
              <a:t>ORAL ANSWERS</a:t>
            </a:r>
            <a:endParaRPr b="1" lang="en-US" sz="1510" strike="noStrike" u="none">
              <a:solidFill>
                <a:srgbClr val="1f3654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612" name=""/>
          <p:cNvSpPr txBox="1"/>
          <p:nvPr/>
        </p:nvSpPr>
        <p:spPr>
          <a:xfrm>
            <a:off x="8681760" y="4745520"/>
            <a:ext cx="159336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1150" strike="noStrike" u="none">
                <a:solidFill>
                  <a:srgbClr val="52667f"/>
                </a:solidFill>
                <a:effectLst/>
                <a:uFillTx/>
                <a:latin typeface="Times New Roman"/>
              </a:rPr>
              <a:t>judgement under challenge</a:t>
            </a:r>
            <a:endParaRPr b="0" i="1" lang="en-US" sz="1150" strike="noStrike" u="none">
              <a:solidFill>
                <a:srgbClr val="52667f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613" name=""/>
          <p:cNvSpPr txBox="1"/>
          <p:nvPr/>
        </p:nvSpPr>
        <p:spPr>
          <a:xfrm>
            <a:off x="8490240" y="5010120"/>
            <a:ext cx="1877040" cy="15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1080" strike="noStrike" u="none">
                <a:solidFill>
                  <a:srgbClr val="52667f"/>
                </a:solidFill>
                <a:effectLst/>
                <a:uFillTx/>
                <a:latin typeface="Times New Roman"/>
              </a:rPr>
              <a:t>evidence · uncertainty · correction</a:t>
            </a:r>
            <a:endParaRPr b="0" i="1" lang="en-US" sz="1080" strike="noStrike" u="none">
              <a:solidFill>
                <a:srgbClr val="52667f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614" name=""/>
          <p:cNvSpPr/>
          <p:nvPr/>
        </p:nvSpPr>
        <p:spPr>
          <a:xfrm>
            <a:off x="4499640" y="2608200"/>
            <a:ext cx="3192480" cy="1640880"/>
          </a:xfrm>
          <a:custGeom>
            <a:avLst/>
            <a:gdLst/>
            <a:ahLst/>
            <a:rect l="0" t="0" r="r" b="b"/>
            <a:pathLst>
              <a:path w="8868" h="4558">
                <a:moveTo>
                  <a:pt x="4435" y="4558"/>
                </a:moveTo>
                <a:lnTo>
                  <a:pt x="8158" y="4558"/>
                </a:lnTo>
                <a:cubicBezTo>
                  <a:pt x="8550" y="4558"/>
                  <a:pt x="8868" y="4240"/>
                  <a:pt x="8868" y="3848"/>
                </a:cubicBezTo>
                <a:lnTo>
                  <a:pt x="8868" y="710"/>
                </a:lnTo>
                <a:cubicBezTo>
                  <a:pt x="8868" y="318"/>
                  <a:pt x="8550" y="0"/>
                  <a:pt x="8158" y="0"/>
                </a:cubicBezTo>
                <a:lnTo>
                  <a:pt x="710" y="0"/>
                </a:lnTo>
                <a:cubicBezTo>
                  <a:pt x="318" y="0"/>
                  <a:pt x="0" y="318"/>
                  <a:pt x="0" y="710"/>
                </a:cubicBezTo>
                <a:lnTo>
                  <a:pt x="0" y="3848"/>
                </a:lnTo>
                <a:cubicBezTo>
                  <a:pt x="0" y="4240"/>
                  <a:pt x="318" y="4558"/>
                  <a:pt x="710" y="4558"/>
                </a:cubicBezTo>
                <a:lnTo>
                  <a:pt x="4435" y="4558"/>
                </a:lnTo>
                <a:close/>
              </a:path>
            </a:pathLst>
          </a:custGeom>
          <a:solidFill>
            <a:srgbClr val="eaf4eb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5" name=""/>
          <p:cNvSpPr/>
          <p:nvPr/>
        </p:nvSpPr>
        <p:spPr>
          <a:xfrm>
            <a:off x="4499640" y="2608200"/>
            <a:ext cx="3192480" cy="1640880"/>
          </a:xfrm>
          <a:custGeom>
            <a:avLst/>
            <a:gdLst/>
            <a:ahLst/>
            <a:rect l="0" t="0" r="r" b="b"/>
            <a:pathLst>
              <a:path w="8868" h="4558">
                <a:moveTo>
                  <a:pt x="4435" y="4558"/>
                </a:moveTo>
                <a:lnTo>
                  <a:pt x="8158" y="4558"/>
                </a:lnTo>
                <a:cubicBezTo>
                  <a:pt x="8550" y="4558"/>
                  <a:pt x="8868" y="4240"/>
                  <a:pt x="8868" y="3848"/>
                </a:cubicBezTo>
                <a:lnTo>
                  <a:pt x="8868" y="710"/>
                </a:lnTo>
                <a:cubicBezTo>
                  <a:pt x="8868" y="318"/>
                  <a:pt x="8550" y="0"/>
                  <a:pt x="8158" y="0"/>
                </a:cubicBezTo>
                <a:lnTo>
                  <a:pt x="710" y="0"/>
                </a:lnTo>
                <a:cubicBezTo>
                  <a:pt x="318" y="0"/>
                  <a:pt x="0" y="318"/>
                  <a:pt x="0" y="710"/>
                </a:cubicBezTo>
                <a:lnTo>
                  <a:pt x="0" y="3848"/>
                </a:lnTo>
                <a:cubicBezTo>
                  <a:pt x="0" y="4240"/>
                  <a:pt x="318" y="4558"/>
                  <a:pt x="710" y="4558"/>
                </a:cubicBezTo>
                <a:lnTo>
                  <a:pt x="4435" y="4558"/>
                </a:lnTo>
                <a:close/>
              </a:path>
            </a:pathLst>
          </a:custGeom>
          <a:noFill/>
          <a:ln w="36360">
            <a:solidFill>
              <a:srgbClr val="3b7650"/>
            </a:solidFill>
            <a:miter/>
          </a:ln>
        </p:spPr>
        <p:txBody>
          <a:bodyPr lIns="108000" rIns="108000" tIns="63000" bIns="63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6" name=""/>
          <p:cNvSpPr txBox="1"/>
          <p:nvPr/>
        </p:nvSpPr>
        <p:spPr>
          <a:xfrm>
            <a:off x="5252400" y="2813400"/>
            <a:ext cx="169632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790" strike="noStrike" u="none">
                <a:solidFill>
                  <a:srgbClr val="2d5a3e"/>
                </a:solidFill>
                <a:effectLst/>
                <a:uFillTx/>
                <a:latin typeface="Times New Roman"/>
              </a:rPr>
              <a:t>ONE BOUNDED</a:t>
            </a:r>
            <a:endParaRPr b="1" lang="en-US" sz="1790" strike="noStrike" u="none">
              <a:solidFill>
                <a:srgbClr val="2d5a3e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617" name=""/>
          <p:cNvSpPr txBox="1"/>
          <p:nvPr/>
        </p:nvSpPr>
        <p:spPr>
          <a:xfrm>
            <a:off x="5188320" y="3114360"/>
            <a:ext cx="181728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790" strike="noStrike" u="none">
                <a:solidFill>
                  <a:srgbClr val="2d5a3e"/>
                </a:solidFill>
                <a:effectLst/>
                <a:uFillTx/>
                <a:latin typeface="Times New Roman"/>
              </a:rPr>
              <a:t>CONTRIBUTION</a:t>
            </a:r>
            <a:endParaRPr b="1" lang="en-US" sz="1790" strike="noStrike" u="none">
              <a:solidFill>
                <a:srgbClr val="2d5a3e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618" name=""/>
          <p:cNvSpPr txBox="1"/>
          <p:nvPr/>
        </p:nvSpPr>
        <p:spPr>
          <a:xfrm>
            <a:off x="5188320" y="3524040"/>
            <a:ext cx="183708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1150" strike="noStrike" u="none">
                <a:solidFill>
                  <a:srgbClr val="2d5a3e"/>
                </a:solidFill>
                <a:effectLst/>
                <a:uFillTx/>
                <a:latin typeface="Times New Roman"/>
              </a:rPr>
              <a:t>question · evidence · judgement</a:t>
            </a:r>
            <a:endParaRPr b="0" i="1" lang="en-US" sz="1150" strike="noStrike" u="none">
              <a:solidFill>
                <a:srgbClr val="2d5a3e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619" name=""/>
          <p:cNvSpPr txBox="1"/>
          <p:nvPr/>
        </p:nvSpPr>
        <p:spPr>
          <a:xfrm>
            <a:off x="5097240" y="3797640"/>
            <a:ext cx="205704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1150" strike="noStrike" u="none">
                <a:solidFill>
                  <a:srgbClr val="2d5a3e"/>
                </a:solidFill>
                <a:effectLst/>
                <a:uFillTx/>
                <a:latin typeface="Times New Roman"/>
              </a:rPr>
              <a:t>uncertainty · limitation · assistance</a:t>
            </a:r>
            <a:endParaRPr b="0" i="1" lang="en-US" sz="1150" strike="noStrike" u="none">
              <a:solidFill>
                <a:srgbClr val="2d5a3e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620" name=""/>
          <p:cNvSpPr/>
          <p:nvPr/>
        </p:nvSpPr>
        <p:spPr>
          <a:xfrm>
            <a:off x="2720880" y="2280240"/>
            <a:ext cx="2554200" cy="327960"/>
          </a:xfrm>
          <a:prstGeom prst="line">
            <a:avLst/>
          </a:prstGeom>
          <a:ln w="27360">
            <a:solidFill>
              <a:srgbClr val="284d7a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3680" rIns="103680" tIns="58680" bIns="586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1" name=""/>
          <p:cNvSpPr/>
          <p:nvPr/>
        </p:nvSpPr>
        <p:spPr>
          <a:xfrm>
            <a:off x="5013360" y="2441520"/>
            <a:ext cx="288720" cy="271080"/>
          </a:xfrm>
          <a:custGeom>
            <a:avLst/>
            <a:gdLst/>
            <a:ahLst/>
            <a:rect l="0" t="0" r="r" b="b"/>
            <a:pathLst>
              <a:path w="802" h="753">
                <a:moveTo>
                  <a:pt x="97" y="0"/>
                </a:moveTo>
                <a:lnTo>
                  <a:pt x="802" y="473"/>
                </a:lnTo>
                <a:lnTo>
                  <a:pt x="0" y="753"/>
                </a:lnTo>
                <a:lnTo>
                  <a:pt x="97" y="0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2" name=""/>
          <p:cNvSpPr/>
          <p:nvPr/>
        </p:nvSpPr>
        <p:spPr>
          <a:xfrm flipH="1">
            <a:off x="6916680" y="2280240"/>
            <a:ext cx="2554200" cy="327960"/>
          </a:xfrm>
          <a:prstGeom prst="line">
            <a:avLst/>
          </a:prstGeom>
          <a:ln w="27360">
            <a:solidFill>
              <a:srgbClr val="284d7a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3680" rIns="103680" tIns="58680" bIns="586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3" name=""/>
          <p:cNvSpPr/>
          <p:nvPr/>
        </p:nvSpPr>
        <p:spPr>
          <a:xfrm>
            <a:off x="6889680" y="2441520"/>
            <a:ext cx="288720" cy="271080"/>
          </a:xfrm>
          <a:custGeom>
            <a:avLst/>
            <a:gdLst/>
            <a:ahLst/>
            <a:rect l="0" t="0" r="r" b="b"/>
            <a:pathLst>
              <a:path w="802" h="753">
                <a:moveTo>
                  <a:pt x="802" y="753"/>
                </a:moveTo>
                <a:lnTo>
                  <a:pt x="0" y="473"/>
                </a:lnTo>
                <a:lnTo>
                  <a:pt x="705" y="0"/>
                </a:lnTo>
                <a:lnTo>
                  <a:pt x="802" y="753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4" name=""/>
          <p:cNvSpPr/>
          <p:nvPr/>
        </p:nvSpPr>
        <p:spPr>
          <a:xfrm>
            <a:off x="6889680" y="2441520"/>
            <a:ext cx="288720" cy="271080"/>
          </a:xfrm>
          <a:custGeom>
            <a:avLst/>
            <a:gdLst/>
            <a:ahLst/>
            <a:rect l="0" t="0" r="r" b="b"/>
            <a:pathLst>
              <a:path w="802" h="753">
                <a:moveTo>
                  <a:pt x="802" y="753"/>
                </a:moveTo>
                <a:lnTo>
                  <a:pt x="0" y="473"/>
                </a:lnTo>
                <a:lnTo>
                  <a:pt x="705" y="0"/>
                </a:lnTo>
                <a:lnTo>
                  <a:pt x="802" y="753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5" name=""/>
          <p:cNvSpPr/>
          <p:nvPr/>
        </p:nvSpPr>
        <p:spPr>
          <a:xfrm>
            <a:off x="2720880" y="4157640"/>
            <a:ext cx="2554200" cy="91440"/>
          </a:xfrm>
          <a:prstGeom prst="line">
            <a:avLst/>
          </a:prstGeom>
          <a:ln w="27360">
            <a:solidFill>
              <a:srgbClr val="284d7a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3680" rIns="103680" tIns="32760" bIns="3276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6" name=""/>
          <p:cNvSpPr/>
          <p:nvPr/>
        </p:nvSpPr>
        <p:spPr>
          <a:xfrm>
            <a:off x="5024160" y="4103640"/>
            <a:ext cx="278280" cy="273240"/>
          </a:xfrm>
          <a:custGeom>
            <a:avLst/>
            <a:gdLst/>
            <a:ahLst/>
            <a:rect l="0" t="0" r="r" b="b"/>
            <a:pathLst>
              <a:path w="773" h="759">
                <a:moveTo>
                  <a:pt x="27" y="0"/>
                </a:moveTo>
                <a:lnTo>
                  <a:pt x="773" y="406"/>
                </a:lnTo>
                <a:lnTo>
                  <a:pt x="0" y="759"/>
                </a:lnTo>
                <a:lnTo>
                  <a:pt x="27" y="0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7" name=""/>
          <p:cNvSpPr/>
          <p:nvPr/>
        </p:nvSpPr>
        <p:spPr>
          <a:xfrm>
            <a:off x="5024160" y="4103640"/>
            <a:ext cx="278280" cy="273240"/>
          </a:xfrm>
          <a:custGeom>
            <a:avLst/>
            <a:gdLst/>
            <a:ahLst/>
            <a:rect l="0" t="0" r="r" b="b"/>
            <a:pathLst>
              <a:path w="773" h="759">
                <a:moveTo>
                  <a:pt x="27" y="0"/>
                </a:moveTo>
                <a:lnTo>
                  <a:pt x="773" y="406"/>
                </a:lnTo>
                <a:lnTo>
                  <a:pt x="0" y="759"/>
                </a:lnTo>
                <a:lnTo>
                  <a:pt x="27" y="0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8" name=""/>
          <p:cNvSpPr/>
          <p:nvPr/>
        </p:nvSpPr>
        <p:spPr>
          <a:xfrm>
            <a:off x="5024160" y="4103640"/>
            <a:ext cx="278280" cy="273240"/>
          </a:xfrm>
          <a:custGeom>
            <a:avLst/>
            <a:gdLst/>
            <a:ahLst/>
            <a:rect l="0" t="0" r="r" b="b"/>
            <a:pathLst>
              <a:path w="773" h="759">
                <a:moveTo>
                  <a:pt x="27" y="0"/>
                </a:moveTo>
                <a:lnTo>
                  <a:pt x="773" y="406"/>
                </a:lnTo>
                <a:lnTo>
                  <a:pt x="0" y="759"/>
                </a:lnTo>
                <a:lnTo>
                  <a:pt x="27" y="0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9" name=""/>
          <p:cNvSpPr/>
          <p:nvPr/>
        </p:nvSpPr>
        <p:spPr>
          <a:xfrm flipH="1">
            <a:off x="6916680" y="4157640"/>
            <a:ext cx="2554200" cy="91440"/>
          </a:xfrm>
          <a:prstGeom prst="line">
            <a:avLst/>
          </a:prstGeom>
          <a:ln w="27360">
            <a:solidFill>
              <a:srgbClr val="284d7a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3680" rIns="103680" tIns="32760" bIns="3276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0" name=""/>
          <p:cNvSpPr/>
          <p:nvPr/>
        </p:nvSpPr>
        <p:spPr>
          <a:xfrm>
            <a:off x="6889320" y="4103640"/>
            <a:ext cx="278280" cy="273240"/>
          </a:xfrm>
          <a:custGeom>
            <a:avLst/>
            <a:gdLst/>
            <a:ahLst/>
            <a:rect l="0" t="0" r="r" b="b"/>
            <a:pathLst>
              <a:path w="773" h="759">
                <a:moveTo>
                  <a:pt x="773" y="759"/>
                </a:moveTo>
                <a:lnTo>
                  <a:pt x="0" y="406"/>
                </a:lnTo>
                <a:lnTo>
                  <a:pt x="746" y="0"/>
                </a:lnTo>
                <a:lnTo>
                  <a:pt x="773" y="759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1" name=""/>
          <p:cNvSpPr/>
          <p:nvPr/>
        </p:nvSpPr>
        <p:spPr>
          <a:xfrm>
            <a:off x="6889320" y="4103640"/>
            <a:ext cx="278280" cy="273240"/>
          </a:xfrm>
          <a:custGeom>
            <a:avLst/>
            <a:gdLst/>
            <a:ahLst/>
            <a:rect l="0" t="0" r="r" b="b"/>
            <a:pathLst>
              <a:path w="773" h="759">
                <a:moveTo>
                  <a:pt x="773" y="759"/>
                </a:moveTo>
                <a:lnTo>
                  <a:pt x="0" y="406"/>
                </a:lnTo>
                <a:lnTo>
                  <a:pt x="746" y="0"/>
                </a:lnTo>
                <a:lnTo>
                  <a:pt x="773" y="759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2" name=""/>
          <p:cNvSpPr/>
          <p:nvPr/>
        </p:nvSpPr>
        <p:spPr>
          <a:xfrm>
            <a:off x="6889320" y="4103640"/>
            <a:ext cx="278280" cy="273240"/>
          </a:xfrm>
          <a:custGeom>
            <a:avLst/>
            <a:gdLst/>
            <a:ahLst/>
            <a:rect l="0" t="0" r="r" b="b"/>
            <a:pathLst>
              <a:path w="773" h="759">
                <a:moveTo>
                  <a:pt x="773" y="759"/>
                </a:moveTo>
                <a:lnTo>
                  <a:pt x="0" y="406"/>
                </a:lnTo>
                <a:lnTo>
                  <a:pt x="746" y="0"/>
                </a:lnTo>
                <a:lnTo>
                  <a:pt x="773" y="759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3" name=""/>
          <p:cNvSpPr/>
          <p:nvPr/>
        </p:nvSpPr>
        <p:spPr>
          <a:xfrm>
            <a:off x="6889320" y="4103640"/>
            <a:ext cx="278280" cy="273240"/>
          </a:xfrm>
          <a:custGeom>
            <a:avLst/>
            <a:gdLst/>
            <a:ahLst/>
            <a:rect l="0" t="0" r="r" b="b"/>
            <a:pathLst>
              <a:path w="773" h="759">
                <a:moveTo>
                  <a:pt x="773" y="759"/>
                </a:moveTo>
                <a:lnTo>
                  <a:pt x="0" y="406"/>
                </a:lnTo>
                <a:lnTo>
                  <a:pt x="746" y="0"/>
                </a:lnTo>
                <a:lnTo>
                  <a:pt x="773" y="759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4" name=""/>
          <p:cNvSpPr/>
          <p:nvPr/>
        </p:nvSpPr>
        <p:spPr>
          <a:xfrm>
            <a:off x="1306800" y="5725800"/>
            <a:ext cx="9578160" cy="565200"/>
          </a:xfrm>
          <a:custGeom>
            <a:avLst/>
            <a:gdLst/>
            <a:ahLst/>
            <a:rect l="0" t="0" r="r" b="b"/>
            <a:pathLst>
              <a:path w="26606" h="1570">
                <a:moveTo>
                  <a:pt x="13304" y="1570"/>
                </a:moveTo>
                <a:lnTo>
                  <a:pt x="26251" y="1570"/>
                </a:lnTo>
                <a:cubicBezTo>
                  <a:pt x="26447" y="1570"/>
                  <a:pt x="26606" y="1411"/>
                  <a:pt x="26606" y="1215"/>
                </a:cubicBezTo>
                <a:lnTo>
                  <a:pt x="26606" y="354"/>
                </a:lnTo>
                <a:cubicBezTo>
                  <a:pt x="26606" y="158"/>
                  <a:pt x="26447" y="0"/>
                  <a:pt x="26251" y="0"/>
                </a:cubicBezTo>
                <a:lnTo>
                  <a:pt x="355" y="0"/>
                </a:lnTo>
                <a:cubicBezTo>
                  <a:pt x="159" y="0"/>
                  <a:pt x="0" y="158"/>
                  <a:pt x="0" y="354"/>
                </a:cubicBezTo>
                <a:lnTo>
                  <a:pt x="0" y="1215"/>
                </a:lnTo>
                <a:cubicBezTo>
                  <a:pt x="0" y="1411"/>
                  <a:pt x="159" y="1570"/>
                  <a:pt x="355" y="1570"/>
                </a:cubicBezTo>
                <a:lnTo>
                  <a:pt x="13304" y="1570"/>
                </a:lnTo>
                <a:close/>
              </a:path>
            </a:pathLst>
          </a:custGeom>
          <a:solidFill>
            <a:srgbClr val="fff7f6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5" name=""/>
          <p:cNvSpPr/>
          <p:nvPr/>
        </p:nvSpPr>
        <p:spPr>
          <a:xfrm>
            <a:off x="1306800" y="5725800"/>
            <a:ext cx="9578160" cy="565200"/>
          </a:xfrm>
          <a:custGeom>
            <a:avLst/>
            <a:gdLst/>
            <a:ahLst/>
            <a:rect l="0" t="0" r="r" b="b"/>
            <a:pathLst>
              <a:path w="26606" h="1570">
                <a:moveTo>
                  <a:pt x="13304" y="1570"/>
                </a:moveTo>
                <a:lnTo>
                  <a:pt x="26251" y="1570"/>
                </a:lnTo>
                <a:cubicBezTo>
                  <a:pt x="26447" y="1570"/>
                  <a:pt x="26606" y="1411"/>
                  <a:pt x="26606" y="1215"/>
                </a:cubicBezTo>
                <a:lnTo>
                  <a:pt x="26606" y="354"/>
                </a:lnTo>
                <a:cubicBezTo>
                  <a:pt x="26606" y="158"/>
                  <a:pt x="26447" y="0"/>
                  <a:pt x="26251" y="0"/>
                </a:cubicBezTo>
                <a:lnTo>
                  <a:pt x="355" y="0"/>
                </a:lnTo>
                <a:cubicBezTo>
                  <a:pt x="159" y="0"/>
                  <a:pt x="0" y="158"/>
                  <a:pt x="0" y="354"/>
                </a:cubicBezTo>
                <a:lnTo>
                  <a:pt x="0" y="1215"/>
                </a:lnTo>
                <a:cubicBezTo>
                  <a:pt x="0" y="1411"/>
                  <a:pt x="159" y="1570"/>
                  <a:pt x="355" y="1570"/>
                </a:cubicBezTo>
                <a:lnTo>
                  <a:pt x="13304" y="1570"/>
                </a:lnTo>
                <a:close/>
              </a:path>
            </a:pathLst>
          </a:custGeom>
          <a:noFill/>
          <a:ln w="27360">
            <a:solidFill>
              <a:srgbClr val="9a3d35"/>
            </a:solidFill>
            <a:miter/>
          </a:ln>
        </p:spPr>
        <p:txBody>
          <a:bodyPr lIns="103680" rIns="103680" tIns="58680" bIns="586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6" name=""/>
          <p:cNvSpPr txBox="1"/>
          <p:nvPr/>
        </p:nvSpPr>
        <p:spPr>
          <a:xfrm>
            <a:off x="4960440" y="5821560"/>
            <a:ext cx="2270160" cy="181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290" strike="noStrike" u="none">
                <a:solidFill>
                  <a:srgbClr val="7b302a"/>
                </a:solidFill>
                <a:effectLst/>
                <a:uFillTx/>
                <a:latin typeface="Times New Roman"/>
              </a:rPr>
              <a:t>NON-COMPENSATION RULE</a:t>
            </a:r>
            <a:endParaRPr b="1" lang="en-US" sz="1290" strike="noStrike" u="none">
              <a:solidFill>
                <a:srgbClr val="7b302a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637" name=""/>
          <p:cNvSpPr txBox="1"/>
          <p:nvPr/>
        </p:nvSpPr>
        <p:spPr>
          <a:xfrm>
            <a:off x="3336480" y="6067800"/>
            <a:ext cx="5279400" cy="15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1080" strike="noStrike" u="none">
                <a:solidFill>
                  <a:srgbClr val="6f2c27"/>
                </a:solidFill>
                <a:effectLst/>
                <a:uFillTx/>
                <a:latin typeface="Times New Roman"/>
              </a:rPr>
              <a:t>a strong performance cannot repair an inaccurate record, unsafe package or unsupported claim</a:t>
            </a:r>
            <a:endParaRPr b="0" i="1" lang="en-US" sz="1080" strike="noStrike" u="none">
              <a:solidFill>
                <a:srgbClr val="6f2c27"/>
              </a:solidFill>
              <a:effectLst/>
              <a:uFillTx/>
              <a:latin typeface="Times New Roman"/>
              <a:ea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LibreOffice/25.2.3.2$Linux_X86_64 LibreOffice_project/520$Build-2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2026-08-19T10:50:09Z</dcterms:created>
  <dc:creator>Antonio Clim and Martino Aldrigo</dc:creator>
  <dc:description>All 18 figures reconstructed as separately editable text, box, line, arrow and colour objects.</dc:description>
  <dc:language>en-US</dc:language>
  <cp:lastModifiedBy/>
  <dcterms:modified xsi:type="dcterms:W3CDTF">2026-08-19T10:50:14Z</dcterms:modified>
  <cp:revision>1</cp:revision>
  <dc:subject>Native editable figure collection</dc:subject>
  <dc:title>The Informatics Student’s Guide — 18 fully editable native figures</dc:title>
</cp:coreProperties>
</file>