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864B52-0B79-4AE4-9233-07BA631F23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F8EE989-8A0A-4FB8-8363-5870FC10757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31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31_CONN_IDENTITY_RESOLVED"/>
          <p:cNvCxnSpPr>
            <a:stCxn id="9" idx="2"/>
            <a:endCxn id="10" idx="0"/>
          </p:cNvCxnSpPr>
          <p:nvPr/>
        </p:nvCxnSpPr>
        <p:spPr>
          <a:xfrm flipH="1">
            <a:off x="3504960" y="911160"/>
            <a:ext cx="7560" cy="192600"/>
          </a:xfrm>
          <a:prstGeom prst="straightConnector1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1" name="F31_CONN_RESOLVED_APPRAISAL"/>
          <p:cNvCxnSpPr>
            <a:stCxn id="10" idx="1"/>
            <a:endCxn id="12" idx="3"/>
          </p:cNvCxnSpPr>
          <p:nvPr/>
        </p:nvCxnSpPr>
        <p:spPr>
          <a:xfrm flipH="1">
            <a:off x="2704320" y="1351800"/>
            <a:ext cx="306000" cy="15120"/>
          </a:xfrm>
          <a:prstGeom prst="straightConnector1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13" name="F31_CONN_RESOLVED_REPAIR"/>
          <p:cNvCxnSpPr>
            <a:stCxn id="10" idx="2"/>
            <a:endCxn id="14" idx="0"/>
          </p:cNvCxnSpPr>
          <p:nvPr/>
        </p:nvCxnSpPr>
        <p:spPr>
          <a:xfrm>
            <a:off x="3504960" y="1600560"/>
            <a:ext cx="24840" cy="343080"/>
          </a:xfrm>
          <a:prstGeom prst="straightConnector1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sp>
        <p:nvSpPr>
          <p:cNvPr id="15" name="F31_NODE_SEARCH"/>
          <p:cNvSpPr/>
          <p:nvPr/>
        </p:nvSpPr>
        <p:spPr>
          <a:xfrm>
            <a:off x="126000" y="389160"/>
            <a:ext cx="828000" cy="5220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F31_NODE_DISCOVERY"/>
          <p:cNvSpPr/>
          <p:nvPr/>
        </p:nvSpPr>
        <p:spPr>
          <a:xfrm>
            <a:off x="1044000" y="389160"/>
            <a:ext cx="900000" cy="522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F31_NODE_SOURCE"/>
          <p:cNvSpPr/>
          <p:nvPr/>
        </p:nvSpPr>
        <p:spPr>
          <a:xfrm>
            <a:off x="2034000" y="389160"/>
            <a:ext cx="900000" cy="52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F31_NODE_IDENTITY"/>
          <p:cNvSpPr/>
          <p:nvPr/>
        </p:nvSpPr>
        <p:spPr>
          <a:xfrm>
            <a:off x="3024000" y="389160"/>
            <a:ext cx="976320" cy="52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31_NODE_RESOLVED"/>
          <p:cNvSpPr/>
          <p:nvPr/>
        </p:nvSpPr>
        <p:spPr>
          <a:xfrm>
            <a:off x="3009960" y="1103400"/>
            <a:ext cx="990360" cy="497160"/>
          </a:xfrm>
          <a:custGeom>
            <a:avLst/>
            <a:gdLst/>
            <a:ahLst/>
            <a:rect l="0" t="0" r="r" b="b"/>
            <a:pathLst>
              <a:path w="2751" h="1381">
                <a:moveTo>
                  <a:pt x="1376" y="0"/>
                </a:moveTo>
                <a:lnTo>
                  <a:pt x="2751" y="691"/>
                </a:lnTo>
                <a:lnTo>
                  <a:pt x="1376" y="1381"/>
                </a:lnTo>
                <a:lnTo>
                  <a:pt x="0" y="691"/>
                </a:lnTo>
                <a:lnTo>
                  <a:pt x="1376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F31_NODE_APPRAISAL"/>
          <p:cNvSpPr/>
          <p:nvPr/>
        </p:nvSpPr>
        <p:spPr>
          <a:xfrm>
            <a:off x="1714320" y="1132560"/>
            <a:ext cx="990000" cy="46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F31_NODE_EVIDENCE"/>
          <p:cNvSpPr/>
          <p:nvPr/>
        </p:nvSpPr>
        <p:spPr>
          <a:xfrm>
            <a:off x="1143000" y="1943280"/>
            <a:ext cx="954000" cy="468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31_NODE_DECISION"/>
          <p:cNvSpPr/>
          <p:nvPr/>
        </p:nvSpPr>
        <p:spPr>
          <a:xfrm>
            <a:off x="110520" y="1943280"/>
            <a:ext cx="918000" cy="468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31_NODE_REPAIR"/>
          <p:cNvSpPr/>
          <p:nvPr/>
        </p:nvSpPr>
        <p:spPr>
          <a:xfrm>
            <a:off x="3085920" y="1943280"/>
            <a:ext cx="887400" cy="396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31_NOTE_RETURN"/>
          <p:cNvSpPr/>
          <p:nvPr/>
        </p:nvSpPr>
        <p:spPr>
          <a:xfrm>
            <a:off x="114120" y="2580480"/>
            <a:ext cx="4356000" cy="2772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31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3.1 Evidence identity chain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31_LABEL_SEARCH"/>
          <p:cNvSpPr txBox="1"/>
          <p:nvPr/>
        </p:nvSpPr>
        <p:spPr>
          <a:xfrm>
            <a:off x="169200" y="359640"/>
            <a:ext cx="741600" cy="57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Search route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query · source · date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31_LABEL_DISCOVERY"/>
          <p:cNvSpPr txBox="1"/>
          <p:nvPr/>
        </p:nvSpPr>
        <p:spPr>
          <a:xfrm>
            <a:off x="1087200" y="432360"/>
            <a:ext cx="813600" cy="42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Discovery record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candidate only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31_LABEL_SOURCE"/>
          <p:cNvSpPr txBox="1"/>
          <p:nvPr/>
        </p:nvSpPr>
        <p:spPr>
          <a:xfrm>
            <a:off x="2077200" y="432360"/>
            <a:ext cx="813600" cy="42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Verified source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object checked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31_LABEL_IDENTITY"/>
          <p:cNvSpPr txBox="1"/>
          <p:nvPr/>
        </p:nvSpPr>
        <p:spPr>
          <a:xfrm>
            <a:off x="3067200" y="384840"/>
            <a:ext cx="933120" cy="52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Publication–study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identity map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versions resolved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31_LABEL_RESOLVED"/>
          <p:cNvSpPr txBox="1"/>
          <p:nvPr/>
        </p:nvSpPr>
        <p:spPr>
          <a:xfrm>
            <a:off x="3200400" y="1257480"/>
            <a:ext cx="630000" cy="30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Resolved?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31_LABEL_APPRAISAL"/>
          <p:cNvSpPr txBox="1"/>
          <p:nvPr/>
        </p:nvSpPr>
        <p:spPr>
          <a:xfrm>
            <a:off x="1828800" y="1185480"/>
            <a:ext cx="889200" cy="41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YES · Read + appraise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fitness + limits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31_LABEL_EVIDENCE"/>
          <p:cNvSpPr txBox="1"/>
          <p:nvPr/>
        </p:nvSpPr>
        <p:spPr>
          <a:xfrm>
            <a:off x="1204200" y="1985400"/>
            <a:ext cx="853200" cy="41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Claim-linked 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support · conflict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31_LABEL_DECISION"/>
          <p:cNvSpPr txBox="1"/>
          <p:nvPr/>
        </p:nvSpPr>
        <p:spPr>
          <a:xfrm>
            <a:off x="114120" y="1943280"/>
            <a:ext cx="817200" cy="52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Project decision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use · repair · return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31_LABEL_REPAIR"/>
          <p:cNvSpPr txBox="1"/>
          <p:nvPr/>
        </p:nvSpPr>
        <p:spPr>
          <a:xfrm>
            <a:off x="3085920" y="1943280"/>
            <a:ext cx="893880" cy="41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ff0000"/>
                </a:solidFill>
                <a:effectLst/>
                <a:uFillTx/>
                <a:latin typeface="Liberation Sans Narrow"/>
              </a:rPr>
              <a:t>NO · Repair identity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ff0000"/>
                </a:solidFill>
                <a:effectLst/>
                <a:uFillTx/>
                <a:latin typeface="Liberation Sans Narrow"/>
              </a:rPr>
              <a:t>before use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31_LABEL_RETURN"/>
          <p:cNvSpPr txBox="1"/>
          <p:nvPr/>
        </p:nvSpPr>
        <p:spPr>
          <a:xfrm>
            <a:off x="228600" y="2514960"/>
            <a:ext cx="42120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If evidence changes the problem or design,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reopen the responsible earlier gate.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228920" y="686160"/>
            <a:ext cx="0" cy="148572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000320" y="2171880"/>
            <a:ext cx="228600" cy="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 flipH="1">
            <a:off x="4000320" y="686160"/>
            <a:ext cx="228600" cy="0"/>
          </a:xfrm>
          <a:prstGeom prst="line">
            <a:avLst/>
          </a:prstGeom>
          <a:ln w="126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2286000" y="1600560"/>
            <a:ext cx="0" cy="571320"/>
          </a:xfrm>
          <a:prstGeom prst="line">
            <a:avLst/>
          </a:prstGeom>
          <a:ln w="12600">
            <a:solidFill>
              <a:srgbClr val="1276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 flipH="1">
            <a:off x="2057400" y="2171880"/>
            <a:ext cx="228600" cy="0"/>
          </a:xfrm>
          <a:prstGeom prst="line">
            <a:avLst/>
          </a:prstGeom>
          <a:ln w="12600">
            <a:solidFill>
              <a:srgbClr val="12762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F31_CONN_SEARCH_DISCOVERY"/>
          <p:cNvCxnSpPr>
            <a:stCxn id="15" idx="3"/>
            <a:endCxn id="16" idx="1"/>
          </p:cNvCxnSpPr>
          <p:nvPr/>
        </p:nvCxnSpPr>
        <p:spPr>
          <a:xfrm>
            <a:off x="954000" y="650160"/>
            <a:ext cx="90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2" name="F31_CONN_DISCOVERY_SOURCE"/>
          <p:cNvCxnSpPr>
            <a:stCxn id="16" idx="3"/>
            <a:endCxn id="17" idx="1"/>
          </p:cNvCxnSpPr>
          <p:nvPr/>
        </p:nvCxnSpPr>
        <p:spPr>
          <a:xfrm>
            <a:off x="1944000" y="650160"/>
            <a:ext cx="90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3" name="F31_CONN_SOURCE_IDENTITY"/>
          <p:cNvCxnSpPr>
            <a:stCxn id="17" idx="3"/>
            <a:endCxn id="18" idx="1"/>
          </p:cNvCxnSpPr>
          <p:nvPr/>
        </p:nvCxnSpPr>
        <p:spPr>
          <a:xfrm>
            <a:off x="2934000" y="650160"/>
            <a:ext cx="90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4" name="F31_CONN_EVIDENCE_DECISION"/>
          <p:cNvCxnSpPr>
            <a:stCxn id="21" idx="1"/>
            <a:endCxn id="22" idx="3"/>
          </p:cNvCxnSpPr>
          <p:nvPr/>
        </p:nvCxnSpPr>
        <p:spPr>
          <a:xfrm flipH="1">
            <a:off x="1028520" y="2177280"/>
            <a:ext cx="114840" cy="360"/>
          </a:xfrm>
          <a:prstGeom prst="straightConnector1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2026-08-23T19:49:21Z</dcterms:created>
  <dc:creator/>
  <dc:description/>
  <dc:language>en-US</dc:language>
  <cp:lastModifiedBy/>
  <dcterms:modified xsi:type="dcterms:W3CDTF">2026-08-23T19:49:21Z</dcterms:modified>
  <cp:revision>1</cp:revision>
  <dc:subject/>
  <dc:title/>
</cp:coreProperties>
</file>