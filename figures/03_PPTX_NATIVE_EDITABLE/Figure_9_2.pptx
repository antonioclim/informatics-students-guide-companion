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509C24-472F-4FDA-AD64-AC2D2920B5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FD8D44-CC7D-4A3B-AB36-9D590BA123D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9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92_CONN_CORE_BUS"/>
          <p:cNvCxnSpPr>
            <a:stCxn id="9" idx="2"/>
            <a:endCxn id="10" idx="0"/>
          </p:cNvCxnSpPr>
          <p:nvPr/>
        </p:nvCxnSpPr>
        <p:spPr>
          <a:xfrm rot="16200000">
            <a:off x="2228400" y="975960"/>
            <a:ext cx="151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92_CONN_PORT_1_INSTITUTIONAL"/>
          <p:cNvCxnSpPr>
            <a:stCxn id="12" idx="2"/>
            <a:endCxn id="13" idx="0"/>
          </p:cNvCxnSpPr>
          <p:nvPr/>
        </p:nvCxnSpPr>
        <p:spPr>
          <a:xfrm rot="16200000">
            <a:off x="504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92_CONN_PORT_2_PRIVATE"/>
          <p:cNvCxnSpPr>
            <a:stCxn id="15" idx="2"/>
            <a:endCxn id="16" idx="0"/>
          </p:cNvCxnSpPr>
          <p:nvPr/>
        </p:nvCxnSpPr>
        <p:spPr>
          <a:xfrm rot="16200000">
            <a:off x="1539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92_CONN_PORT_3_DEMO"/>
          <p:cNvCxnSpPr>
            <a:stCxn id="18" idx="2"/>
            <a:endCxn id="19" idx="0"/>
          </p:cNvCxnSpPr>
          <p:nvPr/>
        </p:nvCxnSpPr>
        <p:spPr>
          <a:xfrm rot="16200000">
            <a:off x="2673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92_CONN_PORT_4_ORAL"/>
          <p:cNvCxnSpPr>
            <a:stCxn id="21" idx="2"/>
            <a:endCxn id="22" idx="0"/>
          </p:cNvCxnSpPr>
          <p:nvPr/>
        </p:nvCxnSpPr>
        <p:spPr>
          <a:xfrm rot="16200000">
            <a:off x="3798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3" name="F92_NODE_CORE"/>
          <p:cNvSpPr/>
          <p:nvPr/>
        </p:nvSpPr>
        <p:spPr>
          <a:xfrm>
            <a:off x="396000" y="414360"/>
            <a:ext cx="3816000" cy="486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92_NODE_BUS"/>
          <p:cNvSpPr/>
          <p:nvPr/>
        </p:nvSpPr>
        <p:spPr>
          <a:xfrm>
            <a:off x="558000" y="1051560"/>
            <a:ext cx="3492000" cy="216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-30600" bIns="-306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F92_NODE_PORT_1"/>
          <p:cNvSpPr/>
          <p:nvPr/>
        </p:nvSpPr>
        <p:spPr>
          <a:xfrm>
            <a:off x="585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92_NODE_PORT_2"/>
          <p:cNvSpPr/>
          <p:nvPr/>
        </p:nvSpPr>
        <p:spPr>
          <a:xfrm>
            <a:off x="1620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92_NODE_PORT_3"/>
          <p:cNvSpPr/>
          <p:nvPr/>
        </p:nvSpPr>
        <p:spPr>
          <a:xfrm>
            <a:off x="2754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92_NODE_PORT_4"/>
          <p:cNvSpPr/>
          <p:nvPr/>
        </p:nvSpPr>
        <p:spPr>
          <a:xfrm>
            <a:off x="3879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92_NODE_INSTITUTIONAL"/>
          <p:cNvSpPr/>
          <p:nvPr/>
        </p:nvSpPr>
        <p:spPr>
          <a:xfrm>
            <a:off x="144000" y="1267560"/>
            <a:ext cx="918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92_NODE_PRIVATE"/>
          <p:cNvSpPr/>
          <p:nvPr/>
        </p:nvSpPr>
        <p:spPr>
          <a:xfrm>
            <a:off x="1134000" y="1267560"/>
            <a:ext cx="1008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92_NODE_DEMO"/>
          <p:cNvSpPr/>
          <p:nvPr/>
        </p:nvSpPr>
        <p:spPr>
          <a:xfrm>
            <a:off x="2232000" y="1267560"/>
            <a:ext cx="1080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92_NODE_ORAL"/>
          <p:cNvSpPr/>
          <p:nvPr/>
        </p:nvSpPr>
        <p:spPr>
          <a:xfrm>
            <a:off x="3402000" y="1267560"/>
            <a:ext cx="990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92_NOTE_NONCOMP"/>
          <p:cNvSpPr/>
          <p:nvPr/>
        </p:nvSpPr>
        <p:spPr>
          <a:xfrm>
            <a:off x="378000" y="2304360"/>
            <a:ext cx="3852000" cy="259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9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9.2 One contribution across interfaces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92_LABEL_CORE"/>
          <p:cNvSpPr txBox="1"/>
          <p:nvPr/>
        </p:nvSpPr>
        <p:spPr>
          <a:xfrm>
            <a:off x="432000" y="435960"/>
            <a:ext cx="3744000" cy="44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ONE BOUNDED 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 · evidence · judgement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uncertainty · limit ·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92_LABEL_INSTITUTIONAL"/>
          <p:cNvSpPr txBox="1"/>
          <p:nvPr/>
        </p:nvSpPr>
        <p:spPr>
          <a:xfrm>
            <a:off x="180000" y="1289160"/>
            <a:ext cx="846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Institutional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92_LABEL_PRIVATE"/>
          <p:cNvSpPr txBox="1"/>
          <p:nvPr/>
        </p:nvSpPr>
        <p:spPr>
          <a:xfrm>
            <a:off x="1170000" y="1289160"/>
            <a:ext cx="936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Private 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package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PRESERVES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92_LABEL_DEMO"/>
          <p:cNvSpPr txBox="1"/>
          <p:nvPr/>
        </p:nvSpPr>
        <p:spPr>
          <a:xfrm>
            <a:off x="2268000" y="1289160"/>
            <a:ext cx="1008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Demonstration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+ slides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DEMONSTRATES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92_LABEL_ORAL"/>
          <p:cNvSpPr txBox="1"/>
          <p:nvPr/>
        </p:nvSpPr>
        <p:spPr>
          <a:xfrm>
            <a:off x="3438000" y="1289160"/>
            <a:ext cx="918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Oral answers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DEFENDS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92_NOTE_INTERFACES"/>
          <p:cNvSpPr txBox="1"/>
          <p:nvPr/>
        </p:nvSpPr>
        <p:spPr>
          <a:xfrm>
            <a:off x="378000" y="191088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Four interfaces, four obligations; none may change the underlying study.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92_LABEL_NONCOMP"/>
          <p:cNvSpPr txBox="1"/>
          <p:nvPr/>
        </p:nvSpPr>
        <p:spPr>
          <a:xfrm>
            <a:off x="450000" y="2255400"/>
            <a:ext cx="370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NON-COMPENSATION: one interface cannot repair a contradiction in another.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2026-08-23T19:50:23Z</dcterms:created>
  <dc:creator/>
  <dc:description/>
  <dc:language>en-US</dc:language>
  <cp:lastModifiedBy/>
  <dcterms:modified xsi:type="dcterms:W3CDTF">2026-08-23T19:50:24Z</dcterms:modified>
  <cp:revision>1</cp:revision>
  <dc:subject/>
  <dc:title/>
</cp:coreProperties>
</file>