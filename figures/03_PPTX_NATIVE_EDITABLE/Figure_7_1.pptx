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3E963B-AC71-4185-8029-1D8D0E69C0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5C4C4F-607D-4003-97CB-9370B4C72E9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71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F71_NODE_RECORD_BAND"/>
          <p:cNvSpPr/>
          <p:nvPr/>
        </p:nvSpPr>
        <p:spPr>
          <a:xfrm>
            <a:off x="126000" y="335160"/>
            <a:ext cx="4356000" cy="46512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F71_CONN_RECORDS_SPINE"/>
          <p:cNvCxnSpPr>
            <a:stCxn id="8" idx="2"/>
            <a:endCxn id="10" idx="0"/>
          </p:cNvCxnSpPr>
          <p:nvPr/>
        </p:nvCxnSpPr>
        <p:spPr>
          <a:xfrm rot="16200000">
            <a:off x="2266560" y="837720"/>
            <a:ext cx="7524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11" name="F71_CONN_SPINE_1_2"/>
          <p:cNvCxnSpPr>
            <a:stCxn id="12" idx="3"/>
            <a:endCxn id="13" idx="1"/>
          </p:cNvCxnSpPr>
          <p:nvPr/>
        </p:nvCxnSpPr>
        <p:spPr>
          <a:xfrm>
            <a:off x="810000" y="12171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4" name="F71_CONN_SPINE_2_3"/>
          <p:cNvCxnSpPr>
            <a:stCxn id="13" idx="3"/>
            <a:endCxn id="15" idx="1"/>
          </p:cNvCxnSpPr>
          <p:nvPr/>
        </p:nvCxnSpPr>
        <p:spPr>
          <a:xfrm>
            <a:off x="1656000" y="12171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6" name="F71_CONN_SPINE_3_4"/>
          <p:cNvCxnSpPr>
            <a:stCxn id="15" idx="3"/>
            <a:endCxn id="17" idx="1"/>
          </p:cNvCxnSpPr>
          <p:nvPr/>
        </p:nvCxnSpPr>
        <p:spPr>
          <a:xfrm>
            <a:off x="2538000" y="12171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8" name="F71_CONN_SPINE_4_5"/>
          <p:cNvCxnSpPr>
            <a:stCxn id="17" idx="3"/>
            <a:endCxn id="19" idx="1"/>
          </p:cNvCxnSpPr>
          <p:nvPr/>
        </p:nvCxnSpPr>
        <p:spPr>
          <a:xfrm>
            <a:off x="3312000" y="12171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0" name="F71_CONN_SPINE_1_BUS"/>
          <p:cNvCxnSpPr>
            <a:stCxn id="12" idx="2"/>
            <a:endCxn id="21" idx="0"/>
          </p:cNvCxnSpPr>
          <p:nvPr/>
        </p:nvCxnSpPr>
        <p:spPr>
          <a:xfrm rot="16200000">
            <a:off x="376200" y="1436760"/>
            <a:ext cx="2019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22" name="F71_CONN_SPINE_2_BUS"/>
          <p:cNvCxnSpPr>
            <a:stCxn id="13" idx="2"/>
            <a:endCxn id="23" idx="0"/>
          </p:cNvCxnSpPr>
          <p:nvPr/>
        </p:nvCxnSpPr>
        <p:spPr>
          <a:xfrm rot="16200000">
            <a:off x="1186200" y="1436760"/>
            <a:ext cx="2019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24" name="F71_CONN_SPINE_3_BUS"/>
          <p:cNvCxnSpPr>
            <a:stCxn id="15" idx="2"/>
            <a:endCxn id="25" idx="0"/>
          </p:cNvCxnSpPr>
          <p:nvPr/>
        </p:nvCxnSpPr>
        <p:spPr>
          <a:xfrm rot="16200000">
            <a:off x="2050200" y="1436760"/>
            <a:ext cx="2019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26" name="F71_CONN_SPINE_4_BUS"/>
          <p:cNvCxnSpPr>
            <a:stCxn id="17" idx="2"/>
            <a:endCxn id="27" idx="0"/>
          </p:cNvCxnSpPr>
          <p:nvPr/>
        </p:nvCxnSpPr>
        <p:spPr>
          <a:xfrm rot="16200000">
            <a:off x="2878200" y="1436760"/>
            <a:ext cx="2019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28" name="F71_CONN_SPINE_5_BUS"/>
          <p:cNvCxnSpPr>
            <a:stCxn id="19" idx="2"/>
            <a:endCxn id="29" idx="0"/>
          </p:cNvCxnSpPr>
          <p:nvPr/>
        </p:nvCxnSpPr>
        <p:spPr>
          <a:xfrm rot="16200000">
            <a:off x="3841200" y="1436760"/>
            <a:ext cx="2019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30" name="F71_CONN_BUS_SECTION_1"/>
          <p:cNvCxnSpPr>
            <a:stCxn id="31" idx="2"/>
            <a:endCxn id="32" idx="0"/>
          </p:cNvCxnSpPr>
          <p:nvPr/>
        </p:nvCxnSpPr>
        <p:spPr>
          <a:xfrm rot="16200000">
            <a:off x="444600" y="1677960"/>
            <a:ext cx="2091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33" name="F71_CONN_BUS_SECTION_2"/>
          <p:cNvCxnSpPr>
            <a:stCxn id="34" idx="2"/>
            <a:endCxn id="35" idx="0"/>
          </p:cNvCxnSpPr>
          <p:nvPr/>
        </p:nvCxnSpPr>
        <p:spPr>
          <a:xfrm rot="16200000">
            <a:off x="1312200" y="1677960"/>
            <a:ext cx="2091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36" name="F71_CONN_BUS_SECTION_3"/>
          <p:cNvCxnSpPr>
            <a:stCxn id="37" idx="2"/>
            <a:endCxn id="38" idx="0"/>
          </p:cNvCxnSpPr>
          <p:nvPr/>
        </p:nvCxnSpPr>
        <p:spPr>
          <a:xfrm rot="16200000">
            <a:off x="2104200" y="1677960"/>
            <a:ext cx="2091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39" name="F71_CONN_BUS_SECTION_4"/>
          <p:cNvCxnSpPr>
            <a:stCxn id="40" idx="2"/>
            <a:endCxn id="41" idx="0"/>
          </p:cNvCxnSpPr>
          <p:nvPr/>
        </p:nvCxnSpPr>
        <p:spPr>
          <a:xfrm rot="16200000">
            <a:off x="2824200" y="1677960"/>
            <a:ext cx="2091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42" name="F71_CONN_BUS_SECTION_5"/>
          <p:cNvCxnSpPr>
            <a:stCxn id="43" idx="2"/>
            <a:endCxn id="44" idx="0"/>
          </p:cNvCxnSpPr>
          <p:nvPr/>
        </p:nvCxnSpPr>
        <p:spPr>
          <a:xfrm rot="16200000">
            <a:off x="3715200" y="1677960"/>
            <a:ext cx="2091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sp>
        <p:nvSpPr>
          <p:cNvPr id="45" name="F71_NODE_RECORD_1"/>
          <p:cNvSpPr/>
          <p:nvPr/>
        </p:nvSpPr>
        <p:spPr>
          <a:xfrm>
            <a:off x="144000" y="504360"/>
            <a:ext cx="777600" cy="208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71_NODE_RECORD_2"/>
          <p:cNvSpPr/>
          <p:nvPr/>
        </p:nvSpPr>
        <p:spPr>
          <a:xfrm>
            <a:off x="1029600" y="504360"/>
            <a:ext cx="777600" cy="208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71_NODE_RECORD_3"/>
          <p:cNvSpPr/>
          <p:nvPr/>
        </p:nvSpPr>
        <p:spPr>
          <a:xfrm>
            <a:off x="1915200" y="504360"/>
            <a:ext cx="777600" cy="208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71_NODE_RECORD_4"/>
          <p:cNvSpPr/>
          <p:nvPr/>
        </p:nvSpPr>
        <p:spPr>
          <a:xfrm>
            <a:off x="2800800" y="504360"/>
            <a:ext cx="777600" cy="208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71_NODE_RECORD_5"/>
          <p:cNvSpPr/>
          <p:nvPr/>
        </p:nvSpPr>
        <p:spPr>
          <a:xfrm>
            <a:off x="3686400" y="504360"/>
            <a:ext cx="777600" cy="208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71_NODE_SPINE_CAP"/>
          <p:cNvSpPr/>
          <p:nvPr/>
        </p:nvSpPr>
        <p:spPr>
          <a:xfrm>
            <a:off x="1807200" y="875160"/>
            <a:ext cx="993600" cy="1728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F71_NODE_SPINE_1"/>
          <p:cNvSpPr/>
          <p:nvPr/>
        </p:nvSpPr>
        <p:spPr>
          <a:xfrm>
            <a:off x="144000" y="1098360"/>
            <a:ext cx="666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F71_NODE_SPINE_2"/>
          <p:cNvSpPr/>
          <p:nvPr/>
        </p:nvSpPr>
        <p:spPr>
          <a:xfrm>
            <a:off x="918000" y="1098360"/>
            <a:ext cx="738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F71_NODE_SPINE_3"/>
          <p:cNvSpPr/>
          <p:nvPr/>
        </p:nvSpPr>
        <p:spPr>
          <a:xfrm>
            <a:off x="1764000" y="1098360"/>
            <a:ext cx="774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F71_NODE_SPINE_4"/>
          <p:cNvSpPr/>
          <p:nvPr/>
        </p:nvSpPr>
        <p:spPr>
          <a:xfrm>
            <a:off x="2646000" y="1098360"/>
            <a:ext cx="666000" cy="2376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F71_NODE_SPINE_5"/>
          <p:cNvSpPr/>
          <p:nvPr/>
        </p:nvSpPr>
        <p:spPr>
          <a:xfrm>
            <a:off x="3420000" y="1098360"/>
            <a:ext cx="1044000" cy="237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F71_NODE_REUSE_BUS"/>
          <p:cNvSpPr/>
          <p:nvPr/>
        </p:nvSpPr>
        <p:spPr>
          <a:xfrm>
            <a:off x="324000" y="1548360"/>
            <a:ext cx="3960000" cy="21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-28800" bIns="-28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F71_NODE_REUSE_IN_1"/>
          <p:cNvSpPr/>
          <p:nvPr/>
        </p:nvSpPr>
        <p:spPr>
          <a:xfrm>
            <a:off x="459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F71_NODE_REUSE_IN_2"/>
          <p:cNvSpPr/>
          <p:nvPr/>
        </p:nvSpPr>
        <p:spPr>
          <a:xfrm>
            <a:off x="1269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F71_NODE_REUSE_IN_3"/>
          <p:cNvSpPr/>
          <p:nvPr/>
        </p:nvSpPr>
        <p:spPr>
          <a:xfrm>
            <a:off x="2133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71_NODE_REUSE_IN_4"/>
          <p:cNvSpPr/>
          <p:nvPr/>
        </p:nvSpPr>
        <p:spPr>
          <a:xfrm>
            <a:off x="2961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F71_NODE_REUSE_IN_5"/>
          <p:cNvSpPr/>
          <p:nvPr/>
        </p:nvSpPr>
        <p:spPr>
          <a:xfrm>
            <a:off x="3924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71_NODE_REUSE_OUT_1"/>
          <p:cNvSpPr/>
          <p:nvPr/>
        </p:nvSpPr>
        <p:spPr>
          <a:xfrm>
            <a:off x="531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71_NODE_SECTION_1"/>
          <p:cNvSpPr/>
          <p:nvPr/>
        </p:nvSpPr>
        <p:spPr>
          <a:xfrm>
            <a:off x="144000" y="1782360"/>
            <a:ext cx="8100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71_NODE_REUSE_OUT_2"/>
          <p:cNvSpPr/>
          <p:nvPr/>
        </p:nvSpPr>
        <p:spPr>
          <a:xfrm>
            <a:off x="13986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71_NODE_SECTION_2"/>
          <p:cNvSpPr/>
          <p:nvPr/>
        </p:nvSpPr>
        <p:spPr>
          <a:xfrm>
            <a:off x="1029600" y="1782360"/>
            <a:ext cx="7740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71_NODE_REUSE_OUT_3"/>
          <p:cNvSpPr/>
          <p:nvPr/>
        </p:nvSpPr>
        <p:spPr>
          <a:xfrm>
            <a:off x="21906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71_NODE_SECTION_3"/>
          <p:cNvSpPr/>
          <p:nvPr/>
        </p:nvSpPr>
        <p:spPr>
          <a:xfrm>
            <a:off x="1893600" y="1782360"/>
            <a:ext cx="6300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71_NODE_REUSE_OUT_4"/>
          <p:cNvSpPr/>
          <p:nvPr/>
        </p:nvSpPr>
        <p:spPr>
          <a:xfrm>
            <a:off x="29106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71_NODE_SECTION_4"/>
          <p:cNvSpPr/>
          <p:nvPr/>
        </p:nvSpPr>
        <p:spPr>
          <a:xfrm>
            <a:off x="2613600" y="1782360"/>
            <a:ext cx="6300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F71_NODE_REUSE_OUT_5"/>
          <p:cNvSpPr/>
          <p:nvPr/>
        </p:nvSpPr>
        <p:spPr>
          <a:xfrm>
            <a:off x="38016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F71_NODE_SECTION_5"/>
          <p:cNvSpPr/>
          <p:nvPr/>
        </p:nvSpPr>
        <p:spPr>
          <a:xfrm>
            <a:off x="3333600" y="1782360"/>
            <a:ext cx="9720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71_NOTE_RULE"/>
          <p:cNvSpPr/>
          <p:nvPr/>
        </p:nvSpPr>
        <p:spPr>
          <a:xfrm>
            <a:off x="288000" y="2333160"/>
            <a:ext cx="4032000" cy="2448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71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7.1 Gate records to thesis argument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F71_LABEL_RECORD_BAND"/>
          <p:cNvSpPr txBox="1"/>
          <p:nvPr/>
        </p:nvSpPr>
        <p:spPr>
          <a:xfrm>
            <a:off x="180000" y="308880"/>
            <a:ext cx="4248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GATE RECORDS — authorised inputs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F71_LABEL_RECORD_1"/>
          <p:cNvSpPr txBox="1"/>
          <p:nvPr/>
        </p:nvSpPr>
        <p:spPr>
          <a:xfrm>
            <a:off x="172800" y="509040"/>
            <a:ext cx="720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Problem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F71_LABEL_RECORD_2"/>
          <p:cNvSpPr txBox="1"/>
          <p:nvPr/>
        </p:nvSpPr>
        <p:spPr>
          <a:xfrm>
            <a:off x="1058400" y="509040"/>
            <a:ext cx="720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F71_LABEL_RECORD_3"/>
          <p:cNvSpPr txBox="1"/>
          <p:nvPr/>
        </p:nvSpPr>
        <p:spPr>
          <a:xfrm>
            <a:off x="1944000" y="509040"/>
            <a:ext cx="720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Design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F71_LABEL_RECORD_4"/>
          <p:cNvSpPr txBox="1"/>
          <p:nvPr/>
        </p:nvSpPr>
        <p:spPr>
          <a:xfrm>
            <a:off x="2829600" y="509040"/>
            <a:ext cx="720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Execution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F71_LABEL_RECORD_5"/>
          <p:cNvSpPr txBox="1"/>
          <p:nvPr/>
        </p:nvSpPr>
        <p:spPr>
          <a:xfrm>
            <a:off x="3715200" y="509040"/>
            <a:ext cx="720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Claim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F71_LABEL_SPINE_CAP"/>
          <p:cNvSpPr txBox="1"/>
          <p:nvPr/>
        </p:nvSpPr>
        <p:spPr>
          <a:xfrm>
            <a:off x="1728000" y="849240"/>
            <a:ext cx="115200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ANSWER SPINE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F71_LABEL_SPINE_1"/>
          <p:cNvSpPr txBox="1"/>
          <p:nvPr/>
        </p:nvSpPr>
        <p:spPr>
          <a:xfrm>
            <a:off x="172800" y="1117440"/>
            <a:ext cx="608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Question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F71_LABEL_SPINE_2"/>
          <p:cNvSpPr txBox="1"/>
          <p:nvPr/>
        </p:nvSpPr>
        <p:spPr>
          <a:xfrm>
            <a:off x="946800" y="1063080"/>
            <a:ext cx="680400" cy="30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Route / method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F71_LABEL_SPINE_3"/>
          <p:cNvSpPr txBox="1"/>
          <p:nvPr/>
        </p:nvSpPr>
        <p:spPr>
          <a:xfrm>
            <a:off x="1792800" y="1063080"/>
            <a:ext cx="716400" cy="30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Evidence / result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F71_LABEL_SPINE_4"/>
          <p:cNvSpPr txBox="1"/>
          <p:nvPr/>
        </p:nvSpPr>
        <p:spPr>
          <a:xfrm>
            <a:off x="2674800" y="1117440"/>
            <a:ext cx="608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Boundary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F71_LABEL_SPINE_5"/>
          <p:cNvSpPr txBox="1"/>
          <p:nvPr/>
        </p:nvSpPr>
        <p:spPr>
          <a:xfrm>
            <a:off x="3448800" y="1117440"/>
            <a:ext cx="986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Contribution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71_LABEL_SECTION_1"/>
          <p:cNvSpPr txBox="1"/>
          <p:nvPr/>
        </p:nvSpPr>
        <p:spPr>
          <a:xfrm>
            <a:off x="172800" y="18014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Introduction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F71_LABEL_SECTION_2"/>
          <p:cNvSpPr txBox="1"/>
          <p:nvPr/>
        </p:nvSpPr>
        <p:spPr>
          <a:xfrm>
            <a:off x="1058400" y="1801440"/>
            <a:ext cx="716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Knowledge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F71_LABEL_SECTION_3"/>
          <p:cNvSpPr txBox="1"/>
          <p:nvPr/>
        </p:nvSpPr>
        <p:spPr>
          <a:xfrm>
            <a:off x="1922400" y="1801440"/>
            <a:ext cx="57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Method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F71_LABEL_SECTION_4"/>
          <p:cNvSpPr txBox="1"/>
          <p:nvPr/>
        </p:nvSpPr>
        <p:spPr>
          <a:xfrm>
            <a:off x="2642400" y="1801440"/>
            <a:ext cx="57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Results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F71_LABEL_SECTION_5"/>
          <p:cNvSpPr txBox="1"/>
          <p:nvPr/>
        </p:nvSpPr>
        <p:spPr>
          <a:xfrm>
            <a:off x="3362400" y="1801440"/>
            <a:ext cx="914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Discussion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71_NOTE_SECTION_CAPTION"/>
          <p:cNvSpPr txBox="1"/>
          <p:nvPr/>
        </p:nvSpPr>
        <p:spPr>
          <a:xfrm>
            <a:off x="414000" y="2047680"/>
            <a:ext cx="3780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Shared reuse bus: any spine element may support several sections.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F71_LABEL_RULE"/>
          <p:cNvSpPr txBox="1"/>
          <p:nvPr/>
        </p:nvSpPr>
        <p:spPr>
          <a:xfrm>
            <a:off x="360000" y="2277000"/>
            <a:ext cx="38880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Records are sources, not chapters; reuse preserves identity and boundary.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2026-08-23T19:49:43Z</dcterms:created>
  <dc:creator/>
  <dc:description/>
  <dc:language>en-US</dc:language>
  <cp:lastModifiedBy/>
  <dcterms:modified xsi:type="dcterms:W3CDTF">2026-08-23T19:49:44Z</dcterms:modified>
  <cp:revision>1</cp:revision>
  <dc:subject/>
  <dc:title/>
</cp:coreProperties>
</file>