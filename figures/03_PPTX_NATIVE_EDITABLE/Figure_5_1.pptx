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09C4B-1327-4434-95A4-A6EF556F87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9221B81-694D-43D6-856B-38ADBE9C983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5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51_CONN_CANDIDATE_INSPECTION"/>
          <p:cNvCxnSpPr>
            <a:stCxn id="9" idx="2"/>
            <a:endCxn id="10" idx="3"/>
          </p:cNvCxnSpPr>
          <p:nvPr/>
        </p:nvCxnSpPr>
        <p:spPr>
          <a:xfrm flipH="1" rot="16200000">
            <a:off x="3895560" y="925920"/>
            <a:ext cx="593640" cy="277560"/>
          </a:xfrm>
          <a:prstGeom prst="bentConnector4">
            <a:avLst>
              <a:gd name="adj1" fmla="val 32402"/>
              <a:gd name="adj2" fmla="val 167272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51_CONN_INSPECTION_DISPOSITION"/>
          <p:cNvCxnSpPr>
            <a:stCxn id="12" idx="0"/>
            <a:endCxn id="13" idx="0"/>
          </p:cNvCxnSpPr>
          <p:nvPr/>
        </p:nvCxnSpPr>
        <p:spPr>
          <a:xfrm flipV="1" rot="16200000">
            <a:off x="2933280" y="372960"/>
            <a:ext cx="29160" cy="1418040"/>
          </a:xfrm>
          <a:prstGeom prst="bentConnector3">
            <a:avLst>
              <a:gd name="adj1" fmla="val 747500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51_CONN_DISPOSITION_REPAIR"/>
          <p:cNvCxnSpPr>
            <a:stCxn id="13" idx="1"/>
            <a:endCxn id="15" idx="3"/>
          </p:cNvCxnSpPr>
          <p:nvPr/>
        </p:nvCxnSpPr>
        <p:spPr>
          <a:xfrm flipV="1" rot="10800000">
            <a:off x="1223640" y="1333800"/>
            <a:ext cx="511200" cy="625320"/>
          </a:xfrm>
          <a:prstGeom prst="bentConnector3">
            <a:avLst>
              <a:gd name="adj1" fmla="val 49964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6" name="F51_CONN_DISPOSITION_ACCEPT"/>
          <p:cNvCxnSpPr>
            <a:stCxn id="13" idx="2"/>
            <a:endCxn id="17" idx="0"/>
          </p:cNvCxnSpPr>
          <p:nvPr/>
        </p:nvCxnSpPr>
        <p:spPr>
          <a:xfrm flipH="1" rot="16200000">
            <a:off x="2149200" y="1690200"/>
            <a:ext cx="182160" cy="2520"/>
          </a:xfrm>
          <a:prstGeom prst="bentConnector3">
            <a:avLst>
              <a:gd name="adj1" fmla="val 50099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8" name="F51_CONN_DISPOSITION_REJECT"/>
          <p:cNvCxnSpPr>
            <a:stCxn id="13" idx="3"/>
            <a:endCxn id="19" idx="1"/>
          </p:cNvCxnSpPr>
          <p:nvPr/>
        </p:nvCxnSpPr>
        <p:spPr>
          <a:xfrm>
            <a:off x="2743200" y="1333800"/>
            <a:ext cx="461160" cy="625320"/>
          </a:xfrm>
          <a:prstGeom prst="bentConnector3">
            <a:avLst>
              <a:gd name="adj1" fmla="val 49921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20" name="F51_CONN_REPAIR_UNIT"/>
          <p:cNvCxnSpPr>
            <a:stCxn id="15" idx="0"/>
            <a:endCxn id="21" idx="2"/>
          </p:cNvCxnSpPr>
          <p:nvPr/>
        </p:nvCxnSpPr>
        <p:spPr>
          <a:xfrm flipH="1" flipV="1" rot="5400000">
            <a:off x="740880" y="756000"/>
            <a:ext cx="1014840" cy="1038960"/>
          </a:xfrm>
          <a:prstGeom prst="bentConnector3">
            <a:avLst>
              <a:gd name="adj1" fmla="val 67033"/>
            </a:avLst>
          </a:prstGeom>
          <a:ln w="126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2" name="F51_CONN_ACCEPT_DOSSIER"/>
          <p:cNvCxnSpPr>
            <a:stCxn id="17" idx="2"/>
            <a:endCxn id="23" idx="0"/>
          </p:cNvCxnSpPr>
          <p:nvPr/>
        </p:nvCxnSpPr>
        <p:spPr>
          <a:xfrm rot="16200000">
            <a:off x="2178000" y="2198160"/>
            <a:ext cx="12636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4" name="F51_CONN_DOSSIER_EVALUATION"/>
          <p:cNvCxnSpPr>
            <a:stCxn id="23" idx="3"/>
            <a:endCxn id="25" idx="1"/>
          </p:cNvCxnSpPr>
          <p:nvPr/>
        </p:nvCxnSpPr>
        <p:spPr>
          <a:xfrm>
            <a:off x="2790000" y="2415960"/>
            <a:ext cx="41436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26" name="F51_NODE_COMMITMENT"/>
          <p:cNvSpPr/>
          <p:nvPr/>
        </p:nvSpPr>
        <p:spPr>
          <a:xfrm>
            <a:off x="114120" y="343080"/>
            <a:ext cx="10368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51_NODE_UNIT"/>
          <p:cNvSpPr/>
          <p:nvPr/>
        </p:nvSpPr>
        <p:spPr>
          <a:xfrm>
            <a:off x="1249200" y="343080"/>
            <a:ext cx="10368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51_NODE_STATE"/>
          <p:cNvSpPr/>
          <p:nvPr/>
        </p:nvSpPr>
        <p:spPr>
          <a:xfrm>
            <a:off x="2392200" y="343080"/>
            <a:ext cx="10368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51_NODE_CANDIDATE"/>
          <p:cNvSpPr/>
          <p:nvPr/>
        </p:nvSpPr>
        <p:spPr>
          <a:xfrm>
            <a:off x="3535200" y="343080"/>
            <a:ext cx="1036800" cy="424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51_NODE_INSPECTION"/>
          <p:cNvSpPr/>
          <p:nvPr/>
        </p:nvSpPr>
        <p:spPr>
          <a:xfrm>
            <a:off x="3124800" y="1152360"/>
            <a:ext cx="1206000" cy="41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51_NODE_DISPOSITION"/>
          <p:cNvSpPr/>
          <p:nvPr/>
        </p:nvSpPr>
        <p:spPr>
          <a:xfrm>
            <a:off x="1734840" y="1067400"/>
            <a:ext cx="1008360" cy="533160"/>
          </a:xfrm>
          <a:custGeom>
            <a:avLst/>
            <a:gdLst/>
            <a:ahLst/>
            <a:rect l="0" t="0" r="r" b="b"/>
            <a:pathLst>
              <a:path w="2801" h="1481">
                <a:moveTo>
                  <a:pt x="1401" y="0"/>
                </a:moveTo>
                <a:lnTo>
                  <a:pt x="2801" y="741"/>
                </a:lnTo>
                <a:lnTo>
                  <a:pt x="1401" y="1481"/>
                </a:lnTo>
                <a:lnTo>
                  <a:pt x="0" y="741"/>
                </a:lnTo>
                <a:lnTo>
                  <a:pt x="140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51_NODE_REPAIR"/>
          <p:cNvSpPr/>
          <p:nvPr/>
        </p:nvSpPr>
        <p:spPr>
          <a:xfrm>
            <a:off x="234000" y="1782360"/>
            <a:ext cx="990000" cy="352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51_NODE_ACCEPT"/>
          <p:cNvSpPr/>
          <p:nvPr/>
        </p:nvSpPr>
        <p:spPr>
          <a:xfrm>
            <a:off x="1692000" y="1782360"/>
            <a:ext cx="1098000" cy="352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51_NODE_REJECT"/>
          <p:cNvSpPr/>
          <p:nvPr/>
        </p:nvSpPr>
        <p:spPr>
          <a:xfrm>
            <a:off x="3204000" y="1782360"/>
            <a:ext cx="1116000" cy="352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51_NODE_DOSSIER"/>
          <p:cNvSpPr/>
          <p:nvPr/>
        </p:nvSpPr>
        <p:spPr>
          <a:xfrm>
            <a:off x="1692000" y="2261160"/>
            <a:ext cx="1098000" cy="309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51_NODE_EVALUATION"/>
          <p:cNvSpPr/>
          <p:nvPr/>
        </p:nvSpPr>
        <p:spPr>
          <a:xfrm>
            <a:off x="3204000" y="2261160"/>
            <a:ext cx="1116000" cy="309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5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5.1 Candidate-to-admission chain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51_LABEL_COMMITMENT"/>
          <p:cNvSpPr txBox="1"/>
          <p:nvPr/>
        </p:nvSpPr>
        <p:spPr>
          <a:xfrm>
            <a:off x="17100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Approved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commitment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51_LABEL_UNIT"/>
          <p:cNvSpPr txBox="1"/>
          <p:nvPr/>
        </p:nvSpPr>
        <p:spPr>
          <a:xfrm>
            <a:off x="125712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Bounded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work unit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51_LABEL_STATE"/>
          <p:cNvSpPr txBox="1"/>
          <p:nvPr/>
        </p:nvSpPr>
        <p:spPr>
          <a:xfrm>
            <a:off x="240012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Frozen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start state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51_LABEL_CANDIDATE"/>
          <p:cNvSpPr txBox="1"/>
          <p:nvPr/>
        </p:nvSpPr>
        <p:spPr>
          <a:xfrm>
            <a:off x="354312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Candidate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output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51_LABEL_INSPECTION"/>
          <p:cNvSpPr txBox="1"/>
          <p:nvPr/>
        </p:nvSpPr>
        <p:spPr>
          <a:xfrm>
            <a:off x="3085920" y="1096200"/>
            <a:ext cx="1141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Inspect primary artefact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checks + basis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51_LABEL_DISPOSITION"/>
          <p:cNvSpPr txBox="1"/>
          <p:nvPr/>
        </p:nvSpPr>
        <p:spPr>
          <a:xfrm>
            <a:off x="1940400" y="1230840"/>
            <a:ext cx="7128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Decision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51_LABEL_REPAIR"/>
          <p:cNvSpPr txBox="1"/>
          <p:nvPr/>
        </p:nvSpPr>
        <p:spPr>
          <a:xfrm>
            <a:off x="262800" y="1771200"/>
            <a:ext cx="932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Repair / repeat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51_LABEL_ACCEPT"/>
          <p:cNvSpPr txBox="1"/>
          <p:nvPr/>
        </p:nvSpPr>
        <p:spPr>
          <a:xfrm>
            <a:off x="1720800" y="1771200"/>
            <a:ext cx="1040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Accept local unit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51_LABEL_REJECT"/>
          <p:cNvSpPr txBox="1"/>
          <p:nvPr/>
        </p:nvSpPr>
        <p:spPr>
          <a:xfrm>
            <a:off x="3232800" y="1771200"/>
            <a:ext cx="1058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Reject / quarantine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51_LABEL_DOSSIER"/>
          <p:cNvSpPr txBox="1"/>
          <p:nvPr/>
        </p:nvSpPr>
        <p:spPr>
          <a:xfrm>
            <a:off x="1720800" y="2228400"/>
            <a:ext cx="1040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Execution dossier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51_LABEL_EVALUATION"/>
          <p:cNvSpPr txBox="1"/>
          <p:nvPr/>
        </p:nvSpPr>
        <p:spPr>
          <a:xfrm>
            <a:off x="3232800" y="2228400"/>
            <a:ext cx="1058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Chapter 6 evaluation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51_NOTE_LIMIT"/>
          <p:cNvSpPr txBox="1"/>
          <p:nvPr/>
        </p:nvSpPr>
        <p:spPr>
          <a:xfrm>
            <a:off x="198000" y="2262600"/>
            <a:ext cx="1278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Local admission is not thesis proof.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" name="F51_CONN_COMMITMENT_UNIT"/>
          <p:cNvCxnSpPr>
            <a:stCxn id="26" idx="3"/>
            <a:endCxn id="27" idx="1"/>
          </p:cNvCxnSpPr>
          <p:nvPr/>
        </p:nvCxnSpPr>
        <p:spPr>
          <a:xfrm>
            <a:off x="1150920" y="555480"/>
            <a:ext cx="986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1" name="F51_CONN_UNIT_STATE"/>
          <p:cNvCxnSpPr>
            <a:stCxn id="27" idx="3"/>
            <a:endCxn id="28" idx="1"/>
          </p:cNvCxnSpPr>
          <p:nvPr/>
        </p:nvCxnSpPr>
        <p:spPr>
          <a:xfrm>
            <a:off x="2286000" y="555480"/>
            <a:ext cx="1065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2" name="F51_CONN_STATE_CANDIDATE"/>
          <p:cNvCxnSpPr>
            <a:stCxn id="28" idx="3"/>
            <a:endCxn id="29" idx="1"/>
          </p:cNvCxnSpPr>
          <p:nvPr/>
        </p:nvCxnSpPr>
        <p:spPr>
          <a:xfrm>
            <a:off x="3429000" y="555480"/>
            <a:ext cx="1065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2026-08-23T19:49:33Z</dcterms:created>
  <dc:creator/>
  <dc:description/>
  <dc:language>en-US</dc:language>
  <cp:lastModifiedBy/>
  <dcterms:modified xsi:type="dcterms:W3CDTF">2026-08-23T19:49:33Z</dcterms:modified>
  <cp:revision>1</cp:revision>
  <dc:subject/>
  <dc:title/>
</cp:coreProperties>
</file>