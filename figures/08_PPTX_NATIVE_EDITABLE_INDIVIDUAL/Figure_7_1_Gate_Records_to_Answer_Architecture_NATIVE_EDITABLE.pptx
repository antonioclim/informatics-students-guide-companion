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5716250" cy="8572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F78BDAB-67A8-4A2F-A404-079DCD1D8CE9}"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01095A06-F94E-47ED-A18F-FD7EBBABEC9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4680" y="4680"/>
            <a:ext cx="15706440" cy="8562600"/>
          </a:xfrm>
          <a:custGeom>
            <a:avLst/>
            <a:gdLst/>
            <a:ahLst/>
            <a:rect l="0" t="0" r="r" b="b"/>
            <a:pathLst>
              <a:path w="43629" h="23785">
                <a:moveTo>
                  <a:pt x="0" y="0"/>
                </a:moveTo>
                <a:lnTo>
                  <a:pt x="43629" y="0"/>
                </a:lnTo>
                <a:lnTo>
                  <a:pt x="43629" y="23785"/>
                </a:lnTo>
                <a:lnTo>
                  <a:pt x="0" y="23785"/>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txBox="1"/>
          <p:nvPr/>
        </p:nvSpPr>
        <p:spPr>
          <a:xfrm>
            <a:off x="4483440" y="161640"/>
            <a:ext cx="6767280" cy="305280"/>
          </a:xfrm>
          <a:prstGeom prst="rect">
            <a:avLst/>
          </a:prstGeom>
          <a:noFill/>
          <a:ln w="0">
            <a:noFill/>
          </a:ln>
        </p:spPr>
        <p:txBody>
          <a:bodyPr wrap="none" lIns="0" rIns="0" tIns="0" bIns="0" anchor="t">
            <a:spAutoFit/>
          </a:bodyPr>
          <a:p>
            <a:r>
              <a:rPr b="1" lang="en-US" sz="2170" strike="noStrike" u="none">
                <a:solidFill>
                  <a:srgbClr val="203a5d"/>
                </a:solidFill>
                <a:effectLst/>
                <a:uFillTx/>
                <a:latin typeface="'Times New Roman'"/>
              </a:rPr>
              <a:t>GATE RECORDS SUPPLY AUTHORISED MATERIAL</a:t>
            </a:r>
            <a:endParaRPr b="1" lang="en-US" sz="2170" strike="noStrike" u="none">
              <a:solidFill>
                <a:srgbClr val="203a5d"/>
              </a:solidFill>
              <a:effectLst/>
              <a:uFillTx/>
              <a:latin typeface="'Times New Roman'"/>
              <a:ea typeface="'Times New Roman'"/>
            </a:endParaRPr>
          </a:p>
        </p:txBody>
      </p:sp>
      <p:sp>
        <p:nvSpPr>
          <p:cNvPr id="9" name=""/>
          <p:cNvSpPr/>
          <p:nvPr/>
        </p:nvSpPr>
        <p:spPr>
          <a:xfrm>
            <a:off x="280800" y="699120"/>
            <a:ext cx="2827080" cy="1122840"/>
          </a:xfrm>
          <a:custGeom>
            <a:avLst/>
            <a:gdLst/>
            <a:ahLst/>
            <a:rect l="0" t="0" r="r" b="b"/>
            <a:pathLst>
              <a:path w="7853" h="3119">
                <a:moveTo>
                  <a:pt x="3927" y="3119"/>
                </a:moveTo>
                <a:lnTo>
                  <a:pt x="7377" y="3119"/>
                </a:lnTo>
                <a:cubicBezTo>
                  <a:pt x="7640" y="3119"/>
                  <a:pt x="7853" y="2906"/>
                  <a:pt x="7853" y="2643"/>
                </a:cubicBezTo>
                <a:lnTo>
                  <a:pt x="7853" y="476"/>
                </a:lnTo>
                <a:cubicBezTo>
                  <a:pt x="7853" y="213"/>
                  <a:pt x="7640" y="0"/>
                  <a:pt x="7377" y="0"/>
                </a:cubicBezTo>
                <a:lnTo>
                  <a:pt x="476" y="0"/>
                </a:lnTo>
                <a:cubicBezTo>
                  <a:pt x="213" y="0"/>
                  <a:pt x="0" y="213"/>
                  <a:pt x="0" y="476"/>
                </a:cubicBezTo>
                <a:lnTo>
                  <a:pt x="0" y="2643"/>
                </a:lnTo>
                <a:cubicBezTo>
                  <a:pt x="0" y="2906"/>
                  <a:pt x="213" y="3119"/>
                  <a:pt x="476" y="3119"/>
                </a:cubicBezTo>
                <a:lnTo>
                  <a:pt x="3927" y="3119"/>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 name=""/>
          <p:cNvSpPr/>
          <p:nvPr/>
        </p:nvSpPr>
        <p:spPr>
          <a:xfrm>
            <a:off x="280800" y="699120"/>
            <a:ext cx="2827080" cy="1122840"/>
          </a:xfrm>
          <a:custGeom>
            <a:avLst/>
            <a:gdLst/>
            <a:ahLst/>
            <a:rect l="0" t="0" r="r" b="b"/>
            <a:pathLst>
              <a:path w="7853" h="3119">
                <a:moveTo>
                  <a:pt x="3927" y="3119"/>
                </a:moveTo>
                <a:lnTo>
                  <a:pt x="7377" y="3119"/>
                </a:lnTo>
                <a:cubicBezTo>
                  <a:pt x="7640" y="3119"/>
                  <a:pt x="7853" y="2906"/>
                  <a:pt x="7853" y="2643"/>
                </a:cubicBezTo>
                <a:lnTo>
                  <a:pt x="7853" y="476"/>
                </a:lnTo>
                <a:cubicBezTo>
                  <a:pt x="7853" y="213"/>
                  <a:pt x="7640" y="0"/>
                  <a:pt x="7377" y="0"/>
                </a:cubicBezTo>
                <a:lnTo>
                  <a:pt x="476" y="0"/>
                </a:lnTo>
                <a:cubicBezTo>
                  <a:pt x="213" y="0"/>
                  <a:pt x="0" y="213"/>
                  <a:pt x="0" y="476"/>
                </a:cubicBezTo>
                <a:lnTo>
                  <a:pt x="0" y="2643"/>
                </a:lnTo>
                <a:cubicBezTo>
                  <a:pt x="0" y="2906"/>
                  <a:pt x="213" y="3119"/>
                  <a:pt x="476" y="3119"/>
                </a:cubicBezTo>
                <a:lnTo>
                  <a:pt x="3927" y="3119"/>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1" name=""/>
          <p:cNvSpPr txBox="1"/>
          <p:nvPr/>
        </p:nvSpPr>
        <p:spPr>
          <a:xfrm>
            <a:off x="1028160" y="932400"/>
            <a:ext cx="1351080" cy="295920"/>
          </a:xfrm>
          <a:prstGeom prst="rect">
            <a:avLst/>
          </a:prstGeom>
          <a:noFill/>
          <a:ln w="0">
            <a:noFill/>
          </a:ln>
        </p:spPr>
        <p:txBody>
          <a:bodyPr wrap="none" lIns="0" rIns="0" tIns="0" bIns="0" anchor="t">
            <a:spAutoFit/>
          </a:bodyPr>
          <a:p>
            <a:r>
              <a:rPr b="1" lang="en-US" sz="2100" strike="noStrike" u="none">
                <a:solidFill>
                  <a:srgbClr val="203a5d"/>
                </a:solidFill>
                <a:effectLst/>
                <a:uFillTx/>
                <a:latin typeface="'Times New Roman'"/>
              </a:rPr>
              <a:t>PROBLEM</a:t>
            </a:r>
            <a:endParaRPr b="1" lang="en-US" sz="2100" strike="noStrike" u="none">
              <a:solidFill>
                <a:srgbClr val="203a5d"/>
              </a:solidFill>
              <a:effectLst/>
              <a:uFillTx/>
              <a:latin typeface="'Times New Roman'"/>
              <a:ea typeface="'Times New Roman'"/>
            </a:endParaRPr>
          </a:p>
        </p:txBody>
      </p:sp>
      <p:sp>
        <p:nvSpPr>
          <p:cNvPr id="12" name=""/>
          <p:cNvSpPr txBox="1"/>
          <p:nvPr/>
        </p:nvSpPr>
        <p:spPr>
          <a:xfrm>
            <a:off x="980640" y="1379520"/>
            <a:ext cx="142704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question · scope</a:t>
            </a:r>
            <a:endParaRPr b="0" lang="en-US" sz="1720" strike="noStrike" u="none">
              <a:solidFill>
                <a:srgbClr val="526d8b"/>
              </a:solidFill>
              <a:effectLst/>
              <a:uFillTx/>
              <a:latin typeface="'Times New Roman'"/>
              <a:ea typeface="'Times New Roman'"/>
            </a:endParaRPr>
          </a:p>
        </p:txBody>
      </p:sp>
      <p:sp>
        <p:nvSpPr>
          <p:cNvPr id="13" name=""/>
          <p:cNvSpPr/>
          <p:nvPr/>
        </p:nvSpPr>
        <p:spPr>
          <a:xfrm>
            <a:off x="1694520" y="1831320"/>
            <a:ext cx="0" cy="495000"/>
          </a:xfrm>
          <a:prstGeom prst="line">
            <a:avLst/>
          </a:prstGeom>
          <a:ln w="28440">
            <a:solidFill>
              <a:srgbClr val="6f87a4"/>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4" name=""/>
          <p:cNvSpPr/>
          <p:nvPr/>
        </p:nvSpPr>
        <p:spPr>
          <a:xfrm>
            <a:off x="152316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 name=""/>
          <p:cNvSpPr/>
          <p:nvPr/>
        </p:nvSpPr>
        <p:spPr>
          <a:xfrm>
            <a:off x="3355560" y="699120"/>
            <a:ext cx="2827080" cy="1122840"/>
          </a:xfrm>
          <a:custGeom>
            <a:avLst/>
            <a:gdLst/>
            <a:ahLst/>
            <a:rect l="0" t="0" r="r" b="b"/>
            <a:pathLst>
              <a:path w="7853" h="3119">
                <a:moveTo>
                  <a:pt x="3927" y="3119"/>
                </a:moveTo>
                <a:lnTo>
                  <a:pt x="7377" y="3119"/>
                </a:lnTo>
                <a:cubicBezTo>
                  <a:pt x="7640" y="3119"/>
                  <a:pt x="7853" y="2906"/>
                  <a:pt x="7853" y="2643"/>
                </a:cubicBezTo>
                <a:lnTo>
                  <a:pt x="7853" y="476"/>
                </a:lnTo>
                <a:cubicBezTo>
                  <a:pt x="7853" y="213"/>
                  <a:pt x="7640" y="0"/>
                  <a:pt x="7377" y="0"/>
                </a:cubicBezTo>
                <a:lnTo>
                  <a:pt x="476" y="0"/>
                </a:lnTo>
                <a:cubicBezTo>
                  <a:pt x="213" y="0"/>
                  <a:pt x="0" y="213"/>
                  <a:pt x="0" y="476"/>
                </a:cubicBezTo>
                <a:lnTo>
                  <a:pt x="0" y="2643"/>
                </a:lnTo>
                <a:cubicBezTo>
                  <a:pt x="0" y="2906"/>
                  <a:pt x="213" y="3119"/>
                  <a:pt x="476" y="3119"/>
                </a:cubicBezTo>
                <a:lnTo>
                  <a:pt x="3927" y="3119"/>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6" name=""/>
          <p:cNvSpPr/>
          <p:nvPr/>
        </p:nvSpPr>
        <p:spPr>
          <a:xfrm>
            <a:off x="3355560" y="699120"/>
            <a:ext cx="2827080" cy="1122840"/>
          </a:xfrm>
          <a:custGeom>
            <a:avLst/>
            <a:gdLst/>
            <a:ahLst/>
            <a:rect l="0" t="0" r="r" b="b"/>
            <a:pathLst>
              <a:path w="7853" h="3119">
                <a:moveTo>
                  <a:pt x="3927" y="3119"/>
                </a:moveTo>
                <a:lnTo>
                  <a:pt x="7377" y="3119"/>
                </a:lnTo>
                <a:cubicBezTo>
                  <a:pt x="7640" y="3119"/>
                  <a:pt x="7853" y="2906"/>
                  <a:pt x="7853" y="2643"/>
                </a:cubicBezTo>
                <a:lnTo>
                  <a:pt x="7853" y="476"/>
                </a:lnTo>
                <a:cubicBezTo>
                  <a:pt x="7853" y="213"/>
                  <a:pt x="7640" y="0"/>
                  <a:pt x="7377" y="0"/>
                </a:cubicBezTo>
                <a:lnTo>
                  <a:pt x="476" y="0"/>
                </a:lnTo>
                <a:cubicBezTo>
                  <a:pt x="213" y="0"/>
                  <a:pt x="0" y="213"/>
                  <a:pt x="0" y="476"/>
                </a:cubicBezTo>
                <a:lnTo>
                  <a:pt x="0" y="2643"/>
                </a:lnTo>
                <a:cubicBezTo>
                  <a:pt x="0" y="2906"/>
                  <a:pt x="213" y="3119"/>
                  <a:pt x="476" y="3119"/>
                </a:cubicBezTo>
                <a:lnTo>
                  <a:pt x="3927" y="3119"/>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7" name=""/>
          <p:cNvSpPr txBox="1"/>
          <p:nvPr/>
        </p:nvSpPr>
        <p:spPr>
          <a:xfrm>
            <a:off x="4074120" y="932400"/>
            <a:ext cx="1408680" cy="295920"/>
          </a:xfrm>
          <a:prstGeom prst="rect">
            <a:avLst/>
          </a:prstGeom>
          <a:noFill/>
          <a:ln w="0">
            <a:noFill/>
          </a:ln>
        </p:spPr>
        <p:txBody>
          <a:bodyPr wrap="none" lIns="0" rIns="0" tIns="0" bIns="0" anchor="t">
            <a:spAutoFit/>
          </a:bodyPr>
          <a:p>
            <a:r>
              <a:rPr b="1" lang="en-US" sz="2100" strike="noStrike" u="none">
                <a:solidFill>
                  <a:srgbClr val="203a5d"/>
                </a:solidFill>
                <a:effectLst/>
                <a:uFillTx/>
                <a:latin typeface="'Times New Roman'"/>
              </a:rPr>
              <a:t>EVIDENCE</a:t>
            </a:r>
            <a:endParaRPr b="1" lang="en-US" sz="2100" strike="noStrike" u="none">
              <a:solidFill>
                <a:srgbClr val="203a5d"/>
              </a:solidFill>
              <a:effectLst/>
              <a:uFillTx/>
              <a:latin typeface="'Times New Roman'"/>
              <a:ea typeface="'Times New Roman'"/>
            </a:endParaRPr>
          </a:p>
        </p:txBody>
      </p:sp>
      <p:sp>
        <p:nvSpPr>
          <p:cNvPr id="18" name=""/>
          <p:cNvSpPr txBox="1"/>
          <p:nvPr/>
        </p:nvSpPr>
        <p:spPr>
          <a:xfrm>
            <a:off x="4026600" y="1379520"/>
            <a:ext cx="147600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corpus · position</a:t>
            </a:r>
            <a:endParaRPr b="0" lang="en-US" sz="1720" strike="noStrike" u="none">
              <a:solidFill>
                <a:srgbClr val="526d8b"/>
              </a:solidFill>
              <a:effectLst/>
              <a:uFillTx/>
              <a:latin typeface="'Times New Roman'"/>
              <a:ea typeface="'Times New Roman'"/>
            </a:endParaRPr>
          </a:p>
        </p:txBody>
      </p:sp>
      <p:sp>
        <p:nvSpPr>
          <p:cNvPr id="19" name=""/>
          <p:cNvSpPr/>
          <p:nvPr/>
        </p:nvSpPr>
        <p:spPr>
          <a:xfrm>
            <a:off x="4769280" y="1831320"/>
            <a:ext cx="0" cy="495000"/>
          </a:xfrm>
          <a:prstGeom prst="line">
            <a:avLst/>
          </a:prstGeom>
          <a:ln w="28440">
            <a:solidFill>
              <a:srgbClr val="6f87a4"/>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0" name=""/>
          <p:cNvSpPr/>
          <p:nvPr/>
        </p:nvSpPr>
        <p:spPr>
          <a:xfrm>
            <a:off x="4597920" y="2040840"/>
            <a:ext cx="342360" cy="342360"/>
          </a:xfrm>
          <a:custGeom>
            <a:avLst/>
            <a:gdLst/>
            <a:ahLst/>
            <a:rect l="0" t="0" r="r" b="b"/>
            <a:pathLst>
              <a:path w="951" h="951">
                <a:moveTo>
                  <a:pt x="951" y="0"/>
                </a:moveTo>
                <a:lnTo>
                  <a:pt x="476" y="951"/>
                </a:lnTo>
                <a:lnTo>
                  <a:pt x="0" y="0"/>
                </a:lnTo>
                <a:lnTo>
                  <a:pt x="951"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1" name=""/>
          <p:cNvSpPr/>
          <p:nvPr/>
        </p:nvSpPr>
        <p:spPr>
          <a:xfrm>
            <a:off x="4597920" y="2040840"/>
            <a:ext cx="342360" cy="342360"/>
          </a:xfrm>
          <a:custGeom>
            <a:avLst/>
            <a:gdLst/>
            <a:ahLst/>
            <a:rect l="0" t="0" r="r" b="b"/>
            <a:pathLst>
              <a:path w="951" h="951">
                <a:moveTo>
                  <a:pt x="951" y="0"/>
                </a:moveTo>
                <a:lnTo>
                  <a:pt x="476" y="951"/>
                </a:lnTo>
                <a:lnTo>
                  <a:pt x="0" y="0"/>
                </a:lnTo>
                <a:lnTo>
                  <a:pt x="951"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2" name=""/>
          <p:cNvSpPr/>
          <p:nvPr/>
        </p:nvSpPr>
        <p:spPr>
          <a:xfrm>
            <a:off x="6439680" y="699120"/>
            <a:ext cx="2826720" cy="1122840"/>
          </a:xfrm>
          <a:custGeom>
            <a:avLst/>
            <a:gdLst/>
            <a:ahLst/>
            <a:rect l="0" t="0" r="r" b="b"/>
            <a:pathLst>
              <a:path w="7852" h="3119">
                <a:moveTo>
                  <a:pt x="3927" y="3119"/>
                </a:moveTo>
                <a:lnTo>
                  <a:pt x="7376" y="3119"/>
                </a:lnTo>
                <a:cubicBezTo>
                  <a:pt x="7639" y="3119"/>
                  <a:pt x="7852" y="2906"/>
                  <a:pt x="7852" y="2643"/>
                </a:cubicBezTo>
                <a:lnTo>
                  <a:pt x="7852" y="476"/>
                </a:lnTo>
                <a:cubicBezTo>
                  <a:pt x="7852" y="213"/>
                  <a:pt x="7639" y="0"/>
                  <a:pt x="7376" y="0"/>
                </a:cubicBezTo>
                <a:lnTo>
                  <a:pt x="476" y="0"/>
                </a:lnTo>
                <a:cubicBezTo>
                  <a:pt x="213" y="0"/>
                  <a:pt x="0" y="213"/>
                  <a:pt x="0" y="476"/>
                </a:cubicBezTo>
                <a:lnTo>
                  <a:pt x="0" y="2643"/>
                </a:lnTo>
                <a:cubicBezTo>
                  <a:pt x="0" y="2906"/>
                  <a:pt x="213" y="3119"/>
                  <a:pt x="476" y="3119"/>
                </a:cubicBezTo>
                <a:lnTo>
                  <a:pt x="3927" y="3119"/>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3" name=""/>
          <p:cNvSpPr/>
          <p:nvPr/>
        </p:nvSpPr>
        <p:spPr>
          <a:xfrm>
            <a:off x="6439680" y="699120"/>
            <a:ext cx="2826720" cy="1122840"/>
          </a:xfrm>
          <a:custGeom>
            <a:avLst/>
            <a:gdLst/>
            <a:ahLst/>
            <a:rect l="0" t="0" r="r" b="b"/>
            <a:pathLst>
              <a:path w="7852" h="3119">
                <a:moveTo>
                  <a:pt x="3927" y="3119"/>
                </a:moveTo>
                <a:lnTo>
                  <a:pt x="7376" y="3119"/>
                </a:lnTo>
                <a:cubicBezTo>
                  <a:pt x="7639" y="3119"/>
                  <a:pt x="7852" y="2906"/>
                  <a:pt x="7852" y="2643"/>
                </a:cubicBezTo>
                <a:lnTo>
                  <a:pt x="7852" y="476"/>
                </a:lnTo>
                <a:cubicBezTo>
                  <a:pt x="7852" y="213"/>
                  <a:pt x="7639" y="0"/>
                  <a:pt x="7376" y="0"/>
                </a:cubicBezTo>
                <a:lnTo>
                  <a:pt x="476" y="0"/>
                </a:lnTo>
                <a:cubicBezTo>
                  <a:pt x="213" y="0"/>
                  <a:pt x="0" y="213"/>
                  <a:pt x="0" y="476"/>
                </a:cubicBezTo>
                <a:lnTo>
                  <a:pt x="0" y="2643"/>
                </a:lnTo>
                <a:cubicBezTo>
                  <a:pt x="0" y="2906"/>
                  <a:pt x="213" y="3119"/>
                  <a:pt x="476" y="3119"/>
                </a:cubicBezTo>
                <a:lnTo>
                  <a:pt x="3927" y="3119"/>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4" name=""/>
          <p:cNvSpPr txBox="1"/>
          <p:nvPr/>
        </p:nvSpPr>
        <p:spPr>
          <a:xfrm>
            <a:off x="7348680" y="932400"/>
            <a:ext cx="1023480" cy="295920"/>
          </a:xfrm>
          <a:prstGeom prst="rect">
            <a:avLst/>
          </a:prstGeom>
          <a:noFill/>
          <a:ln w="0">
            <a:noFill/>
          </a:ln>
        </p:spPr>
        <p:txBody>
          <a:bodyPr wrap="none" lIns="0" rIns="0" tIns="0" bIns="0" anchor="t">
            <a:spAutoFit/>
          </a:bodyPr>
          <a:p>
            <a:r>
              <a:rPr b="1" lang="en-US" sz="2100" strike="noStrike" u="none">
                <a:solidFill>
                  <a:srgbClr val="203a5d"/>
                </a:solidFill>
                <a:effectLst/>
                <a:uFillTx/>
                <a:latin typeface="'Times New Roman'"/>
              </a:rPr>
              <a:t>DESIGN</a:t>
            </a:r>
            <a:endParaRPr b="1" lang="en-US" sz="2100" strike="noStrike" u="none">
              <a:solidFill>
                <a:srgbClr val="203a5d"/>
              </a:solidFill>
              <a:effectLst/>
              <a:uFillTx/>
              <a:latin typeface="'Times New Roman'"/>
              <a:ea typeface="'Times New Roman'"/>
            </a:endParaRPr>
          </a:p>
        </p:txBody>
      </p:sp>
      <p:sp>
        <p:nvSpPr>
          <p:cNvPr id="25" name=""/>
          <p:cNvSpPr txBox="1"/>
          <p:nvPr/>
        </p:nvSpPr>
        <p:spPr>
          <a:xfrm>
            <a:off x="7053840" y="1379520"/>
            <a:ext cx="160956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method · rationale</a:t>
            </a:r>
            <a:endParaRPr b="0" lang="en-US" sz="1720" strike="noStrike" u="none">
              <a:solidFill>
                <a:srgbClr val="526d8b"/>
              </a:solidFill>
              <a:effectLst/>
              <a:uFillTx/>
              <a:latin typeface="'Times New Roman'"/>
              <a:ea typeface="'Times New Roman'"/>
            </a:endParaRPr>
          </a:p>
        </p:txBody>
      </p:sp>
      <p:sp>
        <p:nvSpPr>
          <p:cNvPr id="26" name=""/>
          <p:cNvSpPr/>
          <p:nvPr/>
        </p:nvSpPr>
        <p:spPr>
          <a:xfrm>
            <a:off x="7853400" y="1831320"/>
            <a:ext cx="0" cy="495000"/>
          </a:xfrm>
          <a:prstGeom prst="line">
            <a:avLst/>
          </a:prstGeom>
          <a:ln w="28440">
            <a:solidFill>
              <a:srgbClr val="6f87a4"/>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7" name=""/>
          <p:cNvSpPr/>
          <p:nvPr/>
        </p:nvSpPr>
        <p:spPr>
          <a:xfrm>
            <a:off x="7682040" y="2040840"/>
            <a:ext cx="342360" cy="342360"/>
          </a:xfrm>
          <a:custGeom>
            <a:avLst/>
            <a:gdLst/>
            <a:ahLst/>
            <a:rect l="0" t="0" r="r" b="b"/>
            <a:pathLst>
              <a:path w="951" h="951">
                <a:moveTo>
                  <a:pt x="951" y="0"/>
                </a:moveTo>
                <a:lnTo>
                  <a:pt x="476" y="951"/>
                </a:lnTo>
                <a:lnTo>
                  <a:pt x="0" y="0"/>
                </a:lnTo>
                <a:lnTo>
                  <a:pt x="951"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8" name=""/>
          <p:cNvSpPr/>
          <p:nvPr/>
        </p:nvSpPr>
        <p:spPr>
          <a:xfrm>
            <a:off x="7682040" y="2040840"/>
            <a:ext cx="342360" cy="342360"/>
          </a:xfrm>
          <a:custGeom>
            <a:avLst/>
            <a:gdLst/>
            <a:ahLst/>
            <a:rect l="0" t="0" r="r" b="b"/>
            <a:pathLst>
              <a:path w="951" h="951">
                <a:moveTo>
                  <a:pt x="951" y="0"/>
                </a:moveTo>
                <a:lnTo>
                  <a:pt x="476" y="951"/>
                </a:lnTo>
                <a:lnTo>
                  <a:pt x="0" y="0"/>
                </a:lnTo>
                <a:lnTo>
                  <a:pt x="951"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9" name=""/>
          <p:cNvSpPr/>
          <p:nvPr/>
        </p:nvSpPr>
        <p:spPr>
          <a:xfrm>
            <a:off x="7682040" y="2040840"/>
            <a:ext cx="342360" cy="342360"/>
          </a:xfrm>
          <a:custGeom>
            <a:avLst/>
            <a:gdLst/>
            <a:ahLst/>
            <a:rect l="0" t="0" r="r" b="b"/>
            <a:pathLst>
              <a:path w="951" h="951">
                <a:moveTo>
                  <a:pt x="951" y="0"/>
                </a:moveTo>
                <a:lnTo>
                  <a:pt x="476" y="951"/>
                </a:lnTo>
                <a:lnTo>
                  <a:pt x="0" y="0"/>
                </a:lnTo>
                <a:lnTo>
                  <a:pt x="951"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0" name=""/>
          <p:cNvSpPr/>
          <p:nvPr/>
        </p:nvSpPr>
        <p:spPr>
          <a:xfrm>
            <a:off x="9514080" y="699120"/>
            <a:ext cx="2827080" cy="1122840"/>
          </a:xfrm>
          <a:custGeom>
            <a:avLst/>
            <a:gdLst/>
            <a:ahLst/>
            <a:rect l="0" t="0" r="r" b="b"/>
            <a:pathLst>
              <a:path w="7853" h="3119">
                <a:moveTo>
                  <a:pt x="3927" y="3119"/>
                </a:moveTo>
                <a:lnTo>
                  <a:pt x="7377" y="3119"/>
                </a:lnTo>
                <a:cubicBezTo>
                  <a:pt x="7640" y="3119"/>
                  <a:pt x="7853" y="2906"/>
                  <a:pt x="7853" y="2643"/>
                </a:cubicBezTo>
                <a:lnTo>
                  <a:pt x="7853" y="476"/>
                </a:lnTo>
                <a:cubicBezTo>
                  <a:pt x="7853" y="213"/>
                  <a:pt x="7640" y="0"/>
                  <a:pt x="7377" y="0"/>
                </a:cubicBezTo>
                <a:lnTo>
                  <a:pt x="476" y="0"/>
                </a:lnTo>
                <a:cubicBezTo>
                  <a:pt x="213" y="0"/>
                  <a:pt x="0" y="213"/>
                  <a:pt x="0" y="476"/>
                </a:cubicBezTo>
                <a:lnTo>
                  <a:pt x="0" y="2643"/>
                </a:lnTo>
                <a:cubicBezTo>
                  <a:pt x="0" y="2906"/>
                  <a:pt x="213" y="3119"/>
                  <a:pt x="476" y="3119"/>
                </a:cubicBezTo>
                <a:lnTo>
                  <a:pt x="3927" y="3119"/>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1" name=""/>
          <p:cNvSpPr/>
          <p:nvPr/>
        </p:nvSpPr>
        <p:spPr>
          <a:xfrm>
            <a:off x="9514080" y="699120"/>
            <a:ext cx="2827080" cy="1122840"/>
          </a:xfrm>
          <a:custGeom>
            <a:avLst/>
            <a:gdLst/>
            <a:ahLst/>
            <a:rect l="0" t="0" r="r" b="b"/>
            <a:pathLst>
              <a:path w="7853" h="3119">
                <a:moveTo>
                  <a:pt x="3927" y="3119"/>
                </a:moveTo>
                <a:lnTo>
                  <a:pt x="7377" y="3119"/>
                </a:lnTo>
                <a:cubicBezTo>
                  <a:pt x="7640" y="3119"/>
                  <a:pt x="7853" y="2906"/>
                  <a:pt x="7853" y="2643"/>
                </a:cubicBezTo>
                <a:lnTo>
                  <a:pt x="7853" y="476"/>
                </a:lnTo>
                <a:cubicBezTo>
                  <a:pt x="7853" y="213"/>
                  <a:pt x="7640" y="0"/>
                  <a:pt x="7377" y="0"/>
                </a:cubicBezTo>
                <a:lnTo>
                  <a:pt x="476" y="0"/>
                </a:lnTo>
                <a:cubicBezTo>
                  <a:pt x="213" y="0"/>
                  <a:pt x="0" y="213"/>
                  <a:pt x="0" y="476"/>
                </a:cubicBezTo>
                <a:lnTo>
                  <a:pt x="0" y="2643"/>
                </a:lnTo>
                <a:cubicBezTo>
                  <a:pt x="0" y="2906"/>
                  <a:pt x="213" y="3119"/>
                  <a:pt x="476" y="3119"/>
                </a:cubicBezTo>
                <a:lnTo>
                  <a:pt x="3927" y="3119"/>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32" name=""/>
          <p:cNvSpPr txBox="1"/>
          <p:nvPr/>
        </p:nvSpPr>
        <p:spPr>
          <a:xfrm>
            <a:off x="10127880" y="932400"/>
            <a:ext cx="1617480" cy="295920"/>
          </a:xfrm>
          <a:prstGeom prst="rect">
            <a:avLst/>
          </a:prstGeom>
          <a:noFill/>
          <a:ln w="0">
            <a:noFill/>
          </a:ln>
        </p:spPr>
        <p:txBody>
          <a:bodyPr wrap="none" lIns="0" rIns="0" tIns="0" bIns="0" anchor="t">
            <a:spAutoFit/>
          </a:bodyPr>
          <a:p>
            <a:r>
              <a:rPr b="1" lang="en-US" sz="2100" strike="noStrike" u="none">
                <a:solidFill>
                  <a:srgbClr val="203a5d"/>
                </a:solidFill>
                <a:effectLst/>
                <a:uFillTx/>
                <a:latin typeface="'Times New Roman'"/>
              </a:rPr>
              <a:t>EXECUTION</a:t>
            </a:r>
            <a:endParaRPr b="1" lang="en-US" sz="2100" strike="noStrike" u="none">
              <a:solidFill>
                <a:srgbClr val="203a5d"/>
              </a:solidFill>
              <a:effectLst/>
              <a:uFillTx/>
              <a:latin typeface="'Times New Roman'"/>
              <a:ea typeface="'Times New Roman'"/>
            </a:endParaRPr>
          </a:p>
        </p:txBody>
      </p:sp>
      <p:sp>
        <p:nvSpPr>
          <p:cNvPr id="33" name=""/>
          <p:cNvSpPr txBox="1"/>
          <p:nvPr/>
        </p:nvSpPr>
        <p:spPr>
          <a:xfrm>
            <a:off x="10127880" y="1379520"/>
            <a:ext cx="159696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state · provenance</a:t>
            </a:r>
            <a:endParaRPr b="0" lang="en-US" sz="1720" strike="noStrike" u="none">
              <a:solidFill>
                <a:srgbClr val="526d8b"/>
              </a:solidFill>
              <a:effectLst/>
              <a:uFillTx/>
              <a:latin typeface="'Times New Roman'"/>
              <a:ea typeface="'Times New Roman'"/>
            </a:endParaRPr>
          </a:p>
        </p:txBody>
      </p:sp>
      <p:sp>
        <p:nvSpPr>
          <p:cNvPr id="34" name=""/>
          <p:cNvSpPr/>
          <p:nvPr/>
        </p:nvSpPr>
        <p:spPr>
          <a:xfrm>
            <a:off x="10927800" y="1831320"/>
            <a:ext cx="0" cy="495000"/>
          </a:xfrm>
          <a:prstGeom prst="line">
            <a:avLst/>
          </a:prstGeom>
          <a:ln w="28440">
            <a:solidFill>
              <a:srgbClr val="6f87a4"/>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5" name=""/>
          <p:cNvSpPr/>
          <p:nvPr/>
        </p:nvSpPr>
        <p:spPr>
          <a:xfrm>
            <a:off x="1075644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6" name=""/>
          <p:cNvSpPr/>
          <p:nvPr/>
        </p:nvSpPr>
        <p:spPr>
          <a:xfrm>
            <a:off x="1075644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7" name=""/>
          <p:cNvSpPr/>
          <p:nvPr/>
        </p:nvSpPr>
        <p:spPr>
          <a:xfrm>
            <a:off x="1075644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8" name=""/>
          <p:cNvSpPr/>
          <p:nvPr/>
        </p:nvSpPr>
        <p:spPr>
          <a:xfrm>
            <a:off x="1075644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9" name=""/>
          <p:cNvSpPr/>
          <p:nvPr/>
        </p:nvSpPr>
        <p:spPr>
          <a:xfrm>
            <a:off x="12598200" y="699120"/>
            <a:ext cx="2827440" cy="1122840"/>
          </a:xfrm>
          <a:custGeom>
            <a:avLst/>
            <a:gdLst/>
            <a:ahLst/>
            <a:rect l="0" t="0" r="r" b="b"/>
            <a:pathLst>
              <a:path w="7854" h="3119">
                <a:moveTo>
                  <a:pt x="3927" y="3119"/>
                </a:moveTo>
                <a:lnTo>
                  <a:pt x="7378" y="3119"/>
                </a:lnTo>
                <a:cubicBezTo>
                  <a:pt x="7640" y="3119"/>
                  <a:pt x="7854" y="2906"/>
                  <a:pt x="7854" y="2643"/>
                </a:cubicBezTo>
                <a:lnTo>
                  <a:pt x="7854" y="476"/>
                </a:lnTo>
                <a:cubicBezTo>
                  <a:pt x="7854" y="213"/>
                  <a:pt x="7640" y="0"/>
                  <a:pt x="7378" y="0"/>
                </a:cubicBezTo>
                <a:lnTo>
                  <a:pt x="476" y="0"/>
                </a:lnTo>
                <a:cubicBezTo>
                  <a:pt x="213" y="0"/>
                  <a:pt x="0" y="213"/>
                  <a:pt x="0" y="476"/>
                </a:cubicBezTo>
                <a:lnTo>
                  <a:pt x="0" y="2643"/>
                </a:lnTo>
                <a:cubicBezTo>
                  <a:pt x="0" y="2906"/>
                  <a:pt x="213" y="3119"/>
                  <a:pt x="476" y="3119"/>
                </a:cubicBezTo>
                <a:lnTo>
                  <a:pt x="3927" y="3119"/>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40" name=""/>
          <p:cNvSpPr/>
          <p:nvPr/>
        </p:nvSpPr>
        <p:spPr>
          <a:xfrm>
            <a:off x="12598200" y="699120"/>
            <a:ext cx="2827440" cy="1122840"/>
          </a:xfrm>
          <a:custGeom>
            <a:avLst/>
            <a:gdLst/>
            <a:ahLst/>
            <a:rect l="0" t="0" r="r" b="b"/>
            <a:pathLst>
              <a:path w="7854" h="3119">
                <a:moveTo>
                  <a:pt x="3927" y="3119"/>
                </a:moveTo>
                <a:lnTo>
                  <a:pt x="7378" y="3119"/>
                </a:lnTo>
                <a:cubicBezTo>
                  <a:pt x="7640" y="3119"/>
                  <a:pt x="7854" y="2906"/>
                  <a:pt x="7854" y="2643"/>
                </a:cubicBezTo>
                <a:lnTo>
                  <a:pt x="7854" y="476"/>
                </a:lnTo>
                <a:cubicBezTo>
                  <a:pt x="7854" y="213"/>
                  <a:pt x="7640" y="0"/>
                  <a:pt x="7378" y="0"/>
                </a:cubicBezTo>
                <a:lnTo>
                  <a:pt x="476" y="0"/>
                </a:lnTo>
                <a:cubicBezTo>
                  <a:pt x="213" y="0"/>
                  <a:pt x="0" y="213"/>
                  <a:pt x="0" y="476"/>
                </a:cubicBezTo>
                <a:lnTo>
                  <a:pt x="0" y="2643"/>
                </a:lnTo>
                <a:cubicBezTo>
                  <a:pt x="0" y="2906"/>
                  <a:pt x="213" y="3119"/>
                  <a:pt x="476" y="3119"/>
                </a:cubicBezTo>
                <a:lnTo>
                  <a:pt x="3927" y="3119"/>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41" name=""/>
          <p:cNvSpPr txBox="1"/>
          <p:nvPr/>
        </p:nvSpPr>
        <p:spPr>
          <a:xfrm>
            <a:off x="13564440" y="932400"/>
            <a:ext cx="922680" cy="295920"/>
          </a:xfrm>
          <a:prstGeom prst="rect">
            <a:avLst/>
          </a:prstGeom>
          <a:noFill/>
          <a:ln w="0">
            <a:noFill/>
          </a:ln>
        </p:spPr>
        <p:txBody>
          <a:bodyPr wrap="none" lIns="0" rIns="0" tIns="0" bIns="0" anchor="t">
            <a:spAutoFit/>
          </a:bodyPr>
          <a:p>
            <a:r>
              <a:rPr b="1" lang="en-US" sz="2100" strike="noStrike" u="none">
                <a:solidFill>
                  <a:srgbClr val="203a5d"/>
                </a:solidFill>
                <a:effectLst/>
                <a:uFillTx/>
                <a:latin typeface="'Times New Roman'"/>
              </a:rPr>
              <a:t>CLAIM</a:t>
            </a:r>
            <a:endParaRPr b="1" lang="en-US" sz="2100" strike="noStrike" u="none">
              <a:solidFill>
                <a:srgbClr val="203a5d"/>
              </a:solidFill>
              <a:effectLst/>
              <a:uFillTx/>
              <a:latin typeface="'Times New Roman'"/>
              <a:ea typeface="'Times New Roman'"/>
            </a:endParaRPr>
          </a:p>
        </p:txBody>
      </p:sp>
      <p:sp>
        <p:nvSpPr>
          <p:cNvPr id="42" name=""/>
          <p:cNvSpPr txBox="1"/>
          <p:nvPr/>
        </p:nvSpPr>
        <p:spPr>
          <a:xfrm>
            <a:off x="13364640" y="1379520"/>
            <a:ext cx="130500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answer · limits</a:t>
            </a:r>
            <a:endParaRPr b="0" lang="en-US" sz="1720" strike="noStrike" u="none">
              <a:solidFill>
                <a:srgbClr val="526d8b"/>
              </a:solidFill>
              <a:effectLst/>
              <a:uFillTx/>
              <a:latin typeface="'Times New Roman'"/>
              <a:ea typeface="'Times New Roman'"/>
            </a:endParaRPr>
          </a:p>
        </p:txBody>
      </p:sp>
      <p:sp>
        <p:nvSpPr>
          <p:cNvPr id="43" name=""/>
          <p:cNvSpPr/>
          <p:nvPr/>
        </p:nvSpPr>
        <p:spPr>
          <a:xfrm>
            <a:off x="14011920" y="1831320"/>
            <a:ext cx="0" cy="495000"/>
          </a:xfrm>
          <a:prstGeom prst="line">
            <a:avLst/>
          </a:prstGeom>
          <a:ln w="28440">
            <a:solidFill>
              <a:srgbClr val="6f87a4"/>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44" name=""/>
          <p:cNvSpPr/>
          <p:nvPr/>
        </p:nvSpPr>
        <p:spPr>
          <a:xfrm>
            <a:off x="1384056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5" name=""/>
          <p:cNvSpPr/>
          <p:nvPr/>
        </p:nvSpPr>
        <p:spPr>
          <a:xfrm>
            <a:off x="1384056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6" name=""/>
          <p:cNvSpPr/>
          <p:nvPr/>
        </p:nvSpPr>
        <p:spPr>
          <a:xfrm>
            <a:off x="1384056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7" name=""/>
          <p:cNvSpPr/>
          <p:nvPr/>
        </p:nvSpPr>
        <p:spPr>
          <a:xfrm>
            <a:off x="1384056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8" name=""/>
          <p:cNvSpPr/>
          <p:nvPr/>
        </p:nvSpPr>
        <p:spPr>
          <a:xfrm>
            <a:off x="13840560" y="2040840"/>
            <a:ext cx="342720" cy="342360"/>
          </a:xfrm>
          <a:custGeom>
            <a:avLst/>
            <a:gdLst/>
            <a:ahLst/>
            <a:rect l="0" t="0" r="r" b="b"/>
            <a:pathLst>
              <a:path w="952" h="951">
                <a:moveTo>
                  <a:pt x="952" y="0"/>
                </a:moveTo>
                <a:lnTo>
                  <a:pt x="476" y="951"/>
                </a:lnTo>
                <a:lnTo>
                  <a:pt x="0" y="0"/>
                </a:lnTo>
                <a:lnTo>
                  <a:pt x="952"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9" name=""/>
          <p:cNvSpPr/>
          <p:nvPr/>
        </p:nvSpPr>
        <p:spPr>
          <a:xfrm>
            <a:off x="404640" y="2545200"/>
            <a:ext cx="14906520" cy="1636200"/>
          </a:xfrm>
          <a:custGeom>
            <a:avLst/>
            <a:gdLst/>
            <a:ahLst/>
            <a:rect l="0" t="0" r="r" b="b"/>
            <a:pathLst>
              <a:path w="41407" h="4545">
                <a:moveTo>
                  <a:pt x="20704" y="4545"/>
                </a:moveTo>
                <a:lnTo>
                  <a:pt x="40773" y="4545"/>
                </a:lnTo>
                <a:cubicBezTo>
                  <a:pt x="41123" y="4545"/>
                  <a:pt x="41407" y="4261"/>
                  <a:pt x="41407" y="3911"/>
                </a:cubicBezTo>
                <a:lnTo>
                  <a:pt x="41407" y="634"/>
                </a:lnTo>
                <a:cubicBezTo>
                  <a:pt x="41407" y="284"/>
                  <a:pt x="41123" y="0"/>
                  <a:pt x="40773" y="0"/>
                </a:cubicBezTo>
                <a:lnTo>
                  <a:pt x="634" y="0"/>
                </a:lnTo>
                <a:cubicBezTo>
                  <a:pt x="284" y="0"/>
                  <a:pt x="0" y="284"/>
                  <a:pt x="0" y="634"/>
                </a:cubicBezTo>
                <a:lnTo>
                  <a:pt x="0" y="3911"/>
                </a:lnTo>
                <a:cubicBezTo>
                  <a:pt x="0" y="4261"/>
                  <a:pt x="284" y="4545"/>
                  <a:pt x="634" y="4545"/>
                </a:cubicBezTo>
                <a:lnTo>
                  <a:pt x="20704" y="4545"/>
                </a:lnTo>
                <a:close/>
              </a:path>
            </a:pathLst>
          </a:custGeom>
          <a:solidFill>
            <a:srgbClr val="f4f7fb"/>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50" name=""/>
          <p:cNvSpPr/>
          <p:nvPr/>
        </p:nvSpPr>
        <p:spPr>
          <a:xfrm>
            <a:off x="404640" y="2545200"/>
            <a:ext cx="14906520" cy="1636200"/>
          </a:xfrm>
          <a:custGeom>
            <a:avLst/>
            <a:gdLst/>
            <a:ahLst/>
            <a:rect l="0" t="0" r="r" b="b"/>
            <a:pathLst>
              <a:path w="41407" h="4545">
                <a:moveTo>
                  <a:pt x="20704" y="4545"/>
                </a:moveTo>
                <a:lnTo>
                  <a:pt x="40773" y="4545"/>
                </a:lnTo>
                <a:cubicBezTo>
                  <a:pt x="41123" y="4545"/>
                  <a:pt x="41407" y="4261"/>
                  <a:pt x="41407" y="3911"/>
                </a:cubicBezTo>
                <a:lnTo>
                  <a:pt x="41407" y="634"/>
                </a:lnTo>
                <a:cubicBezTo>
                  <a:pt x="41407" y="284"/>
                  <a:pt x="41123" y="0"/>
                  <a:pt x="40773" y="0"/>
                </a:cubicBezTo>
                <a:lnTo>
                  <a:pt x="634" y="0"/>
                </a:lnTo>
                <a:cubicBezTo>
                  <a:pt x="284" y="0"/>
                  <a:pt x="0" y="284"/>
                  <a:pt x="0" y="634"/>
                </a:cubicBezTo>
                <a:lnTo>
                  <a:pt x="0" y="3911"/>
                </a:lnTo>
                <a:cubicBezTo>
                  <a:pt x="0" y="4261"/>
                  <a:pt x="284" y="4545"/>
                  <a:pt x="634" y="4545"/>
                </a:cubicBezTo>
                <a:lnTo>
                  <a:pt x="20704" y="4545"/>
                </a:lnTo>
                <a:close/>
              </a:path>
            </a:pathLst>
          </a:custGeom>
          <a:noFill/>
          <a:ln w="38160">
            <a:solidFill>
              <a:srgbClr val="9e2e2e"/>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51" name=""/>
          <p:cNvSpPr txBox="1"/>
          <p:nvPr/>
        </p:nvSpPr>
        <p:spPr>
          <a:xfrm>
            <a:off x="6168600" y="2654280"/>
            <a:ext cx="3401640" cy="295920"/>
          </a:xfrm>
          <a:prstGeom prst="rect">
            <a:avLst/>
          </a:prstGeom>
          <a:noFill/>
          <a:ln w="0">
            <a:noFill/>
          </a:ln>
        </p:spPr>
        <p:txBody>
          <a:bodyPr wrap="none" lIns="0" rIns="0" tIns="0" bIns="0" anchor="t">
            <a:spAutoFit/>
          </a:bodyPr>
          <a:p>
            <a:r>
              <a:rPr b="1" lang="en-US" sz="2100" strike="noStrike" u="none">
                <a:solidFill>
                  <a:srgbClr val="8d2727"/>
                </a:solidFill>
                <a:effectLst/>
                <a:uFillTx/>
                <a:latin typeface="'Times New Roman'"/>
              </a:rPr>
              <a:t>ANSWER ARCHITECTURE</a:t>
            </a:r>
            <a:endParaRPr b="1" lang="en-US" sz="2100" strike="noStrike" u="none">
              <a:solidFill>
                <a:srgbClr val="8d2727"/>
              </a:solidFill>
              <a:effectLst/>
              <a:uFillTx/>
              <a:latin typeface="'Times New Roman'"/>
              <a:ea typeface="'Times New Roman'"/>
            </a:endParaRPr>
          </a:p>
        </p:txBody>
      </p:sp>
      <p:sp>
        <p:nvSpPr>
          <p:cNvPr id="52" name=""/>
          <p:cNvSpPr/>
          <p:nvPr/>
        </p:nvSpPr>
        <p:spPr>
          <a:xfrm>
            <a:off x="728280" y="3173040"/>
            <a:ext cx="1694520" cy="704160"/>
          </a:xfrm>
          <a:custGeom>
            <a:avLst/>
            <a:gdLst/>
            <a:ahLst/>
            <a:rect l="0" t="0" r="r" b="b"/>
            <a:pathLst>
              <a:path w="4707" h="1956">
                <a:moveTo>
                  <a:pt x="2353"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3"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53" name=""/>
          <p:cNvSpPr/>
          <p:nvPr/>
        </p:nvSpPr>
        <p:spPr>
          <a:xfrm>
            <a:off x="728280" y="3173040"/>
            <a:ext cx="1694520" cy="704160"/>
          </a:xfrm>
          <a:custGeom>
            <a:avLst/>
            <a:gdLst/>
            <a:ahLst/>
            <a:rect l="0" t="0" r="r" b="b"/>
            <a:pathLst>
              <a:path w="4707" h="1956">
                <a:moveTo>
                  <a:pt x="2353"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3"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54" name=""/>
          <p:cNvSpPr txBox="1"/>
          <p:nvPr/>
        </p:nvSpPr>
        <p:spPr>
          <a:xfrm>
            <a:off x="1085040" y="3434400"/>
            <a:ext cx="100836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QUESTION</a:t>
            </a:r>
            <a:endParaRPr b="1" lang="en-US" sz="1500" strike="noStrike" u="none">
              <a:solidFill>
                <a:srgbClr val="7f2525"/>
              </a:solidFill>
              <a:effectLst/>
              <a:uFillTx/>
              <a:latin typeface="'Times New Roman'"/>
              <a:ea typeface="'Times New Roman'"/>
            </a:endParaRPr>
          </a:p>
        </p:txBody>
      </p:sp>
      <p:sp>
        <p:nvSpPr>
          <p:cNvPr id="55" name=""/>
          <p:cNvSpPr/>
          <p:nvPr/>
        </p:nvSpPr>
        <p:spPr>
          <a:xfrm>
            <a:off x="2460600" y="3525120"/>
            <a:ext cx="285840" cy="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56" name=""/>
          <p:cNvSpPr/>
          <p:nvPr/>
        </p:nvSpPr>
        <p:spPr>
          <a:xfrm>
            <a:off x="236556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7" name=""/>
          <p:cNvSpPr/>
          <p:nvPr/>
        </p:nvSpPr>
        <p:spPr>
          <a:xfrm>
            <a:off x="236556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8" name=""/>
          <p:cNvSpPr/>
          <p:nvPr/>
        </p:nvSpPr>
        <p:spPr>
          <a:xfrm>
            <a:off x="236556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9" name=""/>
          <p:cNvSpPr/>
          <p:nvPr/>
        </p:nvSpPr>
        <p:spPr>
          <a:xfrm>
            <a:off x="236556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0" name=""/>
          <p:cNvSpPr/>
          <p:nvPr/>
        </p:nvSpPr>
        <p:spPr>
          <a:xfrm>
            <a:off x="236556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1" name=""/>
          <p:cNvSpPr/>
          <p:nvPr/>
        </p:nvSpPr>
        <p:spPr>
          <a:xfrm>
            <a:off x="236556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2" name=""/>
          <p:cNvSpPr/>
          <p:nvPr/>
        </p:nvSpPr>
        <p:spPr>
          <a:xfrm>
            <a:off x="2832120" y="3173040"/>
            <a:ext cx="1694160" cy="704160"/>
          </a:xfrm>
          <a:custGeom>
            <a:avLst/>
            <a:gdLst/>
            <a:ahLst/>
            <a:rect l="0" t="0" r="r" b="b"/>
            <a:pathLst>
              <a:path w="4706" h="1956">
                <a:moveTo>
                  <a:pt x="2353" y="1956"/>
                </a:moveTo>
                <a:lnTo>
                  <a:pt x="4362" y="1956"/>
                </a:lnTo>
                <a:cubicBezTo>
                  <a:pt x="4552" y="1956"/>
                  <a:pt x="4706" y="1802"/>
                  <a:pt x="4706" y="1612"/>
                </a:cubicBezTo>
                <a:lnTo>
                  <a:pt x="4706" y="343"/>
                </a:lnTo>
                <a:cubicBezTo>
                  <a:pt x="4706" y="154"/>
                  <a:pt x="4552" y="0"/>
                  <a:pt x="4362" y="0"/>
                </a:cubicBezTo>
                <a:lnTo>
                  <a:pt x="343" y="0"/>
                </a:lnTo>
                <a:cubicBezTo>
                  <a:pt x="153" y="0"/>
                  <a:pt x="0" y="154"/>
                  <a:pt x="0" y="343"/>
                </a:cubicBezTo>
                <a:lnTo>
                  <a:pt x="0" y="1612"/>
                </a:lnTo>
                <a:cubicBezTo>
                  <a:pt x="0" y="1802"/>
                  <a:pt x="153" y="1956"/>
                  <a:pt x="343" y="1956"/>
                </a:cubicBezTo>
                <a:lnTo>
                  <a:pt x="2353"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3" name=""/>
          <p:cNvSpPr/>
          <p:nvPr/>
        </p:nvSpPr>
        <p:spPr>
          <a:xfrm>
            <a:off x="2832120" y="3173040"/>
            <a:ext cx="1694160" cy="704160"/>
          </a:xfrm>
          <a:custGeom>
            <a:avLst/>
            <a:gdLst/>
            <a:ahLst/>
            <a:rect l="0" t="0" r="r" b="b"/>
            <a:pathLst>
              <a:path w="4706" h="1956">
                <a:moveTo>
                  <a:pt x="2353" y="1956"/>
                </a:moveTo>
                <a:lnTo>
                  <a:pt x="4362" y="1956"/>
                </a:lnTo>
                <a:cubicBezTo>
                  <a:pt x="4552" y="1956"/>
                  <a:pt x="4706" y="1802"/>
                  <a:pt x="4706" y="1612"/>
                </a:cubicBezTo>
                <a:lnTo>
                  <a:pt x="4706" y="343"/>
                </a:lnTo>
                <a:cubicBezTo>
                  <a:pt x="4706" y="154"/>
                  <a:pt x="4552" y="0"/>
                  <a:pt x="4362" y="0"/>
                </a:cubicBezTo>
                <a:lnTo>
                  <a:pt x="343" y="0"/>
                </a:lnTo>
                <a:cubicBezTo>
                  <a:pt x="153" y="0"/>
                  <a:pt x="0" y="154"/>
                  <a:pt x="0" y="343"/>
                </a:cubicBezTo>
                <a:lnTo>
                  <a:pt x="0" y="1612"/>
                </a:lnTo>
                <a:cubicBezTo>
                  <a:pt x="0" y="1802"/>
                  <a:pt x="153" y="1956"/>
                  <a:pt x="343" y="1956"/>
                </a:cubicBezTo>
                <a:lnTo>
                  <a:pt x="2353"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64" name=""/>
          <p:cNvSpPr txBox="1"/>
          <p:nvPr/>
        </p:nvSpPr>
        <p:spPr>
          <a:xfrm>
            <a:off x="3217320" y="3434400"/>
            <a:ext cx="93240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POSITION</a:t>
            </a:r>
            <a:endParaRPr b="1" lang="en-US" sz="1500" strike="noStrike" u="none">
              <a:solidFill>
                <a:srgbClr val="7f2525"/>
              </a:solidFill>
              <a:effectLst/>
              <a:uFillTx/>
              <a:latin typeface="'Times New Roman'"/>
              <a:ea typeface="'Times New Roman'"/>
            </a:endParaRPr>
          </a:p>
        </p:txBody>
      </p:sp>
      <p:sp>
        <p:nvSpPr>
          <p:cNvPr id="65" name=""/>
          <p:cNvSpPr/>
          <p:nvPr/>
        </p:nvSpPr>
        <p:spPr>
          <a:xfrm>
            <a:off x="4564440" y="3525120"/>
            <a:ext cx="285480" cy="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66"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7"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8"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9"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0"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1"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2" name=""/>
          <p:cNvSpPr/>
          <p:nvPr/>
        </p:nvSpPr>
        <p:spPr>
          <a:xfrm>
            <a:off x="44694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3" name=""/>
          <p:cNvSpPr/>
          <p:nvPr/>
        </p:nvSpPr>
        <p:spPr>
          <a:xfrm>
            <a:off x="4945320" y="3173040"/>
            <a:ext cx="1694160" cy="704160"/>
          </a:xfrm>
          <a:custGeom>
            <a:avLst/>
            <a:gdLst/>
            <a:ahLst/>
            <a:rect l="0" t="0" r="r" b="b"/>
            <a:pathLst>
              <a:path w="4706" h="1956">
                <a:moveTo>
                  <a:pt x="2353" y="1956"/>
                </a:moveTo>
                <a:lnTo>
                  <a:pt x="4363" y="1956"/>
                </a:lnTo>
                <a:cubicBezTo>
                  <a:pt x="4553" y="1956"/>
                  <a:pt x="4706" y="1802"/>
                  <a:pt x="4706" y="1612"/>
                </a:cubicBezTo>
                <a:lnTo>
                  <a:pt x="4706" y="343"/>
                </a:lnTo>
                <a:cubicBezTo>
                  <a:pt x="4706" y="154"/>
                  <a:pt x="4553" y="0"/>
                  <a:pt x="4363" y="0"/>
                </a:cubicBezTo>
                <a:lnTo>
                  <a:pt x="343" y="0"/>
                </a:lnTo>
                <a:cubicBezTo>
                  <a:pt x="154" y="0"/>
                  <a:pt x="0" y="154"/>
                  <a:pt x="0" y="343"/>
                </a:cubicBezTo>
                <a:lnTo>
                  <a:pt x="0" y="1612"/>
                </a:lnTo>
                <a:cubicBezTo>
                  <a:pt x="0" y="1802"/>
                  <a:pt x="154" y="1956"/>
                  <a:pt x="343" y="1956"/>
                </a:cubicBezTo>
                <a:lnTo>
                  <a:pt x="2353"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4" name=""/>
          <p:cNvSpPr/>
          <p:nvPr/>
        </p:nvSpPr>
        <p:spPr>
          <a:xfrm>
            <a:off x="4945320" y="3173040"/>
            <a:ext cx="1694160" cy="704160"/>
          </a:xfrm>
          <a:custGeom>
            <a:avLst/>
            <a:gdLst/>
            <a:ahLst/>
            <a:rect l="0" t="0" r="r" b="b"/>
            <a:pathLst>
              <a:path w="4706" h="1956">
                <a:moveTo>
                  <a:pt x="2353" y="1956"/>
                </a:moveTo>
                <a:lnTo>
                  <a:pt x="4363" y="1956"/>
                </a:lnTo>
                <a:cubicBezTo>
                  <a:pt x="4553" y="1956"/>
                  <a:pt x="4706" y="1802"/>
                  <a:pt x="4706" y="1612"/>
                </a:cubicBezTo>
                <a:lnTo>
                  <a:pt x="4706" y="343"/>
                </a:lnTo>
                <a:cubicBezTo>
                  <a:pt x="4706" y="154"/>
                  <a:pt x="4553" y="0"/>
                  <a:pt x="4363" y="0"/>
                </a:cubicBezTo>
                <a:lnTo>
                  <a:pt x="343" y="0"/>
                </a:lnTo>
                <a:cubicBezTo>
                  <a:pt x="154" y="0"/>
                  <a:pt x="0" y="154"/>
                  <a:pt x="0" y="343"/>
                </a:cubicBezTo>
                <a:lnTo>
                  <a:pt x="0" y="1612"/>
                </a:lnTo>
                <a:cubicBezTo>
                  <a:pt x="0" y="1802"/>
                  <a:pt x="154" y="1956"/>
                  <a:pt x="343" y="1956"/>
                </a:cubicBezTo>
                <a:lnTo>
                  <a:pt x="2353"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75" name=""/>
          <p:cNvSpPr txBox="1"/>
          <p:nvPr/>
        </p:nvSpPr>
        <p:spPr>
          <a:xfrm>
            <a:off x="5464080" y="3434400"/>
            <a:ext cx="67824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ROUTE</a:t>
            </a:r>
            <a:endParaRPr b="1" lang="en-US" sz="1500" strike="noStrike" u="none">
              <a:solidFill>
                <a:srgbClr val="7f2525"/>
              </a:solidFill>
              <a:effectLst/>
              <a:uFillTx/>
              <a:latin typeface="'Times New Roman'"/>
              <a:ea typeface="'Times New Roman'"/>
            </a:endParaRPr>
          </a:p>
        </p:txBody>
      </p:sp>
      <p:sp>
        <p:nvSpPr>
          <p:cNvPr id="76" name=""/>
          <p:cNvSpPr/>
          <p:nvPr/>
        </p:nvSpPr>
        <p:spPr>
          <a:xfrm>
            <a:off x="6677640" y="3525120"/>
            <a:ext cx="285480" cy="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77"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8"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9"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0"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1"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2"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3"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4" name=""/>
          <p:cNvSpPr/>
          <p:nvPr/>
        </p:nvSpPr>
        <p:spPr>
          <a:xfrm>
            <a:off x="658260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5" name=""/>
          <p:cNvSpPr/>
          <p:nvPr/>
        </p:nvSpPr>
        <p:spPr>
          <a:xfrm>
            <a:off x="7058520" y="3173040"/>
            <a:ext cx="1694160" cy="704160"/>
          </a:xfrm>
          <a:custGeom>
            <a:avLst/>
            <a:gdLst/>
            <a:ahLst/>
            <a:rect l="0" t="0" r="r" b="b"/>
            <a:pathLst>
              <a:path w="4706" h="1956">
                <a:moveTo>
                  <a:pt x="2352" y="1956"/>
                </a:moveTo>
                <a:lnTo>
                  <a:pt x="4362" y="1956"/>
                </a:lnTo>
                <a:cubicBezTo>
                  <a:pt x="4552" y="1956"/>
                  <a:pt x="4706" y="1802"/>
                  <a:pt x="4706" y="1612"/>
                </a:cubicBezTo>
                <a:lnTo>
                  <a:pt x="4706" y="343"/>
                </a:lnTo>
                <a:cubicBezTo>
                  <a:pt x="4706" y="154"/>
                  <a:pt x="4552" y="0"/>
                  <a:pt x="4362" y="0"/>
                </a:cubicBezTo>
                <a:lnTo>
                  <a:pt x="344" y="0"/>
                </a:lnTo>
                <a:cubicBezTo>
                  <a:pt x="154" y="0"/>
                  <a:pt x="0" y="154"/>
                  <a:pt x="0" y="343"/>
                </a:cubicBezTo>
                <a:lnTo>
                  <a:pt x="0" y="1612"/>
                </a:lnTo>
                <a:cubicBezTo>
                  <a:pt x="0" y="1802"/>
                  <a:pt x="154" y="1956"/>
                  <a:pt x="344" y="1956"/>
                </a:cubicBezTo>
                <a:lnTo>
                  <a:pt x="2352"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6" name=""/>
          <p:cNvSpPr/>
          <p:nvPr/>
        </p:nvSpPr>
        <p:spPr>
          <a:xfrm>
            <a:off x="7058520" y="3173040"/>
            <a:ext cx="1694160" cy="704160"/>
          </a:xfrm>
          <a:custGeom>
            <a:avLst/>
            <a:gdLst/>
            <a:ahLst/>
            <a:rect l="0" t="0" r="r" b="b"/>
            <a:pathLst>
              <a:path w="4706" h="1956">
                <a:moveTo>
                  <a:pt x="2352" y="1956"/>
                </a:moveTo>
                <a:lnTo>
                  <a:pt x="4362" y="1956"/>
                </a:lnTo>
                <a:cubicBezTo>
                  <a:pt x="4552" y="1956"/>
                  <a:pt x="4706" y="1802"/>
                  <a:pt x="4706" y="1612"/>
                </a:cubicBezTo>
                <a:lnTo>
                  <a:pt x="4706" y="343"/>
                </a:lnTo>
                <a:cubicBezTo>
                  <a:pt x="4706" y="154"/>
                  <a:pt x="4552" y="0"/>
                  <a:pt x="4362" y="0"/>
                </a:cubicBezTo>
                <a:lnTo>
                  <a:pt x="344" y="0"/>
                </a:lnTo>
                <a:cubicBezTo>
                  <a:pt x="154" y="0"/>
                  <a:pt x="0" y="154"/>
                  <a:pt x="0" y="343"/>
                </a:cubicBezTo>
                <a:lnTo>
                  <a:pt x="0" y="1612"/>
                </a:lnTo>
                <a:cubicBezTo>
                  <a:pt x="0" y="1802"/>
                  <a:pt x="154" y="1956"/>
                  <a:pt x="344" y="1956"/>
                </a:cubicBezTo>
                <a:lnTo>
                  <a:pt x="2352"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87" name=""/>
          <p:cNvSpPr txBox="1"/>
          <p:nvPr/>
        </p:nvSpPr>
        <p:spPr>
          <a:xfrm>
            <a:off x="7425000" y="3434400"/>
            <a:ext cx="100836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EVIDENCE</a:t>
            </a:r>
            <a:endParaRPr b="1" lang="en-US" sz="1500" strike="noStrike" u="none">
              <a:solidFill>
                <a:srgbClr val="7f2525"/>
              </a:solidFill>
              <a:effectLst/>
              <a:uFillTx/>
              <a:latin typeface="'Times New Roman'"/>
              <a:ea typeface="'Times New Roman'"/>
            </a:endParaRPr>
          </a:p>
        </p:txBody>
      </p:sp>
      <p:sp>
        <p:nvSpPr>
          <p:cNvPr id="88" name=""/>
          <p:cNvSpPr/>
          <p:nvPr/>
        </p:nvSpPr>
        <p:spPr>
          <a:xfrm>
            <a:off x="8790480" y="3525120"/>
            <a:ext cx="285840" cy="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89"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0"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1"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2"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3"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4"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5"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6"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7" name=""/>
          <p:cNvSpPr/>
          <p:nvPr/>
        </p:nvSpPr>
        <p:spPr>
          <a:xfrm>
            <a:off x="86954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8" name=""/>
          <p:cNvSpPr/>
          <p:nvPr/>
        </p:nvSpPr>
        <p:spPr>
          <a:xfrm>
            <a:off x="9171360" y="3173040"/>
            <a:ext cx="1694520" cy="704160"/>
          </a:xfrm>
          <a:custGeom>
            <a:avLst/>
            <a:gdLst/>
            <a:ahLst/>
            <a:rect l="0" t="0" r="r" b="b"/>
            <a:pathLst>
              <a:path w="4707" h="1956">
                <a:moveTo>
                  <a:pt x="2353"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3"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9" name=""/>
          <p:cNvSpPr/>
          <p:nvPr/>
        </p:nvSpPr>
        <p:spPr>
          <a:xfrm>
            <a:off x="9171360" y="3173040"/>
            <a:ext cx="1694520" cy="704160"/>
          </a:xfrm>
          <a:custGeom>
            <a:avLst/>
            <a:gdLst/>
            <a:ahLst/>
            <a:rect l="0" t="0" r="r" b="b"/>
            <a:pathLst>
              <a:path w="4707" h="1956">
                <a:moveTo>
                  <a:pt x="2353"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3"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00" name=""/>
          <p:cNvSpPr txBox="1"/>
          <p:nvPr/>
        </p:nvSpPr>
        <p:spPr>
          <a:xfrm>
            <a:off x="9661680" y="3434400"/>
            <a:ext cx="74556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RESULT</a:t>
            </a:r>
            <a:endParaRPr b="1" lang="en-US" sz="1500" strike="noStrike" u="none">
              <a:solidFill>
                <a:srgbClr val="7f2525"/>
              </a:solidFill>
              <a:effectLst/>
              <a:uFillTx/>
              <a:latin typeface="'Times New Roman'"/>
              <a:ea typeface="'Times New Roman'"/>
            </a:endParaRPr>
          </a:p>
        </p:txBody>
      </p:sp>
      <p:sp>
        <p:nvSpPr>
          <p:cNvPr id="101" name=""/>
          <p:cNvSpPr/>
          <p:nvPr/>
        </p:nvSpPr>
        <p:spPr>
          <a:xfrm>
            <a:off x="10903680" y="3525120"/>
            <a:ext cx="285840" cy="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02"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3"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4"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5"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6"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7"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8"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9"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0"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1" name=""/>
          <p:cNvSpPr/>
          <p:nvPr/>
        </p:nvSpPr>
        <p:spPr>
          <a:xfrm>
            <a:off x="108086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2" name=""/>
          <p:cNvSpPr/>
          <p:nvPr/>
        </p:nvSpPr>
        <p:spPr>
          <a:xfrm>
            <a:off x="11284560" y="3173040"/>
            <a:ext cx="1694520" cy="704160"/>
          </a:xfrm>
          <a:custGeom>
            <a:avLst/>
            <a:gdLst/>
            <a:ahLst/>
            <a:rect l="0" t="0" r="r" b="b"/>
            <a:pathLst>
              <a:path w="4707" h="1956">
                <a:moveTo>
                  <a:pt x="2354"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4"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13" name=""/>
          <p:cNvSpPr/>
          <p:nvPr/>
        </p:nvSpPr>
        <p:spPr>
          <a:xfrm>
            <a:off x="11284560" y="3173040"/>
            <a:ext cx="1694520" cy="704160"/>
          </a:xfrm>
          <a:custGeom>
            <a:avLst/>
            <a:gdLst/>
            <a:ahLst/>
            <a:rect l="0" t="0" r="r" b="b"/>
            <a:pathLst>
              <a:path w="4707" h="1956">
                <a:moveTo>
                  <a:pt x="2354"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4"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14" name=""/>
          <p:cNvSpPr txBox="1"/>
          <p:nvPr/>
        </p:nvSpPr>
        <p:spPr>
          <a:xfrm>
            <a:off x="11603520" y="3434400"/>
            <a:ext cx="109476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BOUNDARY</a:t>
            </a:r>
            <a:endParaRPr b="1" lang="en-US" sz="1500" strike="noStrike" u="none">
              <a:solidFill>
                <a:srgbClr val="7f2525"/>
              </a:solidFill>
              <a:effectLst/>
              <a:uFillTx/>
              <a:latin typeface="'Times New Roman'"/>
              <a:ea typeface="'Times New Roman'"/>
            </a:endParaRPr>
          </a:p>
        </p:txBody>
      </p:sp>
      <p:sp>
        <p:nvSpPr>
          <p:cNvPr id="115" name=""/>
          <p:cNvSpPr/>
          <p:nvPr/>
        </p:nvSpPr>
        <p:spPr>
          <a:xfrm>
            <a:off x="13017240" y="3525120"/>
            <a:ext cx="285480" cy="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16"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7"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8"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9"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0"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1"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2"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3"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4"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5"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6" name=""/>
          <p:cNvSpPr/>
          <p:nvPr/>
        </p:nvSpPr>
        <p:spPr>
          <a:xfrm>
            <a:off x="12921840" y="3296520"/>
            <a:ext cx="456840" cy="456840"/>
          </a:xfrm>
          <a:custGeom>
            <a:avLst/>
            <a:gdLst/>
            <a:ahLst/>
            <a:rect l="0" t="0" r="r" b="b"/>
            <a:pathLst>
              <a:path w="1269" h="1269">
                <a:moveTo>
                  <a:pt x="0" y="0"/>
                </a:moveTo>
                <a:lnTo>
                  <a:pt x="1269" y="635"/>
                </a:lnTo>
                <a:lnTo>
                  <a:pt x="0" y="1269"/>
                </a:lnTo>
                <a:lnTo>
                  <a:pt x="0"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7" name=""/>
          <p:cNvSpPr/>
          <p:nvPr/>
        </p:nvSpPr>
        <p:spPr>
          <a:xfrm>
            <a:off x="13397760" y="3173040"/>
            <a:ext cx="1694520" cy="704160"/>
          </a:xfrm>
          <a:custGeom>
            <a:avLst/>
            <a:gdLst/>
            <a:ahLst/>
            <a:rect l="0" t="0" r="r" b="b"/>
            <a:pathLst>
              <a:path w="4707" h="1956">
                <a:moveTo>
                  <a:pt x="2354"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4" y="1956"/>
                </a:lnTo>
                <a:close/>
              </a:path>
            </a:pathLst>
          </a:custGeom>
          <a:solidFill>
            <a:srgbClr val="fffafa"/>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28" name=""/>
          <p:cNvSpPr/>
          <p:nvPr/>
        </p:nvSpPr>
        <p:spPr>
          <a:xfrm>
            <a:off x="13397760" y="3173040"/>
            <a:ext cx="1694520" cy="704160"/>
          </a:xfrm>
          <a:custGeom>
            <a:avLst/>
            <a:gdLst/>
            <a:ahLst/>
            <a:rect l="0" t="0" r="r" b="b"/>
            <a:pathLst>
              <a:path w="4707" h="1956">
                <a:moveTo>
                  <a:pt x="2354" y="1956"/>
                </a:moveTo>
                <a:lnTo>
                  <a:pt x="4363" y="1956"/>
                </a:lnTo>
                <a:cubicBezTo>
                  <a:pt x="4553" y="1956"/>
                  <a:pt x="4707" y="1802"/>
                  <a:pt x="4707" y="1612"/>
                </a:cubicBezTo>
                <a:lnTo>
                  <a:pt x="4707" y="343"/>
                </a:lnTo>
                <a:cubicBezTo>
                  <a:pt x="4707" y="154"/>
                  <a:pt x="4553" y="0"/>
                  <a:pt x="4363" y="0"/>
                </a:cubicBezTo>
                <a:lnTo>
                  <a:pt x="344" y="0"/>
                </a:lnTo>
                <a:cubicBezTo>
                  <a:pt x="154" y="0"/>
                  <a:pt x="0" y="154"/>
                  <a:pt x="0" y="343"/>
                </a:cubicBezTo>
                <a:lnTo>
                  <a:pt x="0" y="1612"/>
                </a:lnTo>
                <a:cubicBezTo>
                  <a:pt x="0" y="1802"/>
                  <a:pt x="154" y="1956"/>
                  <a:pt x="344" y="1956"/>
                </a:cubicBezTo>
                <a:lnTo>
                  <a:pt x="2354" y="1956"/>
                </a:lnTo>
                <a:close/>
              </a:path>
            </a:pathLst>
          </a:custGeom>
          <a:noFill/>
          <a:ln w="23760">
            <a:solidFill>
              <a:srgbClr val="9e2e2e"/>
            </a:solidFill>
            <a:miter/>
          </a:ln>
        </p:spPr>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29" name=""/>
          <p:cNvSpPr txBox="1"/>
          <p:nvPr/>
        </p:nvSpPr>
        <p:spPr>
          <a:xfrm>
            <a:off x="13507200" y="3434400"/>
            <a:ext cx="1514520" cy="210600"/>
          </a:xfrm>
          <a:prstGeom prst="rect">
            <a:avLst/>
          </a:prstGeom>
          <a:noFill/>
          <a:ln w="0">
            <a:noFill/>
          </a:ln>
        </p:spPr>
        <p:txBody>
          <a:bodyPr wrap="none" lIns="0" rIns="0" tIns="0" bIns="0" anchor="t">
            <a:spAutoFit/>
          </a:bodyPr>
          <a:p>
            <a:r>
              <a:rPr b="1" lang="en-US" sz="1500" strike="noStrike" u="none">
                <a:solidFill>
                  <a:srgbClr val="7f2525"/>
                </a:solidFill>
                <a:effectLst/>
                <a:uFillTx/>
                <a:latin typeface="'Times New Roman'"/>
              </a:rPr>
              <a:t>CONTRIBUTION</a:t>
            </a:r>
            <a:endParaRPr b="1" lang="en-US" sz="1500" strike="noStrike" u="none">
              <a:solidFill>
                <a:srgbClr val="7f2525"/>
              </a:solidFill>
              <a:effectLst/>
              <a:uFillTx/>
              <a:latin typeface="'Times New Roman'"/>
              <a:ea typeface="'Times New Roman'"/>
            </a:endParaRPr>
          </a:p>
        </p:txBody>
      </p:sp>
      <p:sp>
        <p:nvSpPr>
          <p:cNvPr id="130" name=""/>
          <p:cNvSpPr txBox="1"/>
          <p:nvPr/>
        </p:nvSpPr>
        <p:spPr>
          <a:xfrm>
            <a:off x="3864960" y="4357080"/>
            <a:ext cx="8014320" cy="305280"/>
          </a:xfrm>
          <a:prstGeom prst="rect">
            <a:avLst/>
          </a:prstGeom>
          <a:noFill/>
          <a:ln w="0">
            <a:noFill/>
          </a:ln>
        </p:spPr>
        <p:txBody>
          <a:bodyPr wrap="none" lIns="0" rIns="0" tIns="0" bIns="0" anchor="t">
            <a:spAutoFit/>
          </a:bodyPr>
          <a:p>
            <a:r>
              <a:rPr b="1" lang="en-US" sz="2170" strike="noStrike" u="none">
                <a:solidFill>
                  <a:srgbClr val="203a5d"/>
                </a:solidFill>
                <a:effectLst/>
                <a:uFillTx/>
                <a:latin typeface="'Times New Roman'"/>
              </a:rPr>
              <a:t>MANUSCRIPT SECTIONS PERFORM INTELLECTUAL WORK</a:t>
            </a:r>
            <a:endParaRPr b="1" lang="en-US" sz="2170" strike="noStrike" u="none">
              <a:solidFill>
                <a:srgbClr val="203a5d"/>
              </a:solidFill>
              <a:effectLst/>
              <a:uFillTx/>
              <a:latin typeface="'Times New Roman'"/>
              <a:ea typeface="'Times New Roman'"/>
            </a:endParaRPr>
          </a:p>
        </p:txBody>
      </p:sp>
      <p:sp>
        <p:nvSpPr>
          <p:cNvPr id="131" name=""/>
          <p:cNvSpPr/>
          <p:nvPr/>
        </p:nvSpPr>
        <p:spPr>
          <a:xfrm>
            <a:off x="1694520" y="4181400"/>
            <a:ext cx="0" cy="123480"/>
          </a:xfrm>
          <a:prstGeom prst="line">
            <a:avLst/>
          </a:prstGeom>
          <a:ln w="38160">
            <a:solidFill>
              <a:srgbClr val="2a527e"/>
            </a:solidFill>
            <a:miter/>
          </a:ln>
        </p:spPr>
        <p:style>
          <a:lnRef idx="0"/>
          <a:fillRef idx="0"/>
          <a:effectRef idx="0"/>
          <a:fontRef idx="minor"/>
        </p:style>
        <p:txBody>
          <a:bodyPr lIns="109080" rIns="109080" tIns="59400" bIns="59400" anchor="ctr" anchorCtr="1">
            <a:noAutofit/>
          </a:bodyPr>
          <a:p>
            <a:endParaRPr b="0" lang="en-US" sz="1800" strike="noStrike" u="none">
              <a:solidFill>
                <a:srgbClr val="000000"/>
              </a:solidFill>
              <a:effectLst/>
              <a:uFillTx/>
              <a:latin typeface="Arial"/>
            </a:endParaRPr>
          </a:p>
        </p:txBody>
      </p:sp>
      <p:sp>
        <p:nvSpPr>
          <p:cNvPr id="132" name=""/>
          <p:cNvSpPr/>
          <p:nvPr/>
        </p:nvSpPr>
        <p:spPr>
          <a:xfrm>
            <a:off x="1694520" y="4809240"/>
            <a:ext cx="0" cy="40896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33"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4"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5"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6"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7"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8"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9"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0"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1"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2"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3"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4" name=""/>
          <p:cNvSpPr/>
          <p:nvPr/>
        </p:nvSpPr>
        <p:spPr>
          <a:xfrm>
            <a:off x="14659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5" name=""/>
          <p:cNvSpPr/>
          <p:nvPr/>
        </p:nvSpPr>
        <p:spPr>
          <a:xfrm>
            <a:off x="4769280" y="4181400"/>
            <a:ext cx="0" cy="123480"/>
          </a:xfrm>
          <a:prstGeom prst="line">
            <a:avLst/>
          </a:prstGeom>
          <a:ln w="38160">
            <a:solidFill>
              <a:srgbClr val="2a527e"/>
            </a:solidFill>
            <a:miter/>
          </a:ln>
        </p:spPr>
        <p:style>
          <a:lnRef idx="0"/>
          <a:fillRef idx="0"/>
          <a:effectRef idx="0"/>
          <a:fontRef idx="minor"/>
        </p:style>
        <p:txBody>
          <a:bodyPr lIns="109080" rIns="109080" tIns="59400" bIns="59400" anchor="ctr" anchorCtr="1">
            <a:noAutofit/>
          </a:bodyPr>
          <a:p>
            <a:endParaRPr b="0" lang="en-US" sz="1800" strike="noStrike" u="none">
              <a:solidFill>
                <a:srgbClr val="000000"/>
              </a:solidFill>
              <a:effectLst/>
              <a:uFillTx/>
              <a:latin typeface="Arial"/>
            </a:endParaRPr>
          </a:p>
        </p:txBody>
      </p:sp>
      <p:sp>
        <p:nvSpPr>
          <p:cNvPr id="146" name=""/>
          <p:cNvSpPr/>
          <p:nvPr/>
        </p:nvSpPr>
        <p:spPr>
          <a:xfrm>
            <a:off x="4769280" y="4809240"/>
            <a:ext cx="0" cy="40896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47"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8"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49"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0"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1"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2"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3"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4"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5"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6"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7"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8"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59" name=""/>
          <p:cNvSpPr/>
          <p:nvPr/>
        </p:nvSpPr>
        <p:spPr>
          <a:xfrm>
            <a:off x="454068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0" name=""/>
          <p:cNvSpPr/>
          <p:nvPr/>
        </p:nvSpPr>
        <p:spPr>
          <a:xfrm>
            <a:off x="7853400" y="4181400"/>
            <a:ext cx="0" cy="123480"/>
          </a:xfrm>
          <a:prstGeom prst="line">
            <a:avLst/>
          </a:prstGeom>
          <a:ln w="38160">
            <a:solidFill>
              <a:srgbClr val="2a527e"/>
            </a:solidFill>
            <a:miter/>
          </a:ln>
        </p:spPr>
        <p:style>
          <a:lnRef idx="0"/>
          <a:fillRef idx="0"/>
          <a:effectRef idx="0"/>
          <a:fontRef idx="minor"/>
        </p:style>
        <p:txBody>
          <a:bodyPr lIns="109080" rIns="109080" tIns="59400" bIns="59400" anchor="ctr" anchorCtr="1">
            <a:noAutofit/>
          </a:bodyPr>
          <a:p>
            <a:endParaRPr b="0" lang="en-US" sz="1800" strike="noStrike" u="none">
              <a:solidFill>
                <a:srgbClr val="000000"/>
              </a:solidFill>
              <a:effectLst/>
              <a:uFillTx/>
              <a:latin typeface="Arial"/>
            </a:endParaRPr>
          </a:p>
        </p:txBody>
      </p:sp>
      <p:sp>
        <p:nvSpPr>
          <p:cNvPr id="161" name=""/>
          <p:cNvSpPr/>
          <p:nvPr/>
        </p:nvSpPr>
        <p:spPr>
          <a:xfrm>
            <a:off x="7853400" y="4809240"/>
            <a:ext cx="0" cy="40896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62"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3"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4"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5"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6"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7"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8"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69"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0"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1"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2"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3"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4"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5" name=""/>
          <p:cNvSpPr/>
          <p:nvPr/>
        </p:nvSpPr>
        <p:spPr>
          <a:xfrm>
            <a:off x="7624800" y="4837680"/>
            <a:ext cx="456480" cy="456480"/>
          </a:xfrm>
          <a:custGeom>
            <a:avLst/>
            <a:gdLst/>
            <a:ahLst/>
            <a:rect l="0" t="0" r="r" b="b"/>
            <a:pathLst>
              <a:path w="1268" h="1268">
                <a:moveTo>
                  <a:pt x="1268" y="0"/>
                </a:moveTo>
                <a:lnTo>
                  <a:pt x="635" y="1268"/>
                </a:lnTo>
                <a:lnTo>
                  <a:pt x="0" y="0"/>
                </a:lnTo>
                <a:lnTo>
                  <a:pt x="1268"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6" name=""/>
          <p:cNvSpPr/>
          <p:nvPr/>
        </p:nvSpPr>
        <p:spPr>
          <a:xfrm>
            <a:off x="10927800" y="4181400"/>
            <a:ext cx="0" cy="123480"/>
          </a:xfrm>
          <a:prstGeom prst="line">
            <a:avLst/>
          </a:prstGeom>
          <a:ln w="38160">
            <a:solidFill>
              <a:srgbClr val="2a527e"/>
            </a:solidFill>
            <a:miter/>
          </a:ln>
        </p:spPr>
        <p:style>
          <a:lnRef idx="0"/>
          <a:fillRef idx="0"/>
          <a:effectRef idx="0"/>
          <a:fontRef idx="minor"/>
        </p:style>
        <p:txBody>
          <a:bodyPr lIns="109080" rIns="109080" tIns="59400" bIns="59400" anchor="ctr" anchorCtr="1">
            <a:noAutofit/>
          </a:bodyPr>
          <a:p>
            <a:endParaRPr b="0" lang="en-US" sz="1800" strike="noStrike" u="none">
              <a:solidFill>
                <a:srgbClr val="000000"/>
              </a:solidFill>
              <a:effectLst/>
              <a:uFillTx/>
              <a:latin typeface="Arial"/>
            </a:endParaRPr>
          </a:p>
        </p:txBody>
      </p:sp>
      <p:sp>
        <p:nvSpPr>
          <p:cNvPr id="177" name=""/>
          <p:cNvSpPr/>
          <p:nvPr/>
        </p:nvSpPr>
        <p:spPr>
          <a:xfrm>
            <a:off x="10927800" y="4809240"/>
            <a:ext cx="0" cy="40896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78"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79"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0"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1"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2"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3"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4"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5"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6"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7"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8"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89"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0"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1"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2" name=""/>
          <p:cNvSpPr/>
          <p:nvPr/>
        </p:nvSpPr>
        <p:spPr>
          <a:xfrm>
            <a:off x="1069920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3" name=""/>
          <p:cNvSpPr/>
          <p:nvPr/>
        </p:nvSpPr>
        <p:spPr>
          <a:xfrm>
            <a:off x="14011920" y="4181400"/>
            <a:ext cx="0" cy="123480"/>
          </a:xfrm>
          <a:prstGeom prst="line">
            <a:avLst/>
          </a:prstGeom>
          <a:ln w="38160">
            <a:solidFill>
              <a:srgbClr val="2a527e"/>
            </a:solidFill>
            <a:miter/>
          </a:ln>
        </p:spPr>
        <p:style>
          <a:lnRef idx="0"/>
          <a:fillRef idx="0"/>
          <a:effectRef idx="0"/>
          <a:fontRef idx="minor"/>
        </p:style>
        <p:txBody>
          <a:bodyPr lIns="109080" rIns="109080" tIns="59400" bIns="59400" anchor="ctr" anchorCtr="1">
            <a:noAutofit/>
          </a:bodyPr>
          <a:p>
            <a:endParaRPr b="0" lang="en-US" sz="1800" strike="noStrike" u="none">
              <a:solidFill>
                <a:srgbClr val="000000"/>
              </a:solidFill>
              <a:effectLst/>
              <a:uFillTx/>
              <a:latin typeface="Arial"/>
            </a:endParaRPr>
          </a:p>
        </p:txBody>
      </p:sp>
      <p:sp>
        <p:nvSpPr>
          <p:cNvPr id="194" name=""/>
          <p:cNvSpPr/>
          <p:nvPr/>
        </p:nvSpPr>
        <p:spPr>
          <a:xfrm>
            <a:off x="14011920" y="4809240"/>
            <a:ext cx="0" cy="408960"/>
          </a:xfrm>
          <a:prstGeom prst="line">
            <a:avLst/>
          </a:prstGeom>
          <a:ln w="38160">
            <a:solidFill>
              <a:srgbClr val="2a527e"/>
            </a:solidFill>
            <a:miter/>
          </a:ln>
        </p:spPr>
        <p:style>
          <a:lnRef idx="0"/>
          <a:fillRef idx="0"/>
          <a:effectRef idx="0"/>
          <a:fontRef idx="minor"/>
        </p:style>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95"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6"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7"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8"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99"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0"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1"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2"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3"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4"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5"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6"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7"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8"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09"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10" name=""/>
          <p:cNvSpPr/>
          <p:nvPr/>
        </p:nvSpPr>
        <p:spPr>
          <a:xfrm>
            <a:off x="13783320" y="4837680"/>
            <a:ext cx="456840" cy="456480"/>
          </a:xfrm>
          <a:custGeom>
            <a:avLst/>
            <a:gdLst/>
            <a:ahLst/>
            <a:rect l="0" t="0" r="r" b="b"/>
            <a:pathLst>
              <a:path w="1269" h="1268">
                <a:moveTo>
                  <a:pt x="1269" y="0"/>
                </a:moveTo>
                <a:lnTo>
                  <a:pt x="635" y="1268"/>
                </a:lnTo>
                <a:lnTo>
                  <a:pt x="0" y="0"/>
                </a:lnTo>
                <a:lnTo>
                  <a:pt x="1269" y="0"/>
                </a:lnTo>
                <a:close/>
              </a:path>
            </a:pathLst>
          </a:custGeom>
          <a:solidFill>
            <a:srgbClr val="2a527e"/>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11" name=""/>
          <p:cNvSpPr/>
          <p:nvPr/>
        </p:nvSpPr>
        <p:spPr>
          <a:xfrm>
            <a:off x="280800" y="5275440"/>
            <a:ext cx="2827080" cy="1312920"/>
          </a:xfrm>
          <a:custGeom>
            <a:avLst/>
            <a:gdLst/>
            <a:ahLst/>
            <a:rect l="0" t="0" r="r" b="b"/>
            <a:pathLst>
              <a:path w="7853" h="3647">
                <a:moveTo>
                  <a:pt x="3927" y="3647"/>
                </a:moveTo>
                <a:lnTo>
                  <a:pt x="7377" y="3647"/>
                </a:lnTo>
                <a:cubicBezTo>
                  <a:pt x="7640" y="3647"/>
                  <a:pt x="7853" y="3434"/>
                  <a:pt x="7853" y="3171"/>
                </a:cubicBezTo>
                <a:lnTo>
                  <a:pt x="7853" y="475"/>
                </a:lnTo>
                <a:cubicBezTo>
                  <a:pt x="7853" y="213"/>
                  <a:pt x="7640" y="0"/>
                  <a:pt x="7377" y="0"/>
                </a:cubicBezTo>
                <a:lnTo>
                  <a:pt x="476" y="0"/>
                </a:lnTo>
                <a:cubicBezTo>
                  <a:pt x="213" y="0"/>
                  <a:pt x="0" y="213"/>
                  <a:pt x="0" y="475"/>
                </a:cubicBezTo>
                <a:lnTo>
                  <a:pt x="0" y="3171"/>
                </a:lnTo>
                <a:cubicBezTo>
                  <a:pt x="0" y="3434"/>
                  <a:pt x="213" y="3647"/>
                  <a:pt x="476" y="3647"/>
                </a:cubicBezTo>
                <a:lnTo>
                  <a:pt x="3927" y="3647"/>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12" name=""/>
          <p:cNvSpPr/>
          <p:nvPr/>
        </p:nvSpPr>
        <p:spPr>
          <a:xfrm>
            <a:off x="280800" y="5275440"/>
            <a:ext cx="2827080" cy="1312920"/>
          </a:xfrm>
          <a:custGeom>
            <a:avLst/>
            <a:gdLst/>
            <a:ahLst/>
            <a:rect l="0" t="0" r="r" b="b"/>
            <a:pathLst>
              <a:path w="7853" h="3647">
                <a:moveTo>
                  <a:pt x="3927" y="3647"/>
                </a:moveTo>
                <a:lnTo>
                  <a:pt x="7377" y="3647"/>
                </a:lnTo>
                <a:cubicBezTo>
                  <a:pt x="7640" y="3647"/>
                  <a:pt x="7853" y="3434"/>
                  <a:pt x="7853" y="3171"/>
                </a:cubicBezTo>
                <a:lnTo>
                  <a:pt x="7853" y="475"/>
                </a:lnTo>
                <a:cubicBezTo>
                  <a:pt x="7853" y="213"/>
                  <a:pt x="7640" y="0"/>
                  <a:pt x="7377" y="0"/>
                </a:cubicBezTo>
                <a:lnTo>
                  <a:pt x="476" y="0"/>
                </a:lnTo>
                <a:cubicBezTo>
                  <a:pt x="213" y="0"/>
                  <a:pt x="0" y="213"/>
                  <a:pt x="0" y="475"/>
                </a:cubicBezTo>
                <a:lnTo>
                  <a:pt x="0" y="3171"/>
                </a:lnTo>
                <a:cubicBezTo>
                  <a:pt x="0" y="3434"/>
                  <a:pt x="213" y="3647"/>
                  <a:pt x="476" y="3647"/>
                </a:cubicBezTo>
                <a:lnTo>
                  <a:pt x="3927" y="3647"/>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13" name=""/>
          <p:cNvSpPr txBox="1"/>
          <p:nvPr/>
        </p:nvSpPr>
        <p:spPr>
          <a:xfrm>
            <a:off x="818640" y="5603400"/>
            <a:ext cx="1756440" cy="242640"/>
          </a:xfrm>
          <a:prstGeom prst="rect">
            <a:avLst/>
          </a:prstGeom>
          <a:noFill/>
          <a:ln w="0">
            <a:noFill/>
          </a:ln>
        </p:spPr>
        <p:txBody>
          <a:bodyPr wrap="none" lIns="0" rIns="0" tIns="0" bIns="0" anchor="t">
            <a:spAutoFit/>
          </a:bodyPr>
          <a:p>
            <a:r>
              <a:rPr b="1" lang="en-US" sz="1720" strike="noStrike" u="none">
                <a:solidFill>
                  <a:srgbClr val="203a5d"/>
                </a:solidFill>
                <a:effectLst/>
                <a:uFillTx/>
                <a:latin typeface="'Times New Roman'"/>
              </a:rPr>
              <a:t>INTRODUCTION</a:t>
            </a:r>
            <a:endParaRPr b="1" lang="en-US" sz="1720" strike="noStrike" u="none">
              <a:solidFill>
                <a:srgbClr val="203a5d"/>
              </a:solidFill>
              <a:effectLst/>
              <a:uFillTx/>
              <a:latin typeface="'Times New Roman'"/>
              <a:ea typeface="'Times New Roman'"/>
            </a:endParaRPr>
          </a:p>
        </p:txBody>
      </p:sp>
      <p:sp>
        <p:nvSpPr>
          <p:cNvPr id="214" name=""/>
          <p:cNvSpPr txBox="1"/>
          <p:nvPr/>
        </p:nvSpPr>
        <p:spPr>
          <a:xfrm>
            <a:off x="875880" y="6041160"/>
            <a:ext cx="162180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problem · promise</a:t>
            </a:r>
            <a:endParaRPr b="0" lang="en-US" sz="1720" strike="noStrike" u="none">
              <a:solidFill>
                <a:srgbClr val="526d8b"/>
              </a:solidFill>
              <a:effectLst/>
              <a:uFillTx/>
              <a:latin typeface="'Times New Roman'"/>
              <a:ea typeface="'Times New Roman'"/>
            </a:endParaRPr>
          </a:p>
        </p:txBody>
      </p:sp>
      <p:sp>
        <p:nvSpPr>
          <p:cNvPr id="215" name=""/>
          <p:cNvSpPr/>
          <p:nvPr/>
        </p:nvSpPr>
        <p:spPr>
          <a:xfrm>
            <a:off x="3355560" y="5275440"/>
            <a:ext cx="2827080" cy="1312920"/>
          </a:xfrm>
          <a:custGeom>
            <a:avLst/>
            <a:gdLst/>
            <a:ahLst/>
            <a:rect l="0" t="0" r="r" b="b"/>
            <a:pathLst>
              <a:path w="7853" h="3647">
                <a:moveTo>
                  <a:pt x="3927" y="3647"/>
                </a:moveTo>
                <a:lnTo>
                  <a:pt x="7377" y="3647"/>
                </a:lnTo>
                <a:cubicBezTo>
                  <a:pt x="7640" y="3647"/>
                  <a:pt x="7853" y="3434"/>
                  <a:pt x="7853" y="3171"/>
                </a:cubicBezTo>
                <a:lnTo>
                  <a:pt x="7853" y="475"/>
                </a:lnTo>
                <a:cubicBezTo>
                  <a:pt x="7853" y="213"/>
                  <a:pt x="7640" y="0"/>
                  <a:pt x="7377" y="0"/>
                </a:cubicBezTo>
                <a:lnTo>
                  <a:pt x="476" y="0"/>
                </a:lnTo>
                <a:cubicBezTo>
                  <a:pt x="213" y="0"/>
                  <a:pt x="0" y="213"/>
                  <a:pt x="0" y="475"/>
                </a:cubicBezTo>
                <a:lnTo>
                  <a:pt x="0" y="3171"/>
                </a:lnTo>
                <a:cubicBezTo>
                  <a:pt x="0" y="3434"/>
                  <a:pt x="213" y="3647"/>
                  <a:pt x="476" y="3647"/>
                </a:cubicBezTo>
                <a:lnTo>
                  <a:pt x="3927" y="3647"/>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16" name=""/>
          <p:cNvSpPr/>
          <p:nvPr/>
        </p:nvSpPr>
        <p:spPr>
          <a:xfrm>
            <a:off x="3355560" y="5275440"/>
            <a:ext cx="2827080" cy="1312920"/>
          </a:xfrm>
          <a:custGeom>
            <a:avLst/>
            <a:gdLst/>
            <a:ahLst/>
            <a:rect l="0" t="0" r="r" b="b"/>
            <a:pathLst>
              <a:path w="7853" h="3647">
                <a:moveTo>
                  <a:pt x="3927" y="3647"/>
                </a:moveTo>
                <a:lnTo>
                  <a:pt x="7377" y="3647"/>
                </a:lnTo>
                <a:cubicBezTo>
                  <a:pt x="7640" y="3647"/>
                  <a:pt x="7853" y="3434"/>
                  <a:pt x="7853" y="3171"/>
                </a:cubicBezTo>
                <a:lnTo>
                  <a:pt x="7853" y="475"/>
                </a:lnTo>
                <a:cubicBezTo>
                  <a:pt x="7853" y="213"/>
                  <a:pt x="7640" y="0"/>
                  <a:pt x="7377" y="0"/>
                </a:cubicBezTo>
                <a:lnTo>
                  <a:pt x="476" y="0"/>
                </a:lnTo>
                <a:cubicBezTo>
                  <a:pt x="213" y="0"/>
                  <a:pt x="0" y="213"/>
                  <a:pt x="0" y="475"/>
                </a:cubicBezTo>
                <a:lnTo>
                  <a:pt x="0" y="3171"/>
                </a:lnTo>
                <a:cubicBezTo>
                  <a:pt x="0" y="3434"/>
                  <a:pt x="213" y="3647"/>
                  <a:pt x="476" y="3647"/>
                </a:cubicBezTo>
                <a:lnTo>
                  <a:pt x="3927" y="3647"/>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17" name=""/>
          <p:cNvSpPr txBox="1"/>
          <p:nvPr/>
        </p:nvSpPr>
        <p:spPr>
          <a:xfrm>
            <a:off x="3465000" y="5603400"/>
            <a:ext cx="2616480" cy="242640"/>
          </a:xfrm>
          <a:prstGeom prst="rect">
            <a:avLst/>
          </a:prstGeom>
          <a:noFill/>
          <a:ln w="0">
            <a:noFill/>
          </a:ln>
        </p:spPr>
        <p:txBody>
          <a:bodyPr wrap="none" lIns="0" rIns="0" tIns="0" bIns="0" anchor="t">
            <a:spAutoFit/>
          </a:bodyPr>
          <a:p>
            <a:r>
              <a:rPr b="1" lang="en-US" sz="1720" strike="noStrike" u="none">
                <a:solidFill>
                  <a:srgbClr val="203a5d"/>
                </a:solidFill>
                <a:effectLst/>
                <a:uFillTx/>
                <a:latin typeface="'Times New Roman'"/>
              </a:rPr>
              <a:t>KNOWLEDGE POSITION</a:t>
            </a:r>
            <a:endParaRPr b="1" lang="en-US" sz="1720" strike="noStrike" u="none">
              <a:solidFill>
                <a:srgbClr val="203a5d"/>
              </a:solidFill>
              <a:effectLst/>
              <a:uFillTx/>
              <a:latin typeface="'Times New Roman'"/>
              <a:ea typeface="'Times New Roman'"/>
            </a:endParaRPr>
          </a:p>
        </p:txBody>
      </p:sp>
      <p:sp>
        <p:nvSpPr>
          <p:cNvPr id="218" name=""/>
          <p:cNvSpPr txBox="1"/>
          <p:nvPr/>
        </p:nvSpPr>
        <p:spPr>
          <a:xfrm>
            <a:off x="4112280" y="6041160"/>
            <a:ext cx="130500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synthesis · gap</a:t>
            </a:r>
            <a:endParaRPr b="0" lang="en-US" sz="1720" strike="noStrike" u="none">
              <a:solidFill>
                <a:srgbClr val="526d8b"/>
              </a:solidFill>
              <a:effectLst/>
              <a:uFillTx/>
              <a:latin typeface="'Times New Roman'"/>
              <a:ea typeface="'Times New Roman'"/>
            </a:endParaRPr>
          </a:p>
        </p:txBody>
      </p:sp>
      <p:sp>
        <p:nvSpPr>
          <p:cNvPr id="219" name=""/>
          <p:cNvSpPr/>
          <p:nvPr/>
        </p:nvSpPr>
        <p:spPr>
          <a:xfrm>
            <a:off x="6439680" y="5275440"/>
            <a:ext cx="2826720" cy="1312920"/>
          </a:xfrm>
          <a:custGeom>
            <a:avLst/>
            <a:gdLst/>
            <a:ahLst/>
            <a:rect l="0" t="0" r="r" b="b"/>
            <a:pathLst>
              <a:path w="7852" h="3647">
                <a:moveTo>
                  <a:pt x="3927" y="3647"/>
                </a:moveTo>
                <a:lnTo>
                  <a:pt x="7376" y="3647"/>
                </a:lnTo>
                <a:cubicBezTo>
                  <a:pt x="7639" y="3647"/>
                  <a:pt x="7852" y="3434"/>
                  <a:pt x="7852" y="3171"/>
                </a:cubicBezTo>
                <a:lnTo>
                  <a:pt x="7852" y="475"/>
                </a:lnTo>
                <a:cubicBezTo>
                  <a:pt x="7852" y="213"/>
                  <a:pt x="7639" y="0"/>
                  <a:pt x="7376" y="0"/>
                </a:cubicBezTo>
                <a:lnTo>
                  <a:pt x="476" y="0"/>
                </a:lnTo>
                <a:cubicBezTo>
                  <a:pt x="213" y="0"/>
                  <a:pt x="0" y="213"/>
                  <a:pt x="0" y="475"/>
                </a:cubicBezTo>
                <a:lnTo>
                  <a:pt x="0" y="3171"/>
                </a:lnTo>
                <a:cubicBezTo>
                  <a:pt x="0" y="3434"/>
                  <a:pt x="213" y="3647"/>
                  <a:pt x="476" y="3647"/>
                </a:cubicBezTo>
                <a:lnTo>
                  <a:pt x="3927" y="3647"/>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20" name=""/>
          <p:cNvSpPr/>
          <p:nvPr/>
        </p:nvSpPr>
        <p:spPr>
          <a:xfrm>
            <a:off x="6439680" y="5275440"/>
            <a:ext cx="2826720" cy="1312920"/>
          </a:xfrm>
          <a:custGeom>
            <a:avLst/>
            <a:gdLst/>
            <a:ahLst/>
            <a:rect l="0" t="0" r="r" b="b"/>
            <a:pathLst>
              <a:path w="7852" h="3647">
                <a:moveTo>
                  <a:pt x="3927" y="3647"/>
                </a:moveTo>
                <a:lnTo>
                  <a:pt x="7376" y="3647"/>
                </a:lnTo>
                <a:cubicBezTo>
                  <a:pt x="7639" y="3647"/>
                  <a:pt x="7852" y="3434"/>
                  <a:pt x="7852" y="3171"/>
                </a:cubicBezTo>
                <a:lnTo>
                  <a:pt x="7852" y="475"/>
                </a:lnTo>
                <a:cubicBezTo>
                  <a:pt x="7852" y="213"/>
                  <a:pt x="7639" y="0"/>
                  <a:pt x="7376" y="0"/>
                </a:cubicBezTo>
                <a:lnTo>
                  <a:pt x="476" y="0"/>
                </a:lnTo>
                <a:cubicBezTo>
                  <a:pt x="213" y="0"/>
                  <a:pt x="0" y="213"/>
                  <a:pt x="0" y="475"/>
                </a:cubicBezTo>
                <a:lnTo>
                  <a:pt x="0" y="3171"/>
                </a:lnTo>
                <a:cubicBezTo>
                  <a:pt x="0" y="3434"/>
                  <a:pt x="213" y="3647"/>
                  <a:pt x="476" y="3647"/>
                </a:cubicBezTo>
                <a:lnTo>
                  <a:pt x="3927" y="3647"/>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21" name=""/>
          <p:cNvSpPr txBox="1"/>
          <p:nvPr/>
        </p:nvSpPr>
        <p:spPr>
          <a:xfrm>
            <a:off x="6853680" y="5603400"/>
            <a:ext cx="2012760" cy="242640"/>
          </a:xfrm>
          <a:prstGeom prst="rect">
            <a:avLst/>
          </a:prstGeom>
          <a:noFill/>
          <a:ln w="0">
            <a:noFill/>
          </a:ln>
        </p:spPr>
        <p:txBody>
          <a:bodyPr wrap="none" lIns="0" rIns="0" tIns="0" bIns="0" anchor="t">
            <a:spAutoFit/>
          </a:bodyPr>
          <a:p>
            <a:r>
              <a:rPr b="1" lang="en-US" sz="1720" strike="noStrike" u="none">
                <a:solidFill>
                  <a:srgbClr val="203a5d"/>
                </a:solidFill>
                <a:effectLst/>
                <a:uFillTx/>
                <a:latin typeface="'Times New Roman'"/>
              </a:rPr>
              <a:t>METHOD / DESIGN</a:t>
            </a:r>
            <a:endParaRPr b="1" lang="en-US" sz="1720" strike="noStrike" u="none">
              <a:solidFill>
                <a:srgbClr val="203a5d"/>
              </a:solidFill>
              <a:effectLst/>
              <a:uFillTx/>
              <a:latin typeface="'Times New Roman'"/>
              <a:ea typeface="'Times New Roman'"/>
            </a:endParaRPr>
          </a:p>
        </p:txBody>
      </p:sp>
      <p:sp>
        <p:nvSpPr>
          <p:cNvPr id="222" name=""/>
          <p:cNvSpPr txBox="1"/>
          <p:nvPr/>
        </p:nvSpPr>
        <p:spPr>
          <a:xfrm>
            <a:off x="7110720" y="6041160"/>
            <a:ext cx="148752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route · execution</a:t>
            </a:r>
            <a:endParaRPr b="0" lang="en-US" sz="1720" strike="noStrike" u="none">
              <a:solidFill>
                <a:srgbClr val="526d8b"/>
              </a:solidFill>
              <a:effectLst/>
              <a:uFillTx/>
              <a:latin typeface="'Times New Roman'"/>
              <a:ea typeface="'Times New Roman'"/>
            </a:endParaRPr>
          </a:p>
        </p:txBody>
      </p:sp>
      <p:sp>
        <p:nvSpPr>
          <p:cNvPr id="223" name=""/>
          <p:cNvSpPr/>
          <p:nvPr/>
        </p:nvSpPr>
        <p:spPr>
          <a:xfrm>
            <a:off x="9514080" y="5275440"/>
            <a:ext cx="2827080" cy="1312920"/>
          </a:xfrm>
          <a:custGeom>
            <a:avLst/>
            <a:gdLst/>
            <a:ahLst/>
            <a:rect l="0" t="0" r="r" b="b"/>
            <a:pathLst>
              <a:path w="7853" h="3647">
                <a:moveTo>
                  <a:pt x="3927" y="3647"/>
                </a:moveTo>
                <a:lnTo>
                  <a:pt x="7377" y="3647"/>
                </a:lnTo>
                <a:cubicBezTo>
                  <a:pt x="7640" y="3647"/>
                  <a:pt x="7853" y="3434"/>
                  <a:pt x="7853" y="3171"/>
                </a:cubicBezTo>
                <a:lnTo>
                  <a:pt x="7853" y="475"/>
                </a:lnTo>
                <a:cubicBezTo>
                  <a:pt x="7853" y="213"/>
                  <a:pt x="7640" y="0"/>
                  <a:pt x="7377" y="0"/>
                </a:cubicBezTo>
                <a:lnTo>
                  <a:pt x="476" y="0"/>
                </a:lnTo>
                <a:cubicBezTo>
                  <a:pt x="213" y="0"/>
                  <a:pt x="0" y="213"/>
                  <a:pt x="0" y="475"/>
                </a:cubicBezTo>
                <a:lnTo>
                  <a:pt x="0" y="3171"/>
                </a:lnTo>
                <a:cubicBezTo>
                  <a:pt x="0" y="3434"/>
                  <a:pt x="213" y="3647"/>
                  <a:pt x="476" y="3647"/>
                </a:cubicBezTo>
                <a:lnTo>
                  <a:pt x="3927" y="3647"/>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24" name=""/>
          <p:cNvSpPr/>
          <p:nvPr/>
        </p:nvSpPr>
        <p:spPr>
          <a:xfrm>
            <a:off x="9514080" y="5275440"/>
            <a:ext cx="2827080" cy="1312920"/>
          </a:xfrm>
          <a:custGeom>
            <a:avLst/>
            <a:gdLst/>
            <a:ahLst/>
            <a:rect l="0" t="0" r="r" b="b"/>
            <a:pathLst>
              <a:path w="7853" h="3647">
                <a:moveTo>
                  <a:pt x="3927" y="3647"/>
                </a:moveTo>
                <a:lnTo>
                  <a:pt x="7377" y="3647"/>
                </a:lnTo>
                <a:cubicBezTo>
                  <a:pt x="7640" y="3647"/>
                  <a:pt x="7853" y="3434"/>
                  <a:pt x="7853" y="3171"/>
                </a:cubicBezTo>
                <a:lnTo>
                  <a:pt x="7853" y="475"/>
                </a:lnTo>
                <a:cubicBezTo>
                  <a:pt x="7853" y="213"/>
                  <a:pt x="7640" y="0"/>
                  <a:pt x="7377" y="0"/>
                </a:cubicBezTo>
                <a:lnTo>
                  <a:pt x="476" y="0"/>
                </a:lnTo>
                <a:cubicBezTo>
                  <a:pt x="213" y="0"/>
                  <a:pt x="0" y="213"/>
                  <a:pt x="0" y="475"/>
                </a:cubicBezTo>
                <a:lnTo>
                  <a:pt x="0" y="3171"/>
                </a:lnTo>
                <a:cubicBezTo>
                  <a:pt x="0" y="3434"/>
                  <a:pt x="213" y="3647"/>
                  <a:pt x="476" y="3647"/>
                </a:cubicBezTo>
                <a:lnTo>
                  <a:pt x="3927" y="3647"/>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25" name=""/>
          <p:cNvSpPr txBox="1"/>
          <p:nvPr/>
        </p:nvSpPr>
        <p:spPr>
          <a:xfrm>
            <a:off x="9813960" y="5603400"/>
            <a:ext cx="2224440" cy="242640"/>
          </a:xfrm>
          <a:prstGeom prst="rect">
            <a:avLst/>
          </a:prstGeom>
          <a:noFill/>
          <a:ln w="0">
            <a:noFill/>
          </a:ln>
        </p:spPr>
        <p:txBody>
          <a:bodyPr wrap="none" lIns="0" rIns="0" tIns="0" bIns="0" anchor="t">
            <a:spAutoFit/>
          </a:bodyPr>
          <a:p>
            <a:r>
              <a:rPr b="1" lang="en-US" sz="1720" strike="noStrike" u="none">
                <a:solidFill>
                  <a:srgbClr val="203a5d"/>
                </a:solidFill>
                <a:effectLst/>
                <a:uFillTx/>
                <a:latin typeface="'Times New Roman'"/>
              </a:rPr>
              <a:t>RESULTS / FINDINGS</a:t>
            </a:r>
            <a:endParaRPr b="1" lang="en-US" sz="1720" strike="noStrike" u="none">
              <a:solidFill>
                <a:srgbClr val="203a5d"/>
              </a:solidFill>
              <a:effectLst/>
              <a:uFillTx/>
              <a:latin typeface="'Times New Roman'"/>
              <a:ea typeface="'Times New Roman'"/>
            </a:endParaRPr>
          </a:p>
        </p:txBody>
      </p:sp>
      <p:sp>
        <p:nvSpPr>
          <p:cNvPr id="226" name=""/>
          <p:cNvSpPr txBox="1"/>
          <p:nvPr/>
        </p:nvSpPr>
        <p:spPr>
          <a:xfrm>
            <a:off x="9785520" y="6041160"/>
            <a:ext cx="227988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observations · uncertainty</a:t>
            </a:r>
            <a:endParaRPr b="0" lang="en-US" sz="1720" strike="noStrike" u="none">
              <a:solidFill>
                <a:srgbClr val="526d8b"/>
              </a:solidFill>
              <a:effectLst/>
              <a:uFillTx/>
              <a:latin typeface="'Times New Roman'"/>
              <a:ea typeface="'Times New Roman'"/>
            </a:endParaRPr>
          </a:p>
        </p:txBody>
      </p:sp>
      <p:sp>
        <p:nvSpPr>
          <p:cNvPr id="227" name=""/>
          <p:cNvSpPr/>
          <p:nvPr/>
        </p:nvSpPr>
        <p:spPr>
          <a:xfrm>
            <a:off x="12598200" y="5275440"/>
            <a:ext cx="2827440" cy="1312920"/>
          </a:xfrm>
          <a:custGeom>
            <a:avLst/>
            <a:gdLst/>
            <a:ahLst/>
            <a:rect l="0" t="0" r="r" b="b"/>
            <a:pathLst>
              <a:path w="7854" h="3647">
                <a:moveTo>
                  <a:pt x="3927" y="3647"/>
                </a:moveTo>
                <a:lnTo>
                  <a:pt x="7378" y="3647"/>
                </a:lnTo>
                <a:cubicBezTo>
                  <a:pt x="7640" y="3647"/>
                  <a:pt x="7854" y="3434"/>
                  <a:pt x="7854" y="3171"/>
                </a:cubicBezTo>
                <a:lnTo>
                  <a:pt x="7854" y="475"/>
                </a:lnTo>
                <a:cubicBezTo>
                  <a:pt x="7854" y="213"/>
                  <a:pt x="7640" y="0"/>
                  <a:pt x="7378" y="0"/>
                </a:cubicBezTo>
                <a:lnTo>
                  <a:pt x="476" y="0"/>
                </a:lnTo>
                <a:cubicBezTo>
                  <a:pt x="213" y="0"/>
                  <a:pt x="0" y="213"/>
                  <a:pt x="0" y="475"/>
                </a:cubicBezTo>
                <a:lnTo>
                  <a:pt x="0" y="3171"/>
                </a:lnTo>
                <a:cubicBezTo>
                  <a:pt x="0" y="3434"/>
                  <a:pt x="213" y="3647"/>
                  <a:pt x="476" y="3647"/>
                </a:cubicBezTo>
                <a:lnTo>
                  <a:pt x="3927" y="3647"/>
                </a:lnTo>
                <a:close/>
              </a:path>
            </a:pathLst>
          </a:custGeom>
          <a:solidFill>
            <a:srgbClr val="e9ef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28" name=""/>
          <p:cNvSpPr/>
          <p:nvPr/>
        </p:nvSpPr>
        <p:spPr>
          <a:xfrm>
            <a:off x="12598200" y="5275440"/>
            <a:ext cx="2827440" cy="1312920"/>
          </a:xfrm>
          <a:custGeom>
            <a:avLst/>
            <a:gdLst/>
            <a:ahLst/>
            <a:rect l="0" t="0" r="r" b="b"/>
            <a:pathLst>
              <a:path w="7854" h="3647">
                <a:moveTo>
                  <a:pt x="3927" y="3647"/>
                </a:moveTo>
                <a:lnTo>
                  <a:pt x="7378" y="3647"/>
                </a:lnTo>
                <a:cubicBezTo>
                  <a:pt x="7640" y="3647"/>
                  <a:pt x="7854" y="3434"/>
                  <a:pt x="7854" y="3171"/>
                </a:cubicBezTo>
                <a:lnTo>
                  <a:pt x="7854" y="475"/>
                </a:lnTo>
                <a:cubicBezTo>
                  <a:pt x="7854" y="213"/>
                  <a:pt x="7640" y="0"/>
                  <a:pt x="7378" y="0"/>
                </a:cubicBezTo>
                <a:lnTo>
                  <a:pt x="476" y="0"/>
                </a:lnTo>
                <a:cubicBezTo>
                  <a:pt x="213" y="0"/>
                  <a:pt x="0" y="213"/>
                  <a:pt x="0" y="475"/>
                </a:cubicBezTo>
                <a:lnTo>
                  <a:pt x="0" y="3171"/>
                </a:lnTo>
                <a:cubicBezTo>
                  <a:pt x="0" y="3434"/>
                  <a:pt x="213" y="3647"/>
                  <a:pt x="476" y="3647"/>
                </a:cubicBezTo>
                <a:lnTo>
                  <a:pt x="3927" y="3647"/>
                </a:lnTo>
                <a:close/>
              </a:path>
            </a:pathLst>
          </a:custGeom>
          <a:noFill/>
          <a:ln w="38160">
            <a:solidFill>
              <a:srgbClr val="294f7c"/>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29" name=""/>
          <p:cNvSpPr txBox="1"/>
          <p:nvPr/>
        </p:nvSpPr>
        <p:spPr>
          <a:xfrm>
            <a:off x="12840840" y="5613120"/>
            <a:ext cx="2341080" cy="189720"/>
          </a:xfrm>
          <a:prstGeom prst="rect">
            <a:avLst/>
          </a:prstGeom>
          <a:noFill/>
          <a:ln w="0">
            <a:noFill/>
          </a:ln>
        </p:spPr>
        <p:txBody>
          <a:bodyPr wrap="none" lIns="0" rIns="0" tIns="0" bIns="0" anchor="t">
            <a:spAutoFit/>
          </a:bodyPr>
          <a:p>
            <a:r>
              <a:rPr b="1" lang="en-US" sz="1350" strike="noStrike" u="none">
                <a:solidFill>
                  <a:srgbClr val="203a5d"/>
                </a:solidFill>
                <a:effectLst/>
                <a:uFillTx/>
                <a:latin typeface="'Times New Roman'"/>
              </a:rPr>
              <a:t>DISCUSSION / CONCLUSION</a:t>
            </a:r>
            <a:endParaRPr b="1" lang="en-US" sz="1350" strike="noStrike" u="none">
              <a:solidFill>
                <a:srgbClr val="203a5d"/>
              </a:solidFill>
              <a:effectLst/>
              <a:uFillTx/>
              <a:latin typeface="'Times New Roman'"/>
              <a:ea typeface="'Times New Roman'"/>
            </a:endParaRPr>
          </a:p>
        </p:txBody>
      </p:sp>
      <p:sp>
        <p:nvSpPr>
          <p:cNvPr id="230" name=""/>
          <p:cNvSpPr txBox="1"/>
          <p:nvPr/>
        </p:nvSpPr>
        <p:spPr>
          <a:xfrm>
            <a:off x="13116960" y="6041160"/>
            <a:ext cx="1767960" cy="242640"/>
          </a:xfrm>
          <a:prstGeom prst="rect">
            <a:avLst/>
          </a:prstGeom>
          <a:noFill/>
          <a:ln w="0">
            <a:noFill/>
          </a:ln>
        </p:spPr>
        <p:txBody>
          <a:bodyPr wrap="none" lIns="0" rIns="0" tIns="0" bIns="0" anchor="t">
            <a:spAutoFit/>
          </a:bodyPr>
          <a:p>
            <a:r>
              <a:rPr b="0" lang="en-US" sz="1720" strike="noStrike" u="none">
                <a:solidFill>
                  <a:srgbClr val="526d8b"/>
                </a:solidFill>
                <a:effectLst/>
                <a:uFillTx/>
                <a:latin typeface="'Times New Roman'"/>
              </a:rPr>
              <a:t>meaning · boundary</a:t>
            </a:r>
            <a:endParaRPr b="0" lang="en-US" sz="1720" strike="noStrike" u="none">
              <a:solidFill>
                <a:srgbClr val="526d8b"/>
              </a:solidFill>
              <a:effectLst/>
              <a:uFillTx/>
              <a:latin typeface="'Times New Roman'"/>
              <a:ea typeface="'Times New Roman'"/>
            </a:endParaRPr>
          </a:p>
        </p:txBody>
      </p:sp>
      <p:sp>
        <p:nvSpPr>
          <p:cNvPr id="231" name=""/>
          <p:cNvSpPr/>
          <p:nvPr/>
        </p:nvSpPr>
        <p:spPr>
          <a:xfrm>
            <a:off x="1251720" y="6721560"/>
            <a:ext cx="13212360" cy="1255680"/>
          </a:xfrm>
          <a:custGeom>
            <a:avLst/>
            <a:gdLst/>
            <a:ahLst/>
            <a:rect l="0" t="0" r="r" b="b"/>
            <a:pathLst>
              <a:path w="36701" h="3488">
                <a:moveTo>
                  <a:pt x="18351" y="3488"/>
                </a:moveTo>
                <a:lnTo>
                  <a:pt x="36172" y="3488"/>
                </a:lnTo>
                <a:cubicBezTo>
                  <a:pt x="36464" y="3488"/>
                  <a:pt x="36701" y="3252"/>
                  <a:pt x="36701" y="2960"/>
                </a:cubicBezTo>
                <a:lnTo>
                  <a:pt x="36701" y="528"/>
                </a:lnTo>
                <a:cubicBezTo>
                  <a:pt x="36701" y="236"/>
                  <a:pt x="36464" y="0"/>
                  <a:pt x="36172" y="0"/>
                </a:cubicBezTo>
                <a:lnTo>
                  <a:pt x="529" y="0"/>
                </a:lnTo>
                <a:cubicBezTo>
                  <a:pt x="237" y="0"/>
                  <a:pt x="0" y="236"/>
                  <a:pt x="0" y="528"/>
                </a:cubicBezTo>
                <a:lnTo>
                  <a:pt x="0" y="2960"/>
                </a:lnTo>
                <a:cubicBezTo>
                  <a:pt x="0" y="3252"/>
                  <a:pt x="237" y="3488"/>
                  <a:pt x="529" y="3488"/>
                </a:cubicBezTo>
                <a:lnTo>
                  <a:pt x="18351" y="3488"/>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32" name=""/>
          <p:cNvSpPr/>
          <p:nvPr/>
        </p:nvSpPr>
        <p:spPr>
          <a:xfrm>
            <a:off x="1251720" y="6721560"/>
            <a:ext cx="13212360" cy="1255680"/>
          </a:xfrm>
          <a:custGeom>
            <a:avLst/>
            <a:gdLst/>
            <a:ahLst/>
            <a:rect l="0" t="0" r="r" b="b"/>
            <a:pathLst>
              <a:path w="36701" h="3488">
                <a:moveTo>
                  <a:pt x="18351" y="3488"/>
                </a:moveTo>
                <a:lnTo>
                  <a:pt x="36172" y="3488"/>
                </a:lnTo>
                <a:cubicBezTo>
                  <a:pt x="36464" y="3488"/>
                  <a:pt x="36701" y="3252"/>
                  <a:pt x="36701" y="2960"/>
                </a:cubicBezTo>
                <a:lnTo>
                  <a:pt x="36701" y="528"/>
                </a:lnTo>
                <a:cubicBezTo>
                  <a:pt x="36701" y="236"/>
                  <a:pt x="36464" y="0"/>
                  <a:pt x="36172" y="0"/>
                </a:cubicBezTo>
                <a:lnTo>
                  <a:pt x="529" y="0"/>
                </a:lnTo>
                <a:cubicBezTo>
                  <a:pt x="237" y="0"/>
                  <a:pt x="0" y="236"/>
                  <a:pt x="0" y="528"/>
                </a:cubicBezTo>
                <a:lnTo>
                  <a:pt x="0" y="2960"/>
                </a:lnTo>
                <a:cubicBezTo>
                  <a:pt x="0" y="3252"/>
                  <a:pt x="237" y="3488"/>
                  <a:pt x="529" y="3488"/>
                </a:cubicBezTo>
                <a:lnTo>
                  <a:pt x="18351" y="3488"/>
                </a:lnTo>
                <a:close/>
              </a:path>
            </a:pathLst>
          </a:custGeom>
          <a:noFill/>
          <a:ln w="38160">
            <a:solidFill>
              <a:srgbClr val="9e2e2e"/>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33" name=""/>
          <p:cNvSpPr txBox="1"/>
          <p:nvPr/>
        </p:nvSpPr>
        <p:spPr>
          <a:xfrm>
            <a:off x="5254560" y="6963840"/>
            <a:ext cx="5253840" cy="295920"/>
          </a:xfrm>
          <a:prstGeom prst="rect">
            <a:avLst/>
          </a:prstGeom>
          <a:noFill/>
          <a:ln w="0">
            <a:noFill/>
          </a:ln>
        </p:spPr>
        <p:txBody>
          <a:bodyPr wrap="none" lIns="0" rIns="0" tIns="0" bIns="0" anchor="t">
            <a:spAutoFit/>
          </a:bodyPr>
          <a:p>
            <a:r>
              <a:rPr b="1" lang="en-US" sz="2100" strike="noStrike" u="none">
                <a:solidFill>
                  <a:srgbClr val="7f2525"/>
                </a:solidFill>
                <a:effectLst/>
                <a:uFillTx/>
                <a:latin typeface="'Times New Roman'"/>
              </a:rPr>
              <a:t>Records are sources, not pre-written chapters.</a:t>
            </a:r>
            <a:endParaRPr b="1" lang="en-US" sz="2100" strike="noStrike" u="none">
              <a:solidFill>
                <a:srgbClr val="7f2525"/>
              </a:solidFill>
              <a:effectLst/>
              <a:uFillTx/>
              <a:latin typeface="'Times New Roman'"/>
              <a:ea typeface="'Times New Roman'"/>
            </a:endParaRPr>
          </a:p>
        </p:txBody>
      </p:sp>
      <p:sp>
        <p:nvSpPr>
          <p:cNvPr id="234" name=""/>
          <p:cNvSpPr txBox="1"/>
          <p:nvPr/>
        </p:nvSpPr>
        <p:spPr>
          <a:xfrm>
            <a:off x="3988440" y="7477560"/>
            <a:ext cx="7595640" cy="237240"/>
          </a:xfrm>
          <a:prstGeom prst="rect">
            <a:avLst/>
          </a:prstGeom>
          <a:noFill/>
          <a:ln w="0">
            <a:noFill/>
          </a:ln>
        </p:spPr>
        <p:txBody>
          <a:bodyPr wrap="none" lIns="0" rIns="0" tIns="0" bIns="0" anchor="t">
            <a:spAutoFit/>
          </a:bodyPr>
          <a:p>
            <a:r>
              <a:rPr b="0" i="1" lang="en-US" sz="1650" strike="noStrike" u="none">
                <a:solidFill>
                  <a:srgbClr val="526d8b"/>
                </a:solidFill>
                <a:effectLst/>
                <a:uFillTx/>
                <a:latin typeface="'Times New Roman'"/>
              </a:rPr>
              <a:t>One record may support several sections, but every reuse preserves identity and boundary.</a:t>
            </a:r>
            <a:endParaRPr b="0" i="1" lang="en-US" sz="1650" strike="noStrike" u="none">
              <a:solidFill>
                <a:srgbClr val="526d8b"/>
              </a:solidFill>
              <a:effectLst/>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2026-08-19T10:49:59Z</dcterms:created>
  <dc:creator>Antonio Clim and Martino Aldrigo</dc:creator>
  <dc:description>Three horizontal layers distinguish authorised gate records, a seven-step answer architecture and manuscript section functions. Problem, Evidence, Design, Execution and Claim records feed a central spine running from question through position, route, evidence, result and boundary to contribution. The lower layer shows introduction, knowledge position, method or design, results or findings and discussion or conclusion. A note states that records are sources rather than pre-written chapters and that every reuse must preserve identity and boundary. Native-object PPTX generated from the canonical SVG; all text, boxes, lines, arrows and colours remain separately editable.</dc:description>
  <dc:language>en-US</dc:language>
  <cp:lastModifiedBy/>
  <dcterms:modified xsi:type="dcterms:W3CDTF">2026-08-19T10:50:00Z</dcterms:modified>
  <cp:revision>1</cp:revision>
  <dc:subject>Fully editable native drawing objects</dc:subject>
  <dc:title>Figure 7.1. Gate records, answer architecture and manuscript section functions</dc:title>
</cp:coreProperties>
</file>